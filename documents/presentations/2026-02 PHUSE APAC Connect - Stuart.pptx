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3" r:id="rId5"/>
    <p:sldMasterId id="2147483682" r:id="rId6"/>
  </p:sldMasterIdLst>
  <p:notesMasterIdLst>
    <p:notesMasterId r:id="rId34"/>
  </p:notesMasterIdLst>
  <p:sldIdLst>
    <p:sldId id="267" r:id="rId7"/>
    <p:sldId id="294" r:id="rId8"/>
    <p:sldId id="295" r:id="rId9"/>
    <p:sldId id="296" r:id="rId10"/>
    <p:sldId id="282" r:id="rId11"/>
    <p:sldId id="297" r:id="rId12"/>
    <p:sldId id="298" r:id="rId13"/>
    <p:sldId id="300" r:id="rId14"/>
    <p:sldId id="301" r:id="rId15"/>
    <p:sldId id="302" r:id="rId16"/>
    <p:sldId id="303" r:id="rId17"/>
    <p:sldId id="304" r:id="rId18"/>
    <p:sldId id="305" r:id="rId19"/>
    <p:sldId id="308" r:id="rId20"/>
    <p:sldId id="333" r:id="rId21"/>
    <p:sldId id="312" r:id="rId22"/>
    <p:sldId id="335" r:id="rId23"/>
    <p:sldId id="332" r:id="rId24"/>
    <p:sldId id="337" r:id="rId25"/>
    <p:sldId id="321" r:id="rId26"/>
    <p:sldId id="338" r:id="rId27"/>
    <p:sldId id="336" r:id="rId28"/>
    <p:sldId id="313" r:id="rId29"/>
    <p:sldId id="309" r:id="rId30"/>
    <p:sldId id="284" r:id="rId31"/>
    <p:sldId id="310" r:id="rId32"/>
    <p:sldId id="26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ral Slides" id="{3E374DE5-8894-DD4E-8C00-9F17C52B5D29}">
          <p14:sldIdLst>
            <p14:sldId id="267"/>
            <p14:sldId id="294"/>
            <p14:sldId id="295"/>
            <p14:sldId id="296"/>
            <p14:sldId id="282"/>
            <p14:sldId id="297"/>
            <p14:sldId id="298"/>
            <p14:sldId id="300"/>
            <p14:sldId id="301"/>
            <p14:sldId id="302"/>
            <p14:sldId id="303"/>
            <p14:sldId id="304"/>
            <p14:sldId id="305"/>
            <p14:sldId id="308"/>
            <p14:sldId id="333"/>
            <p14:sldId id="312"/>
            <p14:sldId id="335"/>
            <p14:sldId id="332"/>
            <p14:sldId id="337"/>
            <p14:sldId id="321"/>
            <p14:sldId id="338"/>
            <p14:sldId id="336"/>
            <p14:sldId id="313"/>
            <p14:sldId id="309"/>
            <p14:sldId id="284"/>
            <p14:sldId id="310"/>
            <p14:sldId id="263"/>
          </p14:sldIdLst>
        </p14:section>
        <p14:section name="Event Slides" id="{FFCF565D-DA0A-E643-9CFD-D51F02E248C1}">
          <p14:sldIdLst/>
        </p14:section>
        <p14:section name="CDISC Slides" id="{7928BDFB-DF93-AB4A-B30D-B3C90E435D0B}">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4643"/>
    <a:srgbClr val="9DD0CA"/>
    <a:srgbClr val="EBA91E"/>
    <a:srgbClr val="004578"/>
    <a:srgbClr val="7979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B5795B-09C6-FB47-A467-618FD7992ACC}" v="273" dt="2026-02-13T09:01:34.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18"/>
    <p:restoredTop sz="60791"/>
  </p:normalViewPr>
  <p:slideViewPr>
    <p:cSldViewPr snapToGrid="0">
      <p:cViewPr varScale="1">
        <p:scale>
          <a:sx n="78" d="100"/>
          <a:sy n="78" d="100"/>
        </p:scale>
        <p:origin x="3928" y="472"/>
      </p:cViewPr>
      <p:guideLst>
        <p:guide orient="horz" pos="2160"/>
        <p:guide pos="3840"/>
      </p:guideLst>
    </p:cSldViewPr>
  </p:slideViewPr>
  <p:notesTextViewPr>
    <p:cViewPr>
      <p:scale>
        <a:sx n="1" d="1"/>
        <a:sy n="1" d="1"/>
      </p:scale>
      <p:origin x="0" y="0"/>
    </p:cViewPr>
  </p:notesTextViewPr>
  <p:notesViewPr>
    <p:cSldViewPr snapToGrid="0">
      <p:cViewPr varScale="1">
        <p:scale>
          <a:sx n="121" d="100"/>
          <a:sy n="121" d="100"/>
        </p:scale>
        <p:origin x="5072"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6/11/relationships/changesInfo" Target="changesInfos/changesInfo1.xml"/><Relationship Id="rId21" Type="http://schemas.openxmlformats.org/officeDocument/2006/relationships/slide" Target="slides/slide15.xml"/><Relationship Id="rId34"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uart Malcolm" userId="f37de74d-f9d4-4d2b-8e9c-4fefed919d06" providerId="ADAL" clId="{27F08791-1043-56E1-BAD6-24027AE52640}"/>
    <pc:docChg chg="undo custSel addSld delSld modSld sldOrd modSection">
      <pc:chgData name="Stuart Malcolm" userId="f37de74d-f9d4-4d2b-8e9c-4fefed919d06" providerId="ADAL" clId="{27F08791-1043-56E1-BAD6-24027AE52640}" dt="2026-02-13T09:02:58.710" v="1947" actId="14100"/>
      <pc:docMkLst>
        <pc:docMk/>
      </pc:docMkLst>
      <pc:sldChg chg="del">
        <pc:chgData name="Stuart Malcolm" userId="f37de74d-f9d4-4d2b-8e9c-4fefed919d06" providerId="ADAL" clId="{27F08791-1043-56E1-BAD6-24027AE52640}" dt="2026-02-13T08:37:41.343" v="1310" actId="2696"/>
        <pc:sldMkLst>
          <pc:docMk/>
          <pc:sldMk cId="698394860" sldId="258"/>
        </pc:sldMkLst>
      </pc:sldChg>
      <pc:sldChg chg="del">
        <pc:chgData name="Stuart Malcolm" userId="f37de74d-f9d4-4d2b-8e9c-4fefed919d06" providerId="ADAL" clId="{27F08791-1043-56E1-BAD6-24027AE52640}" dt="2026-02-13T08:37:41.343" v="1310" actId="2696"/>
        <pc:sldMkLst>
          <pc:docMk/>
          <pc:sldMk cId="3778792448" sldId="261"/>
        </pc:sldMkLst>
      </pc:sldChg>
      <pc:sldChg chg="del">
        <pc:chgData name="Stuart Malcolm" userId="f37de74d-f9d4-4d2b-8e9c-4fefed919d06" providerId="ADAL" clId="{27F08791-1043-56E1-BAD6-24027AE52640}" dt="2026-02-13T08:37:41.343" v="1310" actId="2696"/>
        <pc:sldMkLst>
          <pc:docMk/>
          <pc:sldMk cId="354715771" sldId="262"/>
        </pc:sldMkLst>
      </pc:sldChg>
      <pc:sldChg chg="del">
        <pc:chgData name="Stuart Malcolm" userId="f37de74d-f9d4-4d2b-8e9c-4fefed919d06" providerId="ADAL" clId="{27F08791-1043-56E1-BAD6-24027AE52640}" dt="2026-02-13T08:37:25.618" v="1308" actId="2696"/>
        <pc:sldMkLst>
          <pc:docMk/>
          <pc:sldMk cId="311040491" sldId="263"/>
        </pc:sldMkLst>
      </pc:sldChg>
      <pc:sldChg chg="add">
        <pc:chgData name="Stuart Malcolm" userId="f37de74d-f9d4-4d2b-8e9c-4fefed919d06" providerId="ADAL" clId="{27F08791-1043-56E1-BAD6-24027AE52640}" dt="2026-02-13T08:37:33.779" v="1309"/>
        <pc:sldMkLst>
          <pc:docMk/>
          <pc:sldMk cId="1794931459" sldId="263"/>
        </pc:sldMkLst>
      </pc:sldChg>
      <pc:sldChg chg="del">
        <pc:chgData name="Stuart Malcolm" userId="f37de74d-f9d4-4d2b-8e9c-4fefed919d06" providerId="ADAL" clId="{27F08791-1043-56E1-BAD6-24027AE52640}" dt="2026-02-13T08:37:41.343" v="1310" actId="2696"/>
        <pc:sldMkLst>
          <pc:docMk/>
          <pc:sldMk cId="2556735874" sldId="264"/>
        </pc:sldMkLst>
      </pc:sldChg>
      <pc:sldChg chg="del">
        <pc:chgData name="Stuart Malcolm" userId="f37de74d-f9d4-4d2b-8e9c-4fefed919d06" providerId="ADAL" clId="{27F08791-1043-56E1-BAD6-24027AE52640}" dt="2026-02-13T08:37:41.343" v="1310" actId="2696"/>
        <pc:sldMkLst>
          <pc:docMk/>
          <pc:sldMk cId="41514946" sldId="265"/>
        </pc:sldMkLst>
      </pc:sldChg>
      <pc:sldChg chg="del">
        <pc:chgData name="Stuart Malcolm" userId="f37de74d-f9d4-4d2b-8e9c-4fefed919d06" providerId="ADAL" clId="{27F08791-1043-56E1-BAD6-24027AE52640}" dt="2026-02-13T08:37:41.343" v="1310" actId="2696"/>
        <pc:sldMkLst>
          <pc:docMk/>
          <pc:sldMk cId="2716913161" sldId="266"/>
        </pc:sldMkLst>
      </pc:sldChg>
      <pc:sldChg chg="del">
        <pc:chgData name="Stuart Malcolm" userId="f37de74d-f9d4-4d2b-8e9c-4fefed919d06" providerId="ADAL" clId="{27F08791-1043-56E1-BAD6-24027AE52640}" dt="2026-02-12T15:09:43.553" v="0" actId="2696"/>
        <pc:sldMkLst>
          <pc:docMk/>
          <pc:sldMk cId="1994864203" sldId="267"/>
        </pc:sldMkLst>
      </pc:sldChg>
      <pc:sldChg chg="modSp add mod">
        <pc:chgData name="Stuart Malcolm" userId="f37de74d-f9d4-4d2b-8e9c-4fefed919d06" providerId="ADAL" clId="{27F08791-1043-56E1-BAD6-24027AE52640}" dt="2026-02-12T15:45:40.439" v="594" actId="14100"/>
        <pc:sldMkLst>
          <pc:docMk/>
          <pc:sldMk cId="4218661488" sldId="267"/>
        </pc:sldMkLst>
        <pc:spChg chg="mod">
          <ac:chgData name="Stuart Malcolm" userId="f37de74d-f9d4-4d2b-8e9c-4fefed919d06" providerId="ADAL" clId="{27F08791-1043-56E1-BAD6-24027AE52640}" dt="2026-02-12T15:45:40.439" v="594" actId="14100"/>
          <ac:spMkLst>
            <pc:docMk/>
            <pc:sldMk cId="4218661488" sldId="267"/>
            <ac:spMk id="2" creationId="{0DDCF067-C970-F1A3-3AD5-B5048FBFE52E}"/>
          </ac:spMkLst>
        </pc:spChg>
        <pc:spChg chg="mod">
          <ac:chgData name="Stuart Malcolm" userId="f37de74d-f9d4-4d2b-8e9c-4fefed919d06" providerId="ADAL" clId="{27F08791-1043-56E1-BAD6-24027AE52640}" dt="2026-02-12T15:35:48.062" v="583" actId="20577"/>
          <ac:spMkLst>
            <pc:docMk/>
            <pc:sldMk cId="4218661488" sldId="267"/>
            <ac:spMk id="3" creationId="{755D7A29-DF34-AEAB-E27C-FE5E544BDBC3}"/>
          </ac:spMkLst>
        </pc:spChg>
      </pc:sldChg>
      <pc:sldChg chg="del">
        <pc:chgData name="Stuart Malcolm" userId="f37de74d-f9d4-4d2b-8e9c-4fefed919d06" providerId="ADAL" clId="{27F08791-1043-56E1-BAD6-24027AE52640}" dt="2026-02-13T08:37:41.343" v="1310" actId="2696"/>
        <pc:sldMkLst>
          <pc:docMk/>
          <pc:sldMk cId="4071305831" sldId="268"/>
        </pc:sldMkLst>
      </pc:sldChg>
      <pc:sldChg chg="del">
        <pc:chgData name="Stuart Malcolm" userId="f37de74d-f9d4-4d2b-8e9c-4fefed919d06" providerId="ADAL" clId="{27F08791-1043-56E1-BAD6-24027AE52640}" dt="2026-02-13T08:37:41.343" v="1310" actId="2696"/>
        <pc:sldMkLst>
          <pc:docMk/>
          <pc:sldMk cId="4218730035" sldId="269"/>
        </pc:sldMkLst>
      </pc:sldChg>
      <pc:sldChg chg="del">
        <pc:chgData name="Stuart Malcolm" userId="f37de74d-f9d4-4d2b-8e9c-4fefed919d06" providerId="ADAL" clId="{27F08791-1043-56E1-BAD6-24027AE52640}" dt="2026-02-13T08:37:41.343" v="1310" actId="2696"/>
        <pc:sldMkLst>
          <pc:docMk/>
          <pc:sldMk cId="1704132314" sldId="271"/>
        </pc:sldMkLst>
      </pc:sldChg>
      <pc:sldChg chg="del">
        <pc:chgData name="Stuart Malcolm" userId="f37de74d-f9d4-4d2b-8e9c-4fefed919d06" providerId="ADAL" clId="{27F08791-1043-56E1-BAD6-24027AE52640}" dt="2026-02-13T08:37:41.343" v="1310" actId="2696"/>
        <pc:sldMkLst>
          <pc:docMk/>
          <pc:sldMk cId="1611434577" sldId="272"/>
        </pc:sldMkLst>
      </pc:sldChg>
      <pc:sldChg chg="del">
        <pc:chgData name="Stuart Malcolm" userId="f37de74d-f9d4-4d2b-8e9c-4fefed919d06" providerId="ADAL" clId="{27F08791-1043-56E1-BAD6-24027AE52640}" dt="2026-02-13T08:37:41.343" v="1310" actId="2696"/>
        <pc:sldMkLst>
          <pc:docMk/>
          <pc:sldMk cId="2575704238" sldId="273"/>
        </pc:sldMkLst>
      </pc:sldChg>
      <pc:sldChg chg="del">
        <pc:chgData name="Stuart Malcolm" userId="f37de74d-f9d4-4d2b-8e9c-4fefed919d06" providerId="ADAL" clId="{27F08791-1043-56E1-BAD6-24027AE52640}" dt="2026-02-13T08:37:41.343" v="1310" actId="2696"/>
        <pc:sldMkLst>
          <pc:docMk/>
          <pc:sldMk cId="4247102483" sldId="274"/>
        </pc:sldMkLst>
      </pc:sldChg>
      <pc:sldChg chg="del">
        <pc:chgData name="Stuart Malcolm" userId="f37de74d-f9d4-4d2b-8e9c-4fefed919d06" providerId="ADAL" clId="{27F08791-1043-56E1-BAD6-24027AE52640}" dt="2026-02-13T08:37:41.343" v="1310" actId="2696"/>
        <pc:sldMkLst>
          <pc:docMk/>
          <pc:sldMk cId="2343179200" sldId="275"/>
        </pc:sldMkLst>
      </pc:sldChg>
      <pc:sldChg chg="del">
        <pc:chgData name="Stuart Malcolm" userId="f37de74d-f9d4-4d2b-8e9c-4fefed919d06" providerId="ADAL" clId="{27F08791-1043-56E1-BAD6-24027AE52640}" dt="2026-02-13T08:37:41.343" v="1310" actId="2696"/>
        <pc:sldMkLst>
          <pc:docMk/>
          <pc:sldMk cId="1663638932" sldId="276"/>
        </pc:sldMkLst>
      </pc:sldChg>
      <pc:sldChg chg="del">
        <pc:chgData name="Stuart Malcolm" userId="f37de74d-f9d4-4d2b-8e9c-4fefed919d06" providerId="ADAL" clId="{27F08791-1043-56E1-BAD6-24027AE52640}" dt="2026-02-13T08:37:41.343" v="1310" actId="2696"/>
        <pc:sldMkLst>
          <pc:docMk/>
          <pc:sldMk cId="3676539348" sldId="277"/>
        </pc:sldMkLst>
      </pc:sldChg>
      <pc:sldChg chg="del">
        <pc:chgData name="Stuart Malcolm" userId="f37de74d-f9d4-4d2b-8e9c-4fefed919d06" providerId="ADAL" clId="{27F08791-1043-56E1-BAD6-24027AE52640}" dt="2026-02-12T15:09:56.135" v="2" actId="2696"/>
        <pc:sldMkLst>
          <pc:docMk/>
          <pc:sldMk cId="3794177440" sldId="279"/>
        </pc:sldMkLst>
      </pc:sldChg>
      <pc:sldChg chg="del">
        <pc:chgData name="Stuart Malcolm" userId="f37de74d-f9d4-4d2b-8e9c-4fefed919d06" providerId="ADAL" clId="{27F08791-1043-56E1-BAD6-24027AE52640}" dt="2026-02-13T08:37:41.343" v="1310" actId="2696"/>
        <pc:sldMkLst>
          <pc:docMk/>
          <pc:sldMk cId="3005474708" sldId="280"/>
        </pc:sldMkLst>
      </pc:sldChg>
      <pc:sldChg chg="del">
        <pc:chgData name="Stuart Malcolm" userId="f37de74d-f9d4-4d2b-8e9c-4fefed919d06" providerId="ADAL" clId="{27F08791-1043-56E1-BAD6-24027AE52640}" dt="2026-02-13T08:37:41.343" v="1310" actId="2696"/>
        <pc:sldMkLst>
          <pc:docMk/>
          <pc:sldMk cId="944330484" sldId="281"/>
        </pc:sldMkLst>
      </pc:sldChg>
      <pc:sldChg chg="modSp mod ord">
        <pc:chgData name="Stuart Malcolm" userId="f37de74d-f9d4-4d2b-8e9c-4fefed919d06" providerId="ADAL" clId="{27F08791-1043-56E1-BAD6-24027AE52640}" dt="2026-02-12T15:56:11.923" v="774" actId="20577"/>
        <pc:sldMkLst>
          <pc:docMk/>
          <pc:sldMk cId="1970827555" sldId="282"/>
        </pc:sldMkLst>
        <pc:spChg chg="mod">
          <ac:chgData name="Stuart Malcolm" userId="f37de74d-f9d4-4d2b-8e9c-4fefed919d06" providerId="ADAL" clId="{27F08791-1043-56E1-BAD6-24027AE52640}" dt="2026-02-12T15:49:10.193" v="699" actId="5793"/>
          <ac:spMkLst>
            <pc:docMk/>
            <pc:sldMk cId="1970827555" sldId="282"/>
            <ac:spMk id="2" creationId="{82BDEE63-B231-818B-EDEA-C71F0DC34699}"/>
          </ac:spMkLst>
        </pc:spChg>
        <pc:spChg chg="mod">
          <ac:chgData name="Stuart Malcolm" userId="f37de74d-f9d4-4d2b-8e9c-4fefed919d06" providerId="ADAL" clId="{27F08791-1043-56E1-BAD6-24027AE52640}" dt="2026-02-12T15:56:11.923" v="774" actId="20577"/>
          <ac:spMkLst>
            <pc:docMk/>
            <pc:sldMk cId="1970827555" sldId="282"/>
            <ac:spMk id="3" creationId="{D028264B-0C58-F415-C275-8126DE9A84B6}"/>
          </ac:spMkLst>
        </pc:spChg>
      </pc:sldChg>
      <pc:sldChg chg="del">
        <pc:chgData name="Stuart Malcolm" userId="f37de74d-f9d4-4d2b-8e9c-4fefed919d06" providerId="ADAL" clId="{27F08791-1043-56E1-BAD6-24027AE52640}" dt="2026-02-13T08:37:41.343" v="1310" actId="2696"/>
        <pc:sldMkLst>
          <pc:docMk/>
          <pc:sldMk cId="1501562172" sldId="283"/>
        </pc:sldMkLst>
      </pc:sldChg>
      <pc:sldChg chg="modSp add del mod modNotesTx">
        <pc:chgData name="Stuart Malcolm" userId="f37de74d-f9d4-4d2b-8e9c-4fefed919d06" providerId="ADAL" clId="{27F08791-1043-56E1-BAD6-24027AE52640}" dt="2026-02-13T08:49:07.287" v="1720" actId="15"/>
        <pc:sldMkLst>
          <pc:docMk/>
          <pc:sldMk cId="1339748962" sldId="284"/>
        </pc:sldMkLst>
        <pc:spChg chg="mod">
          <ac:chgData name="Stuart Malcolm" userId="f37de74d-f9d4-4d2b-8e9c-4fefed919d06" providerId="ADAL" clId="{27F08791-1043-56E1-BAD6-24027AE52640}" dt="2026-02-13T08:43:41.927" v="1395" actId="20577"/>
          <ac:spMkLst>
            <pc:docMk/>
            <pc:sldMk cId="1339748962" sldId="284"/>
            <ac:spMk id="5" creationId="{1CE26700-15B5-69F2-80FB-17479441D216}"/>
          </ac:spMkLst>
        </pc:spChg>
        <pc:spChg chg="mod">
          <ac:chgData name="Stuart Malcolm" userId="f37de74d-f9d4-4d2b-8e9c-4fefed919d06" providerId="ADAL" clId="{27F08791-1043-56E1-BAD6-24027AE52640}" dt="2026-02-13T08:43:54.199" v="1426" actId="20577"/>
          <ac:spMkLst>
            <pc:docMk/>
            <pc:sldMk cId="1339748962" sldId="284"/>
            <ac:spMk id="7" creationId="{A8C559AE-EAD3-3327-623A-A42B3C2E3B1B}"/>
          </ac:spMkLst>
        </pc:spChg>
        <pc:spChg chg="mod">
          <ac:chgData name="Stuart Malcolm" userId="f37de74d-f9d4-4d2b-8e9c-4fefed919d06" providerId="ADAL" clId="{27F08791-1043-56E1-BAD6-24027AE52640}" dt="2026-02-13T08:44:14.671" v="1464" actId="20577"/>
          <ac:spMkLst>
            <pc:docMk/>
            <pc:sldMk cId="1339748962" sldId="284"/>
            <ac:spMk id="11" creationId="{758184B0-9365-B439-B965-4EE477805AE7}"/>
          </ac:spMkLst>
        </pc:spChg>
        <pc:graphicFrameChg chg="mod">
          <ac:chgData name="Stuart Malcolm" userId="f37de74d-f9d4-4d2b-8e9c-4fefed919d06" providerId="ADAL" clId="{27F08791-1043-56E1-BAD6-24027AE52640}" dt="2026-02-13T08:48:18.259" v="1708" actId="20577"/>
          <ac:graphicFrameMkLst>
            <pc:docMk/>
            <pc:sldMk cId="1339748962" sldId="284"/>
            <ac:graphicFrameMk id="6" creationId="{E2C3507D-0EFD-2C71-6C7C-512D02A160A2}"/>
          </ac:graphicFrameMkLst>
        </pc:graphicFrameChg>
        <pc:graphicFrameChg chg="mod">
          <ac:chgData name="Stuart Malcolm" userId="f37de74d-f9d4-4d2b-8e9c-4fefed919d06" providerId="ADAL" clId="{27F08791-1043-56E1-BAD6-24027AE52640}" dt="2026-02-13T08:47:03.922" v="1642" actId="14100"/>
          <ac:graphicFrameMkLst>
            <pc:docMk/>
            <pc:sldMk cId="1339748962" sldId="284"/>
            <ac:graphicFrameMk id="10" creationId="{62D58E2D-C479-F13B-6A14-86F115DA7FF8}"/>
          </ac:graphicFrameMkLst>
        </pc:graphicFrameChg>
        <pc:graphicFrameChg chg="mod">
          <ac:chgData name="Stuart Malcolm" userId="f37de74d-f9d4-4d2b-8e9c-4fefed919d06" providerId="ADAL" clId="{27F08791-1043-56E1-BAD6-24027AE52640}" dt="2026-02-13T08:47:48.253" v="1706" actId="20577"/>
          <ac:graphicFrameMkLst>
            <pc:docMk/>
            <pc:sldMk cId="1339748962" sldId="284"/>
            <ac:graphicFrameMk id="12" creationId="{9D05F6F7-81D8-0519-9EAE-4AA06DA4553F}"/>
          </ac:graphicFrameMkLst>
        </pc:graphicFrameChg>
      </pc:sldChg>
      <pc:sldChg chg="del">
        <pc:chgData name="Stuart Malcolm" userId="f37de74d-f9d4-4d2b-8e9c-4fefed919d06" providerId="ADAL" clId="{27F08791-1043-56E1-BAD6-24027AE52640}" dt="2026-02-12T15:34:41.182" v="517" actId="2696"/>
        <pc:sldMkLst>
          <pc:docMk/>
          <pc:sldMk cId="818155607" sldId="285"/>
        </pc:sldMkLst>
      </pc:sldChg>
      <pc:sldChg chg="del">
        <pc:chgData name="Stuart Malcolm" userId="f37de74d-f9d4-4d2b-8e9c-4fefed919d06" providerId="ADAL" clId="{27F08791-1043-56E1-BAD6-24027AE52640}" dt="2026-02-12T15:34:41.182" v="517" actId="2696"/>
        <pc:sldMkLst>
          <pc:docMk/>
          <pc:sldMk cId="4236868276" sldId="286"/>
        </pc:sldMkLst>
      </pc:sldChg>
      <pc:sldChg chg="del">
        <pc:chgData name="Stuart Malcolm" userId="f37de74d-f9d4-4d2b-8e9c-4fefed919d06" providerId="ADAL" clId="{27F08791-1043-56E1-BAD6-24027AE52640}" dt="2026-02-12T15:34:41.182" v="517" actId="2696"/>
        <pc:sldMkLst>
          <pc:docMk/>
          <pc:sldMk cId="97603323" sldId="287"/>
        </pc:sldMkLst>
      </pc:sldChg>
      <pc:sldChg chg="del">
        <pc:chgData name="Stuart Malcolm" userId="f37de74d-f9d4-4d2b-8e9c-4fefed919d06" providerId="ADAL" clId="{27F08791-1043-56E1-BAD6-24027AE52640}" dt="2026-02-12T15:34:41.182" v="517" actId="2696"/>
        <pc:sldMkLst>
          <pc:docMk/>
          <pc:sldMk cId="3763558537" sldId="288"/>
        </pc:sldMkLst>
      </pc:sldChg>
      <pc:sldChg chg="del">
        <pc:chgData name="Stuart Malcolm" userId="f37de74d-f9d4-4d2b-8e9c-4fefed919d06" providerId="ADAL" clId="{27F08791-1043-56E1-BAD6-24027AE52640}" dt="2026-02-12T15:34:41.182" v="517" actId="2696"/>
        <pc:sldMkLst>
          <pc:docMk/>
          <pc:sldMk cId="975003200" sldId="289"/>
        </pc:sldMkLst>
      </pc:sldChg>
      <pc:sldChg chg="del">
        <pc:chgData name="Stuart Malcolm" userId="f37de74d-f9d4-4d2b-8e9c-4fefed919d06" providerId="ADAL" clId="{27F08791-1043-56E1-BAD6-24027AE52640}" dt="2026-02-12T15:34:41.182" v="517" actId="2696"/>
        <pc:sldMkLst>
          <pc:docMk/>
          <pc:sldMk cId="3305706253" sldId="290"/>
        </pc:sldMkLst>
      </pc:sldChg>
      <pc:sldChg chg="del">
        <pc:chgData name="Stuart Malcolm" userId="f37de74d-f9d4-4d2b-8e9c-4fefed919d06" providerId="ADAL" clId="{27F08791-1043-56E1-BAD6-24027AE52640}" dt="2026-02-12T15:34:41.182" v="517" actId="2696"/>
        <pc:sldMkLst>
          <pc:docMk/>
          <pc:sldMk cId="2886932662" sldId="291"/>
        </pc:sldMkLst>
      </pc:sldChg>
      <pc:sldChg chg="del">
        <pc:chgData name="Stuart Malcolm" userId="f37de74d-f9d4-4d2b-8e9c-4fefed919d06" providerId="ADAL" clId="{27F08791-1043-56E1-BAD6-24027AE52640}" dt="2026-02-12T15:34:41.182" v="517" actId="2696"/>
        <pc:sldMkLst>
          <pc:docMk/>
          <pc:sldMk cId="3802212363" sldId="292"/>
        </pc:sldMkLst>
      </pc:sldChg>
      <pc:sldChg chg="del">
        <pc:chgData name="Stuart Malcolm" userId="f37de74d-f9d4-4d2b-8e9c-4fefed919d06" providerId="ADAL" clId="{27F08791-1043-56E1-BAD6-24027AE52640}" dt="2026-02-13T08:37:41.343" v="1310" actId="2696"/>
        <pc:sldMkLst>
          <pc:docMk/>
          <pc:sldMk cId="2991786978" sldId="293"/>
        </pc:sldMkLst>
      </pc:sldChg>
      <pc:sldChg chg="addSp delSp modSp new mod">
        <pc:chgData name="Stuart Malcolm" userId="f37de74d-f9d4-4d2b-8e9c-4fefed919d06" providerId="ADAL" clId="{27F08791-1043-56E1-BAD6-24027AE52640}" dt="2026-02-12T15:18:54.558" v="270" actId="27636"/>
        <pc:sldMkLst>
          <pc:docMk/>
          <pc:sldMk cId="3457742679" sldId="294"/>
        </pc:sldMkLst>
        <pc:spChg chg="mod">
          <ac:chgData name="Stuart Malcolm" userId="f37de74d-f9d4-4d2b-8e9c-4fefed919d06" providerId="ADAL" clId="{27F08791-1043-56E1-BAD6-24027AE52640}" dt="2026-02-12T15:12:40.782" v="36" actId="20577"/>
          <ac:spMkLst>
            <pc:docMk/>
            <pc:sldMk cId="3457742679" sldId="294"/>
            <ac:spMk id="2" creationId="{F7DB6B75-E142-593A-AE4A-0C0955FC84BD}"/>
          </ac:spMkLst>
        </pc:spChg>
        <pc:spChg chg="mod">
          <ac:chgData name="Stuart Malcolm" userId="f37de74d-f9d4-4d2b-8e9c-4fefed919d06" providerId="ADAL" clId="{27F08791-1043-56E1-BAD6-24027AE52640}" dt="2026-02-12T15:14:52.422" v="135" actId="113"/>
          <ac:spMkLst>
            <pc:docMk/>
            <pc:sldMk cId="3457742679" sldId="294"/>
            <ac:spMk id="3" creationId="{E5B6C827-0B85-F160-8944-90A86735AE9F}"/>
          </ac:spMkLst>
        </pc:spChg>
        <pc:spChg chg="del">
          <ac:chgData name="Stuart Malcolm" userId="f37de74d-f9d4-4d2b-8e9c-4fefed919d06" providerId="ADAL" clId="{27F08791-1043-56E1-BAD6-24027AE52640}" dt="2026-02-12T15:11:56.484" v="4" actId="931"/>
          <ac:spMkLst>
            <pc:docMk/>
            <pc:sldMk cId="3457742679" sldId="294"/>
            <ac:spMk id="4" creationId="{5334ABB5-9379-6965-0A93-223575BA1AE7}"/>
          </ac:spMkLst>
        </pc:spChg>
        <pc:spChg chg="mod">
          <ac:chgData name="Stuart Malcolm" userId="f37de74d-f9d4-4d2b-8e9c-4fefed919d06" providerId="ADAL" clId="{27F08791-1043-56E1-BAD6-24027AE52640}" dt="2026-02-12T15:18:54.558" v="270" actId="27636"/>
          <ac:spMkLst>
            <pc:docMk/>
            <pc:sldMk cId="3457742679" sldId="294"/>
            <ac:spMk id="5" creationId="{686B2942-7B7C-AD73-35FF-C4848A472CB8}"/>
          </ac:spMkLst>
        </pc:spChg>
        <pc:picChg chg="add mod">
          <ac:chgData name="Stuart Malcolm" userId="f37de74d-f9d4-4d2b-8e9c-4fefed919d06" providerId="ADAL" clId="{27F08791-1043-56E1-BAD6-24027AE52640}" dt="2026-02-12T15:14:24.826" v="128" actId="1076"/>
          <ac:picMkLst>
            <pc:docMk/>
            <pc:sldMk cId="3457742679" sldId="294"/>
            <ac:picMk id="7" creationId="{99EE7838-E6D8-2E0E-5DC2-BBF7409E0A4D}"/>
          </ac:picMkLst>
        </pc:picChg>
      </pc:sldChg>
      <pc:sldChg chg="addSp delSp modSp new mod modClrScheme chgLayout">
        <pc:chgData name="Stuart Malcolm" userId="f37de74d-f9d4-4d2b-8e9c-4fefed919d06" providerId="ADAL" clId="{27F08791-1043-56E1-BAD6-24027AE52640}" dt="2026-02-12T15:20:58.673" v="309" actId="20577"/>
        <pc:sldMkLst>
          <pc:docMk/>
          <pc:sldMk cId="980874535" sldId="295"/>
        </pc:sldMkLst>
        <pc:spChg chg="del mod ord">
          <ac:chgData name="Stuart Malcolm" userId="f37de74d-f9d4-4d2b-8e9c-4fefed919d06" providerId="ADAL" clId="{27F08791-1043-56E1-BAD6-24027AE52640}" dt="2026-02-12T15:20:31.776" v="272" actId="700"/>
          <ac:spMkLst>
            <pc:docMk/>
            <pc:sldMk cId="980874535" sldId="295"/>
            <ac:spMk id="2" creationId="{DAA3E161-2BA8-B8CC-28C5-DD60103B629C}"/>
          </ac:spMkLst>
        </pc:spChg>
        <pc:spChg chg="del mod ord">
          <ac:chgData name="Stuart Malcolm" userId="f37de74d-f9d4-4d2b-8e9c-4fefed919d06" providerId="ADAL" clId="{27F08791-1043-56E1-BAD6-24027AE52640}" dt="2026-02-12T15:20:31.776" v="272" actId="700"/>
          <ac:spMkLst>
            <pc:docMk/>
            <pc:sldMk cId="980874535" sldId="295"/>
            <ac:spMk id="3" creationId="{F48E13B8-75BC-EFD9-6554-A2AE51C9184C}"/>
          </ac:spMkLst>
        </pc:spChg>
        <pc:spChg chg="del">
          <ac:chgData name="Stuart Malcolm" userId="f37de74d-f9d4-4d2b-8e9c-4fefed919d06" providerId="ADAL" clId="{27F08791-1043-56E1-BAD6-24027AE52640}" dt="2026-02-12T15:20:31.776" v="272" actId="700"/>
          <ac:spMkLst>
            <pc:docMk/>
            <pc:sldMk cId="980874535" sldId="295"/>
            <ac:spMk id="4" creationId="{28F043AA-A391-E69C-7B98-B0E64DE28FE4}"/>
          </ac:spMkLst>
        </pc:spChg>
        <pc:spChg chg="del">
          <ac:chgData name="Stuart Malcolm" userId="f37de74d-f9d4-4d2b-8e9c-4fefed919d06" providerId="ADAL" clId="{27F08791-1043-56E1-BAD6-24027AE52640}" dt="2026-02-12T15:20:31.776" v="272" actId="700"/>
          <ac:spMkLst>
            <pc:docMk/>
            <pc:sldMk cId="980874535" sldId="295"/>
            <ac:spMk id="5" creationId="{D1FE1587-15B3-9D8B-960B-EE52CAD3A30B}"/>
          </ac:spMkLst>
        </pc:spChg>
        <pc:spChg chg="add mod ord">
          <ac:chgData name="Stuart Malcolm" userId="f37de74d-f9d4-4d2b-8e9c-4fefed919d06" providerId="ADAL" clId="{27F08791-1043-56E1-BAD6-24027AE52640}" dt="2026-02-12T15:20:41.782" v="298" actId="20577"/>
          <ac:spMkLst>
            <pc:docMk/>
            <pc:sldMk cId="980874535" sldId="295"/>
            <ac:spMk id="6" creationId="{23198ED8-8AE7-80C8-D116-26A5FE49C537}"/>
          </ac:spMkLst>
        </pc:spChg>
        <pc:spChg chg="add mod ord">
          <ac:chgData name="Stuart Malcolm" userId="f37de74d-f9d4-4d2b-8e9c-4fefed919d06" providerId="ADAL" clId="{27F08791-1043-56E1-BAD6-24027AE52640}" dt="2026-02-12T15:20:58.673" v="309" actId="20577"/>
          <ac:spMkLst>
            <pc:docMk/>
            <pc:sldMk cId="980874535" sldId="295"/>
            <ac:spMk id="7" creationId="{2AF746F0-FD1B-65A1-7F3F-56D370AD1AA9}"/>
          </ac:spMkLst>
        </pc:spChg>
      </pc:sldChg>
      <pc:sldChg chg="modSp new mod">
        <pc:chgData name="Stuart Malcolm" userId="f37de74d-f9d4-4d2b-8e9c-4fefed919d06" providerId="ADAL" clId="{27F08791-1043-56E1-BAD6-24027AE52640}" dt="2026-02-12T15:55:00.699" v="720" actId="20577"/>
        <pc:sldMkLst>
          <pc:docMk/>
          <pc:sldMk cId="4167222450" sldId="296"/>
        </pc:sldMkLst>
        <pc:spChg chg="mod">
          <ac:chgData name="Stuart Malcolm" userId="f37de74d-f9d4-4d2b-8e9c-4fefed919d06" providerId="ADAL" clId="{27F08791-1043-56E1-BAD6-24027AE52640}" dt="2026-02-12T15:55:00.699" v="720" actId="20577"/>
          <ac:spMkLst>
            <pc:docMk/>
            <pc:sldMk cId="4167222450" sldId="296"/>
            <ac:spMk id="2" creationId="{6C4DB31E-E2F5-9154-7AD4-C3BB6F9B1D40}"/>
          </ac:spMkLst>
        </pc:spChg>
        <pc:spChg chg="mod">
          <ac:chgData name="Stuart Malcolm" userId="f37de74d-f9d4-4d2b-8e9c-4fefed919d06" providerId="ADAL" clId="{27F08791-1043-56E1-BAD6-24027AE52640}" dt="2026-02-12T15:29:42.776" v="505" actId="20577"/>
          <ac:spMkLst>
            <pc:docMk/>
            <pc:sldMk cId="4167222450" sldId="296"/>
            <ac:spMk id="3" creationId="{9CD8FE70-0481-E664-4F59-6997CFFE6389}"/>
          </ac:spMkLst>
        </pc:spChg>
      </pc:sldChg>
      <pc:sldChg chg="add">
        <pc:chgData name="Stuart Malcolm" userId="f37de74d-f9d4-4d2b-8e9c-4fefed919d06" providerId="ADAL" clId="{27F08791-1043-56E1-BAD6-24027AE52640}" dt="2026-02-12T15:49:46.564" v="700"/>
        <pc:sldMkLst>
          <pc:docMk/>
          <pc:sldMk cId="0" sldId="297"/>
        </pc:sldMkLst>
      </pc:sldChg>
      <pc:sldChg chg="modSp add mod">
        <pc:chgData name="Stuart Malcolm" userId="f37de74d-f9d4-4d2b-8e9c-4fefed919d06" providerId="ADAL" clId="{27F08791-1043-56E1-BAD6-24027AE52640}" dt="2026-02-12T15:56:42.249" v="775" actId="1076"/>
        <pc:sldMkLst>
          <pc:docMk/>
          <pc:sldMk cId="0" sldId="298"/>
        </pc:sldMkLst>
        <pc:picChg chg="mod">
          <ac:chgData name="Stuart Malcolm" userId="f37de74d-f9d4-4d2b-8e9c-4fefed919d06" providerId="ADAL" clId="{27F08791-1043-56E1-BAD6-24027AE52640}" dt="2026-02-12T15:56:42.249" v="775" actId="1076"/>
          <ac:picMkLst>
            <pc:docMk/>
            <pc:sldMk cId="0" sldId="298"/>
            <ac:picMk id="137" creationId="{00000000-0000-0000-0000-000000000000}"/>
          </ac:picMkLst>
        </pc:picChg>
      </pc:sldChg>
      <pc:sldChg chg="add">
        <pc:chgData name="Stuart Malcolm" userId="f37de74d-f9d4-4d2b-8e9c-4fefed919d06" providerId="ADAL" clId="{27F08791-1043-56E1-BAD6-24027AE52640}" dt="2026-02-12T15:49:46.564" v="700"/>
        <pc:sldMkLst>
          <pc:docMk/>
          <pc:sldMk cId="3594305334" sldId="300"/>
        </pc:sldMkLst>
      </pc:sldChg>
      <pc:sldChg chg="add">
        <pc:chgData name="Stuart Malcolm" userId="f37de74d-f9d4-4d2b-8e9c-4fefed919d06" providerId="ADAL" clId="{27F08791-1043-56E1-BAD6-24027AE52640}" dt="2026-02-12T15:49:46.564" v="700"/>
        <pc:sldMkLst>
          <pc:docMk/>
          <pc:sldMk cId="0" sldId="301"/>
        </pc:sldMkLst>
      </pc:sldChg>
      <pc:sldChg chg="add">
        <pc:chgData name="Stuart Malcolm" userId="f37de74d-f9d4-4d2b-8e9c-4fefed919d06" providerId="ADAL" clId="{27F08791-1043-56E1-BAD6-24027AE52640}" dt="2026-02-12T15:49:46.564" v="700"/>
        <pc:sldMkLst>
          <pc:docMk/>
          <pc:sldMk cId="2096140709" sldId="302"/>
        </pc:sldMkLst>
      </pc:sldChg>
      <pc:sldChg chg="add">
        <pc:chgData name="Stuart Malcolm" userId="f37de74d-f9d4-4d2b-8e9c-4fefed919d06" providerId="ADAL" clId="{27F08791-1043-56E1-BAD6-24027AE52640}" dt="2026-02-12T15:49:46.564" v="700"/>
        <pc:sldMkLst>
          <pc:docMk/>
          <pc:sldMk cId="2381062050" sldId="303"/>
        </pc:sldMkLst>
      </pc:sldChg>
      <pc:sldChg chg="add">
        <pc:chgData name="Stuart Malcolm" userId="f37de74d-f9d4-4d2b-8e9c-4fefed919d06" providerId="ADAL" clId="{27F08791-1043-56E1-BAD6-24027AE52640}" dt="2026-02-12T15:49:46.564" v="700"/>
        <pc:sldMkLst>
          <pc:docMk/>
          <pc:sldMk cId="1009817068" sldId="304"/>
        </pc:sldMkLst>
      </pc:sldChg>
      <pc:sldChg chg="modSp add mod">
        <pc:chgData name="Stuart Malcolm" userId="f37de74d-f9d4-4d2b-8e9c-4fefed919d06" providerId="ADAL" clId="{27F08791-1043-56E1-BAD6-24027AE52640}" dt="2026-02-12T17:11:34.593" v="998" actId="20577"/>
        <pc:sldMkLst>
          <pc:docMk/>
          <pc:sldMk cId="0" sldId="305"/>
        </pc:sldMkLst>
        <pc:spChg chg="mod">
          <ac:chgData name="Stuart Malcolm" userId="f37de74d-f9d4-4d2b-8e9c-4fefed919d06" providerId="ADAL" clId="{27F08791-1043-56E1-BAD6-24027AE52640}" dt="2026-02-12T17:11:34.593" v="998" actId="20577"/>
          <ac:spMkLst>
            <pc:docMk/>
            <pc:sldMk cId="0" sldId="305"/>
            <ac:spMk id="183" creationId="{00000000-0000-0000-0000-000000000000}"/>
          </ac:spMkLst>
        </pc:spChg>
      </pc:sldChg>
      <pc:sldChg chg="add del mod modShow">
        <pc:chgData name="Stuart Malcolm" userId="f37de74d-f9d4-4d2b-8e9c-4fefed919d06" providerId="ADAL" clId="{27F08791-1043-56E1-BAD6-24027AE52640}" dt="2026-02-12T17:35:19.793" v="1065" actId="2696"/>
        <pc:sldMkLst>
          <pc:docMk/>
          <pc:sldMk cId="0" sldId="306"/>
        </pc:sldMkLst>
      </pc:sldChg>
      <pc:sldChg chg="add del mod modShow">
        <pc:chgData name="Stuart Malcolm" userId="f37de74d-f9d4-4d2b-8e9c-4fefed919d06" providerId="ADAL" clId="{27F08791-1043-56E1-BAD6-24027AE52640}" dt="2026-02-12T17:35:19.793" v="1065" actId="2696"/>
        <pc:sldMkLst>
          <pc:docMk/>
          <pc:sldMk cId="0" sldId="307"/>
        </pc:sldMkLst>
      </pc:sldChg>
      <pc:sldChg chg="modSp add mod">
        <pc:chgData name="Stuart Malcolm" userId="f37de74d-f9d4-4d2b-8e9c-4fefed919d06" providerId="ADAL" clId="{27F08791-1043-56E1-BAD6-24027AE52640}" dt="2026-02-12T17:35:51.911" v="1086" actId="20577"/>
        <pc:sldMkLst>
          <pc:docMk/>
          <pc:sldMk cId="2615066109" sldId="308"/>
        </pc:sldMkLst>
        <pc:spChg chg="mod">
          <ac:chgData name="Stuart Malcolm" userId="f37de74d-f9d4-4d2b-8e9c-4fefed919d06" providerId="ADAL" clId="{27F08791-1043-56E1-BAD6-24027AE52640}" dt="2026-02-12T17:35:51.911" v="1086" actId="20577"/>
          <ac:spMkLst>
            <pc:docMk/>
            <pc:sldMk cId="2615066109" sldId="308"/>
            <ac:spMk id="2" creationId="{78EA49B5-70E2-A11C-77D1-DD2DE25EFB8E}"/>
          </ac:spMkLst>
        </pc:spChg>
        <pc:spChg chg="mod">
          <ac:chgData name="Stuart Malcolm" userId="f37de74d-f9d4-4d2b-8e9c-4fefed919d06" providerId="ADAL" clId="{27F08791-1043-56E1-BAD6-24027AE52640}" dt="2026-02-12T17:35:45.796" v="1084" actId="20577"/>
          <ac:spMkLst>
            <pc:docMk/>
            <pc:sldMk cId="2615066109" sldId="308"/>
            <ac:spMk id="3" creationId="{78938E0C-6D5B-1EF6-B712-FAC4936B3F06}"/>
          </ac:spMkLst>
        </pc:spChg>
      </pc:sldChg>
      <pc:sldChg chg="modSp add mod">
        <pc:chgData name="Stuart Malcolm" userId="f37de74d-f9d4-4d2b-8e9c-4fefed919d06" providerId="ADAL" clId="{27F08791-1043-56E1-BAD6-24027AE52640}" dt="2026-02-12T15:55:49.257" v="745" actId="20577"/>
        <pc:sldMkLst>
          <pc:docMk/>
          <pc:sldMk cId="3107775791" sldId="309"/>
        </pc:sldMkLst>
        <pc:spChg chg="mod">
          <ac:chgData name="Stuart Malcolm" userId="f37de74d-f9d4-4d2b-8e9c-4fefed919d06" providerId="ADAL" clId="{27F08791-1043-56E1-BAD6-24027AE52640}" dt="2026-02-12T15:55:49.257" v="745" actId="20577"/>
          <ac:spMkLst>
            <pc:docMk/>
            <pc:sldMk cId="3107775791" sldId="309"/>
            <ac:spMk id="2" creationId="{AEE99B27-16C1-1504-7608-BFD3696F5427}"/>
          </ac:spMkLst>
        </pc:spChg>
        <pc:spChg chg="mod">
          <ac:chgData name="Stuart Malcolm" userId="f37de74d-f9d4-4d2b-8e9c-4fefed919d06" providerId="ADAL" clId="{27F08791-1043-56E1-BAD6-24027AE52640}" dt="2026-02-12T15:55:44.535" v="744" actId="20577"/>
          <ac:spMkLst>
            <pc:docMk/>
            <pc:sldMk cId="3107775791" sldId="309"/>
            <ac:spMk id="3" creationId="{2672B4A9-7C49-BA42-D3F7-50D0E51F1570}"/>
          </ac:spMkLst>
        </pc:spChg>
      </pc:sldChg>
      <pc:sldChg chg="delSp modSp add mod">
        <pc:chgData name="Stuart Malcolm" userId="f37de74d-f9d4-4d2b-8e9c-4fefed919d06" providerId="ADAL" clId="{27F08791-1043-56E1-BAD6-24027AE52640}" dt="2026-02-12T15:55:36.508" v="734" actId="478"/>
        <pc:sldMkLst>
          <pc:docMk/>
          <pc:sldMk cId="1261187849" sldId="310"/>
        </pc:sldMkLst>
        <pc:spChg chg="del mod">
          <ac:chgData name="Stuart Malcolm" userId="f37de74d-f9d4-4d2b-8e9c-4fefed919d06" providerId="ADAL" clId="{27F08791-1043-56E1-BAD6-24027AE52640}" dt="2026-02-12T15:55:36.508" v="734" actId="478"/>
          <ac:spMkLst>
            <pc:docMk/>
            <pc:sldMk cId="1261187849" sldId="310"/>
            <ac:spMk id="2" creationId="{FC846EF7-39D7-C0D2-C086-C2C45B18B6A9}"/>
          </ac:spMkLst>
        </pc:spChg>
        <pc:spChg chg="mod">
          <ac:chgData name="Stuart Malcolm" userId="f37de74d-f9d4-4d2b-8e9c-4fefed919d06" providerId="ADAL" clId="{27F08791-1043-56E1-BAD6-24027AE52640}" dt="2026-02-12T15:55:27.763" v="732" actId="20577"/>
          <ac:spMkLst>
            <pc:docMk/>
            <pc:sldMk cId="1261187849" sldId="310"/>
            <ac:spMk id="3" creationId="{6AF3E466-03FA-D224-CA22-7743F3D3D22F}"/>
          </ac:spMkLst>
        </pc:spChg>
      </pc:sldChg>
      <pc:sldChg chg="addSp modSp new del mod">
        <pc:chgData name="Stuart Malcolm" userId="f37de74d-f9d4-4d2b-8e9c-4fefed919d06" providerId="ADAL" clId="{27F08791-1043-56E1-BAD6-24027AE52640}" dt="2026-02-12T17:12:31.546" v="999" actId="2696"/>
        <pc:sldMkLst>
          <pc:docMk/>
          <pc:sldMk cId="1932896052" sldId="311"/>
        </pc:sldMkLst>
        <pc:spChg chg="mod">
          <ac:chgData name="Stuart Malcolm" userId="f37de74d-f9d4-4d2b-8e9c-4fefed919d06" providerId="ADAL" clId="{27F08791-1043-56E1-BAD6-24027AE52640}" dt="2026-02-12T16:54:30.162" v="953" actId="20577"/>
          <ac:spMkLst>
            <pc:docMk/>
            <pc:sldMk cId="1932896052" sldId="311"/>
            <ac:spMk id="2" creationId="{F558840E-99AA-1A54-A947-ABAAB3396746}"/>
          </ac:spMkLst>
        </pc:spChg>
        <pc:spChg chg="add mod">
          <ac:chgData name="Stuart Malcolm" userId="f37de74d-f9d4-4d2b-8e9c-4fefed919d06" providerId="ADAL" clId="{27F08791-1043-56E1-BAD6-24027AE52640}" dt="2026-02-12T16:50:13.482" v="922" actId="1076"/>
          <ac:spMkLst>
            <pc:docMk/>
            <pc:sldMk cId="1932896052" sldId="311"/>
            <ac:spMk id="4" creationId="{4D6EA331-6E0C-6FBA-106B-21AFDB1EEFE2}"/>
          </ac:spMkLst>
        </pc:spChg>
        <pc:spChg chg="add mod">
          <ac:chgData name="Stuart Malcolm" userId="f37de74d-f9d4-4d2b-8e9c-4fefed919d06" providerId="ADAL" clId="{27F08791-1043-56E1-BAD6-24027AE52640}" dt="2026-02-12T16:52:11.209" v="930" actId="1076"/>
          <ac:spMkLst>
            <pc:docMk/>
            <pc:sldMk cId="1932896052" sldId="311"/>
            <ac:spMk id="5" creationId="{06D8C267-766D-3C8C-6B4B-E3E60E05C15D}"/>
          </ac:spMkLst>
        </pc:spChg>
        <pc:picChg chg="add mod">
          <ac:chgData name="Stuart Malcolm" userId="f37de74d-f9d4-4d2b-8e9c-4fefed919d06" providerId="ADAL" clId="{27F08791-1043-56E1-BAD6-24027AE52640}" dt="2026-02-12T16:49:20.993" v="885" actId="1076"/>
          <ac:picMkLst>
            <pc:docMk/>
            <pc:sldMk cId="1932896052" sldId="311"/>
            <ac:picMk id="3" creationId="{1C71C0B9-77D0-9FD9-ABFD-129A234E7BF6}"/>
          </ac:picMkLst>
        </pc:picChg>
      </pc:sldChg>
      <pc:sldChg chg="addSp delSp modSp add mod ord">
        <pc:chgData name="Stuart Malcolm" userId="f37de74d-f9d4-4d2b-8e9c-4fefed919d06" providerId="ADAL" clId="{27F08791-1043-56E1-BAD6-24027AE52640}" dt="2026-02-12T17:36:42.975" v="1100" actId="20577"/>
        <pc:sldMkLst>
          <pc:docMk/>
          <pc:sldMk cId="2212707821" sldId="312"/>
        </pc:sldMkLst>
        <pc:spChg chg="mod">
          <ac:chgData name="Stuart Malcolm" userId="f37de74d-f9d4-4d2b-8e9c-4fefed919d06" providerId="ADAL" clId="{27F08791-1043-56E1-BAD6-24027AE52640}" dt="2026-02-12T17:36:42.975" v="1100" actId="20577"/>
          <ac:spMkLst>
            <pc:docMk/>
            <pc:sldMk cId="2212707821" sldId="312"/>
            <ac:spMk id="2" creationId="{28F690E9-5567-FAA9-A427-78DDB1C38EDD}"/>
          </ac:spMkLst>
        </pc:spChg>
        <pc:picChg chg="add del mod">
          <ac:chgData name="Stuart Malcolm" userId="f37de74d-f9d4-4d2b-8e9c-4fefed919d06" providerId="ADAL" clId="{27F08791-1043-56E1-BAD6-24027AE52640}" dt="2026-02-12T17:25:37.501" v="1029" actId="478"/>
          <ac:picMkLst>
            <pc:docMk/>
            <pc:sldMk cId="2212707821" sldId="312"/>
            <ac:picMk id="3" creationId="{DDB9E6A9-1577-09B3-248D-F8AF7FB6C856}"/>
          </ac:picMkLst>
        </pc:picChg>
        <pc:picChg chg="add mod">
          <ac:chgData name="Stuart Malcolm" userId="f37de74d-f9d4-4d2b-8e9c-4fefed919d06" providerId="ADAL" clId="{27F08791-1043-56E1-BAD6-24027AE52640}" dt="2026-02-12T17:26:12.443" v="1055" actId="1076"/>
          <ac:picMkLst>
            <pc:docMk/>
            <pc:sldMk cId="2212707821" sldId="312"/>
            <ac:picMk id="4" creationId="{659DEC15-C0A8-D609-F3CC-E0543713398E}"/>
          </ac:picMkLst>
        </pc:picChg>
        <pc:picChg chg="add mod">
          <ac:chgData name="Stuart Malcolm" userId="f37de74d-f9d4-4d2b-8e9c-4fefed919d06" providerId="ADAL" clId="{27F08791-1043-56E1-BAD6-24027AE52640}" dt="2026-02-12T17:26:10.101" v="1054" actId="571"/>
          <ac:picMkLst>
            <pc:docMk/>
            <pc:sldMk cId="2212707821" sldId="312"/>
            <ac:picMk id="5" creationId="{EA06987A-F232-6FCE-9106-331DEFAC7724}"/>
          </ac:picMkLst>
        </pc:picChg>
      </pc:sldChg>
      <pc:sldChg chg="addSp delSp modSp add mod">
        <pc:chgData name="Stuart Malcolm" userId="f37de74d-f9d4-4d2b-8e9c-4fefed919d06" providerId="ADAL" clId="{27F08791-1043-56E1-BAD6-24027AE52640}" dt="2026-02-12T17:04:40.767" v="963" actId="14100"/>
        <pc:sldMkLst>
          <pc:docMk/>
          <pc:sldMk cId="565300644" sldId="313"/>
        </pc:sldMkLst>
        <pc:spChg chg="del">
          <ac:chgData name="Stuart Malcolm" userId="f37de74d-f9d4-4d2b-8e9c-4fefed919d06" providerId="ADAL" clId="{27F08791-1043-56E1-BAD6-24027AE52640}" dt="2026-02-12T17:04:33.104" v="960" actId="478"/>
          <ac:spMkLst>
            <pc:docMk/>
            <pc:sldMk cId="565300644" sldId="313"/>
            <ac:spMk id="2" creationId="{960E213D-D5F6-6BFC-6E64-28BF5EF6F1A2}"/>
          </ac:spMkLst>
        </pc:spChg>
        <pc:spChg chg="add mod">
          <ac:chgData name="Stuart Malcolm" userId="f37de74d-f9d4-4d2b-8e9c-4fefed919d06" providerId="ADAL" clId="{27F08791-1043-56E1-BAD6-24027AE52640}" dt="2026-02-12T17:03:50.073" v="955"/>
          <ac:spMkLst>
            <pc:docMk/>
            <pc:sldMk cId="565300644" sldId="313"/>
            <ac:spMk id="3" creationId="{10D1D098-540B-FEF4-7C2A-1848A94A4FC1}"/>
          </ac:spMkLst>
        </pc:spChg>
        <pc:picChg chg="add mod">
          <ac:chgData name="Stuart Malcolm" userId="f37de74d-f9d4-4d2b-8e9c-4fefed919d06" providerId="ADAL" clId="{27F08791-1043-56E1-BAD6-24027AE52640}" dt="2026-02-12T17:04:40.767" v="963" actId="14100"/>
          <ac:picMkLst>
            <pc:docMk/>
            <pc:sldMk cId="565300644" sldId="313"/>
            <ac:picMk id="5" creationId="{B62B2FA1-5413-32E6-F621-F12457A7F837}"/>
          </ac:picMkLst>
        </pc:picChg>
      </pc:sldChg>
      <pc:sldChg chg="delSp modSp add mod ord">
        <pc:chgData name="Stuart Malcolm" userId="f37de74d-f9d4-4d2b-8e9c-4fefed919d06" providerId="ADAL" clId="{27F08791-1043-56E1-BAD6-24027AE52640}" dt="2026-02-13T09:02:58.710" v="1947" actId="14100"/>
        <pc:sldMkLst>
          <pc:docMk/>
          <pc:sldMk cId="3394346625" sldId="321"/>
        </pc:sldMkLst>
        <pc:spChg chg="mod">
          <ac:chgData name="Stuart Malcolm" userId="f37de74d-f9d4-4d2b-8e9c-4fefed919d06" providerId="ADAL" clId="{27F08791-1043-56E1-BAD6-24027AE52640}" dt="2026-02-13T09:02:58.710" v="1947" actId="14100"/>
          <ac:spMkLst>
            <pc:docMk/>
            <pc:sldMk cId="3394346625" sldId="321"/>
            <ac:spMk id="2" creationId="{1B0C5A52-3E68-DBD5-9F5A-267FB72608C9}"/>
          </ac:spMkLst>
        </pc:spChg>
        <pc:spChg chg="mod">
          <ac:chgData name="Stuart Malcolm" userId="f37de74d-f9d4-4d2b-8e9c-4fefed919d06" providerId="ADAL" clId="{27F08791-1043-56E1-BAD6-24027AE52640}" dt="2026-02-12T17:14:35.704" v="1010"/>
          <ac:spMkLst>
            <pc:docMk/>
            <pc:sldMk cId="3394346625" sldId="321"/>
            <ac:spMk id="3" creationId="{580086E8-D282-95BB-E7FE-BDFEB7C09240}"/>
          </ac:spMkLst>
        </pc:spChg>
        <pc:spChg chg="del mod">
          <ac:chgData name="Stuart Malcolm" userId="f37de74d-f9d4-4d2b-8e9c-4fefed919d06" providerId="ADAL" clId="{27F08791-1043-56E1-BAD6-24027AE52640}" dt="2026-02-13T09:02:21.367" v="1902" actId="478"/>
          <ac:spMkLst>
            <pc:docMk/>
            <pc:sldMk cId="3394346625" sldId="321"/>
            <ac:spMk id="7" creationId="{E7FB064A-962B-1823-FAC2-13DAB08B90A6}"/>
          </ac:spMkLst>
        </pc:spChg>
        <pc:graphicFrameChg chg="mod">
          <ac:chgData name="Stuart Malcolm" userId="f37de74d-f9d4-4d2b-8e9c-4fefed919d06" providerId="ADAL" clId="{27F08791-1043-56E1-BAD6-24027AE52640}" dt="2026-02-12T17:14:35.704" v="1010"/>
          <ac:graphicFrameMkLst>
            <pc:docMk/>
            <pc:sldMk cId="3394346625" sldId="321"/>
            <ac:graphicFrameMk id="6" creationId="{0C80DD9F-4A59-B19A-302E-BA57D8FCA6AE}"/>
          </ac:graphicFrameMkLst>
        </pc:graphicFrameChg>
      </pc:sldChg>
      <pc:sldChg chg="addSp delSp modSp add del mod">
        <pc:chgData name="Stuart Malcolm" userId="f37de74d-f9d4-4d2b-8e9c-4fefed919d06" providerId="ADAL" clId="{27F08791-1043-56E1-BAD6-24027AE52640}" dt="2026-02-12T17:12:31.546" v="999" actId="2696"/>
        <pc:sldMkLst>
          <pc:docMk/>
          <pc:sldMk cId="4283434739" sldId="331"/>
        </pc:sldMkLst>
        <pc:spChg chg="del mod">
          <ac:chgData name="Stuart Malcolm" userId="f37de74d-f9d4-4d2b-8e9c-4fefed919d06" providerId="ADAL" clId="{27F08791-1043-56E1-BAD6-24027AE52640}" dt="2026-02-12T16:51:22.193" v="925" actId="21"/>
          <ac:spMkLst>
            <pc:docMk/>
            <pc:sldMk cId="4283434739" sldId="331"/>
            <ac:spMk id="3" creationId="{EDCA5855-1D6A-A487-255B-C45D05F777AE}"/>
          </ac:spMkLst>
        </pc:spChg>
        <pc:spChg chg="add del mod">
          <ac:chgData name="Stuart Malcolm" userId="f37de74d-f9d4-4d2b-8e9c-4fefed919d06" providerId="ADAL" clId="{27F08791-1043-56E1-BAD6-24027AE52640}" dt="2026-02-12T16:52:46.321" v="935" actId="1076"/>
          <ac:spMkLst>
            <pc:docMk/>
            <pc:sldMk cId="4283434739" sldId="331"/>
            <ac:spMk id="5" creationId="{70ACBD7D-836B-4C40-6A1A-D84B48A3ABD9}"/>
          </ac:spMkLst>
        </pc:spChg>
        <pc:spChg chg="mod">
          <ac:chgData name="Stuart Malcolm" userId="f37de74d-f9d4-4d2b-8e9c-4fefed919d06" providerId="ADAL" clId="{27F08791-1043-56E1-BAD6-24027AE52640}" dt="2026-02-12T16:51:03.255" v="923"/>
          <ac:spMkLst>
            <pc:docMk/>
            <pc:sldMk cId="4283434739" sldId="331"/>
            <ac:spMk id="6" creationId="{810BA8FC-03E9-1ACD-92A9-388E751AB4C2}"/>
          </ac:spMkLst>
        </pc:spChg>
        <pc:spChg chg="add del mod">
          <ac:chgData name="Stuart Malcolm" userId="f37de74d-f9d4-4d2b-8e9c-4fefed919d06" providerId="ADAL" clId="{27F08791-1043-56E1-BAD6-24027AE52640}" dt="2026-02-12T16:51:54.317" v="928" actId="478"/>
          <ac:spMkLst>
            <pc:docMk/>
            <pc:sldMk cId="4283434739" sldId="331"/>
            <ac:spMk id="8" creationId="{D8247C81-A15F-5DA0-4B8F-8077DA7F5219}"/>
          </ac:spMkLst>
        </pc:spChg>
        <pc:spChg chg="add del mod">
          <ac:chgData name="Stuart Malcolm" userId="f37de74d-f9d4-4d2b-8e9c-4fefed919d06" providerId="ADAL" clId="{27F08791-1043-56E1-BAD6-24027AE52640}" dt="2026-02-12T16:52:28.421" v="933" actId="21"/>
          <ac:spMkLst>
            <pc:docMk/>
            <pc:sldMk cId="4283434739" sldId="331"/>
            <ac:spMk id="10" creationId="{E7990399-FDFF-1771-0F8A-EF99B1DE795B}"/>
          </ac:spMkLst>
        </pc:spChg>
      </pc:sldChg>
      <pc:sldChg chg="addSp modSp add mod ord">
        <pc:chgData name="Stuart Malcolm" userId="f37de74d-f9d4-4d2b-8e9c-4fefed919d06" providerId="ADAL" clId="{27F08791-1043-56E1-BAD6-24027AE52640}" dt="2026-02-13T09:00:13.435" v="1801" actId="20577"/>
        <pc:sldMkLst>
          <pc:docMk/>
          <pc:sldMk cId="2785658350" sldId="332"/>
        </pc:sldMkLst>
        <pc:spChg chg="mod">
          <ac:chgData name="Stuart Malcolm" userId="f37de74d-f9d4-4d2b-8e9c-4fefed919d06" providerId="ADAL" clId="{27F08791-1043-56E1-BAD6-24027AE52640}" dt="2026-02-13T09:00:13.435" v="1801" actId="20577"/>
          <ac:spMkLst>
            <pc:docMk/>
            <pc:sldMk cId="2785658350" sldId="332"/>
            <ac:spMk id="2" creationId="{861FE351-F577-FF66-D337-B74A2436F1C1}"/>
          </ac:spMkLst>
        </pc:spChg>
        <pc:spChg chg="add mod">
          <ac:chgData name="Stuart Malcolm" userId="f37de74d-f9d4-4d2b-8e9c-4fefed919d06" providerId="ADAL" clId="{27F08791-1043-56E1-BAD6-24027AE52640}" dt="2026-02-12T17:40:14.172" v="1241" actId="20577"/>
          <ac:spMkLst>
            <pc:docMk/>
            <pc:sldMk cId="2785658350" sldId="332"/>
            <ac:spMk id="4" creationId="{8977F77C-6DEF-9B06-67F8-1E7BC0D0DEE0}"/>
          </ac:spMkLst>
        </pc:spChg>
        <pc:picChg chg="add mod">
          <ac:chgData name="Stuart Malcolm" userId="f37de74d-f9d4-4d2b-8e9c-4fefed919d06" providerId="ADAL" clId="{27F08791-1043-56E1-BAD6-24027AE52640}" dt="2026-02-12T17:38:57.733" v="1153" actId="1076"/>
          <ac:picMkLst>
            <pc:docMk/>
            <pc:sldMk cId="2785658350" sldId="332"/>
            <ac:picMk id="3" creationId="{18512A5A-3393-BB02-A8C8-4036AC32F9E4}"/>
          </ac:picMkLst>
        </pc:picChg>
      </pc:sldChg>
      <pc:sldChg chg="modSp add mod ord">
        <pc:chgData name="Stuart Malcolm" userId="f37de74d-f9d4-4d2b-8e9c-4fefed919d06" providerId="ADAL" clId="{27F08791-1043-56E1-BAD6-24027AE52640}" dt="2026-02-12T17:07:44.752" v="979" actId="20578"/>
        <pc:sldMkLst>
          <pc:docMk/>
          <pc:sldMk cId="0" sldId="333"/>
        </pc:sldMkLst>
        <pc:spChg chg="mod">
          <ac:chgData name="Stuart Malcolm" userId="f37de74d-f9d4-4d2b-8e9c-4fefed919d06" providerId="ADAL" clId="{27F08791-1043-56E1-BAD6-24027AE52640}" dt="2026-02-12T17:06:41.616" v="978" actId="404"/>
          <ac:spMkLst>
            <pc:docMk/>
            <pc:sldMk cId="0" sldId="333"/>
            <ac:spMk id="267" creationId="{00000000-0000-0000-0000-000000000000}"/>
          </ac:spMkLst>
        </pc:spChg>
      </pc:sldChg>
      <pc:sldChg chg="add del">
        <pc:chgData name="Stuart Malcolm" userId="f37de74d-f9d4-4d2b-8e9c-4fefed919d06" providerId="ADAL" clId="{27F08791-1043-56E1-BAD6-24027AE52640}" dt="2026-02-12T17:15:15.637" v="1014" actId="2696"/>
        <pc:sldMkLst>
          <pc:docMk/>
          <pc:sldMk cId="0" sldId="334"/>
        </pc:sldMkLst>
      </pc:sldChg>
      <pc:sldChg chg="modSp add mod ord">
        <pc:chgData name="Stuart Malcolm" userId="f37de74d-f9d4-4d2b-8e9c-4fefed919d06" providerId="ADAL" clId="{27F08791-1043-56E1-BAD6-24027AE52640}" dt="2026-02-13T09:00:00.781" v="1775" actId="20577"/>
        <pc:sldMkLst>
          <pc:docMk/>
          <pc:sldMk cId="0" sldId="335"/>
        </pc:sldMkLst>
        <pc:spChg chg="mod">
          <ac:chgData name="Stuart Malcolm" userId="f37de74d-f9d4-4d2b-8e9c-4fefed919d06" providerId="ADAL" clId="{27F08791-1043-56E1-BAD6-24027AE52640}" dt="2026-02-13T09:00:00.781" v="1775" actId="20577"/>
          <ac:spMkLst>
            <pc:docMk/>
            <pc:sldMk cId="0" sldId="335"/>
            <ac:spMk id="283" creationId="{00000000-0000-0000-0000-000000000000}"/>
          </ac:spMkLst>
        </pc:spChg>
      </pc:sldChg>
      <pc:sldChg chg="modSp add mod">
        <pc:chgData name="Stuart Malcolm" userId="f37de74d-f9d4-4d2b-8e9c-4fefed919d06" providerId="ADAL" clId="{27F08791-1043-56E1-BAD6-24027AE52640}" dt="2026-02-12T17:14:06.690" v="1009" actId="27636"/>
        <pc:sldMkLst>
          <pc:docMk/>
          <pc:sldMk cId="1298697934" sldId="336"/>
        </pc:sldMkLst>
        <pc:spChg chg="mod">
          <ac:chgData name="Stuart Malcolm" userId="f37de74d-f9d4-4d2b-8e9c-4fefed919d06" providerId="ADAL" clId="{27F08791-1043-56E1-BAD6-24027AE52640}" dt="2026-02-12T17:14:06.690" v="1009" actId="27636"/>
          <ac:spMkLst>
            <pc:docMk/>
            <pc:sldMk cId="1298697934" sldId="336"/>
            <ac:spMk id="3" creationId="{DBC9DC3F-1C80-7F98-786C-758BE624880F}"/>
          </ac:spMkLst>
        </pc:spChg>
        <pc:spChg chg="mod">
          <ac:chgData name="Stuart Malcolm" userId="f37de74d-f9d4-4d2b-8e9c-4fefed919d06" providerId="ADAL" clId="{27F08791-1043-56E1-BAD6-24027AE52640}" dt="2026-02-12T17:13:21.545" v="1001"/>
          <ac:spMkLst>
            <pc:docMk/>
            <pc:sldMk cId="1298697934" sldId="336"/>
            <ac:spMk id="6" creationId="{ABD66FB8-F365-47BE-EAFD-012F9BA9576E}"/>
          </ac:spMkLst>
        </pc:spChg>
      </pc:sldChg>
      <pc:sldChg chg="addSp modSp add mod">
        <pc:chgData name="Stuart Malcolm" userId="f37de74d-f9d4-4d2b-8e9c-4fefed919d06" providerId="ADAL" clId="{27F08791-1043-56E1-BAD6-24027AE52640}" dt="2026-02-13T09:01:38.758" v="1881" actId="14100"/>
        <pc:sldMkLst>
          <pc:docMk/>
          <pc:sldMk cId="1933324839" sldId="337"/>
        </pc:sldMkLst>
        <pc:spChg chg="mod">
          <ac:chgData name="Stuart Malcolm" userId="f37de74d-f9d4-4d2b-8e9c-4fefed919d06" providerId="ADAL" clId="{27F08791-1043-56E1-BAD6-24027AE52640}" dt="2026-02-13T09:01:23.587" v="1878" actId="20577"/>
          <ac:spMkLst>
            <pc:docMk/>
            <pc:sldMk cId="1933324839" sldId="337"/>
            <ac:spMk id="2" creationId="{87B8BD76-E555-3ADA-D4B0-B25BFB3B74F0}"/>
          </ac:spMkLst>
        </pc:spChg>
        <pc:picChg chg="add mod">
          <ac:chgData name="Stuart Malcolm" userId="f37de74d-f9d4-4d2b-8e9c-4fefed919d06" providerId="ADAL" clId="{27F08791-1043-56E1-BAD6-24027AE52640}" dt="2026-02-13T08:40:07.702" v="1317" actId="1076"/>
          <ac:picMkLst>
            <pc:docMk/>
            <pc:sldMk cId="1933324839" sldId="337"/>
            <ac:picMk id="3" creationId="{82E6240F-8FA4-6D9C-C5F5-E772B8427A57}"/>
          </ac:picMkLst>
        </pc:picChg>
        <pc:picChg chg="add mod">
          <ac:chgData name="Stuart Malcolm" userId="f37de74d-f9d4-4d2b-8e9c-4fefed919d06" providerId="ADAL" clId="{27F08791-1043-56E1-BAD6-24027AE52640}" dt="2026-02-13T09:01:33.013" v="1879" actId="14100"/>
          <ac:picMkLst>
            <pc:docMk/>
            <pc:sldMk cId="1933324839" sldId="337"/>
            <ac:picMk id="4" creationId="{0A4F3292-CF57-2340-9C11-CEC409F4DA52}"/>
          </ac:picMkLst>
        </pc:picChg>
        <pc:picChg chg="add mod">
          <ac:chgData name="Stuart Malcolm" userId="f37de74d-f9d4-4d2b-8e9c-4fefed919d06" providerId="ADAL" clId="{27F08791-1043-56E1-BAD6-24027AE52640}" dt="2026-02-13T09:01:38.758" v="1881" actId="14100"/>
          <ac:picMkLst>
            <pc:docMk/>
            <pc:sldMk cId="1933324839" sldId="337"/>
            <ac:picMk id="5" creationId="{652AE2AB-AAE8-1990-A71C-22B1204266A3}"/>
          </ac:picMkLst>
        </pc:picChg>
      </pc:sldChg>
      <pc:sldChg chg="addSp delSp modSp add mod">
        <pc:chgData name="Stuart Malcolm" userId="f37de74d-f9d4-4d2b-8e9c-4fefed919d06" providerId="ADAL" clId="{27F08791-1043-56E1-BAD6-24027AE52640}" dt="2026-02-12T17:43:17.885" v="1307" actId="1076"/>
        <pc:sldMkLst>
          <pc:docMk/>
          <pc:sldMk cId="431398224" sldId="338"/>
        </pc:sldMkLst>
        <pc:spChg chg="mod">
          <ac:chgData name="Stuart Malcolm" userId="f37de74d-f9d4-4d2b-8e9c-4fefed919d06" providerId="ADAL" clId="{27F08791-1043-56E1-BAD6-24027AE52640}" dt="2026-02-12T17:42:58.245" v="1304" actId="20577"/>
          <ac:spMkLst>
            <pc:docMk/>
            <pc:sldMk cId="431398224" sldId="338"/>
            <ac:spMk id="2" creationId="{D1285DBE-C1AE-8CB5-EAE9-1520A1549D97}"/>
          </ac:spMkLst>
        </pc:spChg>
        <pc:picChg chg="del">
          <ac:chgData name="Stuart Malcolm" userId="f37de74d-f9d4-4d2b-8e9c-4fefed919d06" providerId="ADAL" clId="{27F08791-1043-56E1-BAD6-24027AE52640}" dt="2026-02-12T17:43:01.392" v="1305" actId="478"/>
          <ac:picMkLst>
            <pc:docMk/>
            <pc:sldMk cId="431398224" sldId="338"/>
            <ac:picMk id="3" creationId="{3E96E6A9-C4CE-D030-212E-214F8A0DFBEE}"/>
          </ac:picMkLst>
        </pc:picChg>
        <pc:picChg chg="add mod">
          <ac:chgData name="Stuart Malcolm" userId="f37de74d-f9d4-4d2b-8e9c-4fefed919d06" providerId="ADAL" clId="{27F08791-1043-56E1-BAD6-24027AE52640}" dt="2026-02-12T17:43:17.885" v="1307" actId="1076"/>
          <ac:picMkLst>
            <pc:docMk/>
            <pc:sldMk cId="431398224" sldId="338"/>
            <ac:picMk id="4" creationId="{FC426D19-5E32-1E2B-CE5D-9A5A20BA7EA8}"/>
          </ac:picMkLst>
        </pc:picChg>
      </pc:sldChg>
      <pc:sldChg chg="addSp delSp modSp add del mod">
        <pc:chgData name="Stuart Malcolm" userId="f37de74d-f9d4-4d2b-8e9c-4fefed919d06" providerId="ADAL" clId="{27F08791-1043-56E1-BAD6-24027AE52640}" dt="2026-02-13T08:56:03.765" v="1721" actId="2696"/>
        <pc:sldMkLst>
          <pc:docMk/>
          <pc:sldMk cId="4161226600" sldId="339"/>
        </pc:sldMkLst>
        <pc:spChg chg="mod">
          <ac:chgData name="Stuart Malcolm" userId="f37de74d-f9d4-4d2b-8e9c-4fefed919d06" providerId="ADAL" clId="{27F08791-1043-56E1-BAD6-24027AE52640}" dt="2026-02-13T08:42:36.677" v="1363" actId="20577"/>
          <ac:spMkLst>
            <pc:docMk/>
            <pc:sldMk cId="4161226600" sldId="339"/>
            <ac:spMk id="2" creationId="{5929DD28-19FC-B6F0-C5D0-F4251141360E}"/>
          </ac:spMkLst>
        </pc:spChg>
        <pc:spChg chg="del">
          <ac:chgData name="Stuart Malcolm" userId="f37de74d-f9d4-4d2b-8e9c-4fefed919d06" providerId="ADAL" clId="{27F08791-1043-56E1-BAD6-24027AE52640}" dt="2026-02-13T08:42:11.771" v="1320" actId="478"/>
          <ac:spMkLst>
            <pc:docMk/>
            <pc:sldMk cId="4161226600" sldId="339"/>
            <ac:spMk id="3" creationId="{6F44DAD5-C4BA-2BDA-0C76-16D2E81711DF}"/>
          </ac:spMkLst>
        </pc:spChg>
        <pc:spChg chg="add mod">
          <ac:chgData name="Stuart Malcolm" userId="f37de74d-f9d4-4d2b-8e9c-4fefed919d06" providerId="ADAL" clId="{27F08791-1043-56E1-BAD6-24027AE52640}" dt="2026-02-13T08:42:11.771" v="1320" actId="478"/>
          <ac:spMkLst>
            <pc:docMk/>
            <pc:sldMk cId="4161226600" sldId="339"/>
            <ac:spMk id="7" creationId="{D78508B1-75BF-6EA6-B409-B4152C350255}"/>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59E215-49CA-5C43-98D2-B1EB0AC3C42C}" type="doc">
      <dgm:prSet loTypeId="urn:microsoft.com/office/officeart/2005/8/layout/hChevron3" loCatId="" qsTypeId="urn:microsoft.com/office/officeart/2005/8/quickstyle/simple1" qsCatId="simple" csTypeId="urn:microsoft.com/office/officeart/2005/8/colors/colorful1" csCatId="colorful" phldr="1"/>
      <dgm:spPr/>
    </dgm:pt>
    <dgm:pt modelId="{6EF8ABD2-E0F0-8B48-BBF4-5167A54B353B}">
      <dgm:prSet phldrT="[Text]"/>
      <dgm:spPr/>
      <dgm:t>
        <a:bodyPr/>
        <a:lstStyle/>
        <a:p>
          <a:r>
            <a:rPr lang="en-US" dirty="0"/>
            <a:t>Data Model </a:t>
          </a:r>
        </a:p>
        <a:p>
          <a:r>
            <a:rPr lang="en-US" dirty="0"/>
            <a:t>Refinement</a:t>
          </a:r>
        </a:p>
      </dgm:t>
    </dgm:pt>
    <dgm:pt modelId="{A22CB933-7FDC-5C48-87A8-4C987CD96FD3}" type="parTrans" cxnId="{F959812A-E02A-8E49-8544-E08CBB2CEE01}">
      <dgm:prSet/>
      <dgm:spPr/>
      <dgm:t>
        <a:bodyPr/>
        <a:lstStyle/>
        <a:p>
          <a:endParaRPr lang="en-US"/>
        </a:p>
      </dgm:t>
    </dgm:pt>
    <dgm:pt modelId="{E1FD5FF7-5BC1-6240-9360-9749076E12EA}" type="sibTrans" cxnId="{F959812A-E02A-8E49-8544-E08CBB2CEE01}">
      <dgm:prSet/>
      <dgm:spPr/>
      <dgm:t>
        <a:bodyPr/>
        <a:lstStyle/>
        <a:p>
          <a:endParaRPr lang="en-US"/>
        </a:p>
      </dgm:t>
    </dgm:pt>
    <dgm:pt modelId="{92674571-60A5-C44C-B87A-BA3945DB87D6}">
      <dgm:prSet phldrT="[Text]"/>
      <dgm:spPr/>
      <dgm:t>
        <a:bodyPr/>
        <a:lstStyle/>
        <a:p>
          <a:r>
            <a:rPr lang="en-US" dirty="0"/>
            <a:t>Defining Boundaries</a:t>
          </a:r>
        </a:p>
      </dgm:t>
    </dgm:pt>
    <dgm:pt modelId="{F2AD047C-24C7-1D43-A380-14879BDBDAD1}" type="parTrans" cxnId="{F796C4A0-48FE-864F-AFBC-2C353EB7B543}">
      <dgm:prSet/>
      <dgm:spPr/>
      <dgm:t>
        <a:bodyPr/>
        <a:lstStyle/>
        <a:p>
          <a:endParaRPr lang="en-US"/>
        </a:p>
      </dgm:t>
    </dgm:pt>
    <dgm:pt modelId="{1EFF0492-37E4-D443-889E-F3BCE6AB6B3A}" type="sibTrans" cxnId="{F796C4A0-48FE-864F-AFBC-2C353EB7B543}">
      <dgm:prSet/>
      <dgm:spPr/>
      <dgm:t>
        <a:bodyPr/>
        <a:lstStyle/>
        <a:p>
          <a:endParaRPr lang="en-US"/>
        </a:p>
      </dgm:t>
    </dgm:pt>
    <dgm:pt modelId="{64C54915-8090-0D42-BD7A-CB1E29DBEE02}">
      <dgm:prSet phldrT="[Text]"/>
      <dgm:spPr/>
      <dgm:t>
        <a:bodyPr/>
        <a:lstStyle/>
        <a:p>
          <a:r>
            <a:rPr lang="en-US" dirty="0"/>
            <a:t>Leverage Ontologies</a:t>
          </a:r>
        </a:p>
      </dgm:t>
    </dgm:pt>
    <dgm:pt modelId="{6408EAD7-1A20-F94B-B89F-1E63AE790EE9}" type="parTrans" cxnId="{C8024123-4773-BB45-A9F9-E3994BC54983}">
      <dgm:prSet/>
      <dgm:spPr/>
      <dgm:t>
        <a:bodyPr/>
        <a:lstStyle/>
        <a:p>
          <a:endParaRPr lang="en-US"/>
        </a:p>
      </dgm:t>
    </dgm:pt>
    <dgm:pt modelId="{4DE3C564-CB57-A449-93C8-715243646037}" type="sibTrans" cxnId="{C8024123-4773-BB45-A9F9-E3994BC54983}">
      <dgm:prSet/>
      <dgm:spPr/>
      <dgm:t>
        <a:bodyPr/>
        <a:lstStyle/>
        <a:p>
          <a:endParaRPr lang="en-US"/>
        </a:p>
      </dgm:t>
    </dgm:pt>
    <dgm:pt modelId="{DB1E4C29-0970-A845-BCE4-929A0F73DC79}" type="pres">
      <dgm:prSet presAssocID="{5159E215-49CA-5C43-98D2-B1EB0AC3C42C}" presName="Name0" presStyleCnt="0">
        <dgm:presLayoutVars>
          <dgm:dir/>
          <dgm:resizeHandles val="exact"/>
        </dgm:presLayoutVars>
      </dgm:prSet>
      <dgm:spPr/>
    </dgm:pt>
    <dgm:pt modelId="{9371A507-C8FA-FE42-9B82-13C8C1590236}" type="pres">
      <dgm:prSet presAssocID="{6EF8ABD2-E0F0-8B48-BBF4-5167A54B353B}" presName="parTxOnly" presStyleLbl="node1" presStyleIdx="0" presStyleCnt="3">
        <dgm:presLayoutVars>
          <dgm:bulletEnabled val="1"/>
        </dgm:presLayoutVars>
      </dgm:prSet>
      <dgm:spPr/>
    </dgm:pt>
    <dgm:pt modelId="{F5758CBA-C003-2B43-BACF-557ABAB9C467}" type="pres">
      <dgm:prSet presAssocID="{E1FD5FF7-5BC1-6240-9360-9749076E12EA}" presName="parSpace" presStyleCnt="0"/>
      <dgm:spPr/>
    </dgm:pt>
    <dgm:pt modelId="{3F645BEF-27B4-8049-81AD-38C14DB50C64}" type="pres">
      <dgm:prSet presAssocID="{92674571-60A5-C44C-B87A-BA3945DB87D6}" presName="parTxOnly" presStyleLbl="node1" presStyleIdx="1" presStyleCnt="3">
        <dgm:presLayoutVars>
          <dgm:bulletEnabled val="1"/>
        </dgm:presLayoutVars>
      </dgm:prSet>
      <dgm:spPr/>
    </dgm:pt>
    <dgm:pt modelId="{A103FAB4-4042-4548-9E7E-8A386E1AFCA5}" type="pres">
      <dgm:prSet presAssocID="{1EFF0492-37E4-D443-889E-F3BCE6AB6B3A}" presName="parSpace" presStyleCnt="0"/>
      <dgm:spPr/>
    </dgm:pt>
    <dgm:pt modelId="{2035F411-A0F9-014A-AF39-F777967B96E6}" type="pres">
      <dgm:prSet presAssocID="{64C54915-8090-0D42-BD7A-CB1E29DBEE02}" presName="parTxOnly" presStyleLbl="node1" presStyleIdx="2" presStyleCnt="3">
        <dgm:presLayoutVars>
          <dgm:bulletEnabled val="1"/>
        </dgm:presLayoutVars>
      </dgm:prSet>
      <dgm:spPr/>
    </dgm:pt>
  </dgm:ptLst>
  <dgm:cxnLst>
    <dgm:cxn modelId="{C8024123-4773-BB45-A9F9-E3994BC54983}" srcId="{5159E215-49CA-5C43-98D2-B1EB0AC3C42C}" destId="{64C54915-8090-0D42-BD7A-CB1E29DBEE02}" srcOrd="2" destOrd="0" parTransId="{6408EAD7-1A20-F94B-B89F-1E63AE790EE9}" sibTransId="{4DE3C564-CB57-A449-93C8-715243646037}"/>
    <dgm:cxn modelId="{F959812A-E02A-8E49-8544-E08CBB2CEE01}" srcId="{5159E215-49CA-5C43-98D2-B1EB0AC3C42C}" destId="{6EF8ABD2-E0F0-8B48-BBF4-5167A54B353B}" srcOrd="0" destOrd="0" parTransId="{A22CB933-7FDC-5C48-87A8-4C987CD96FD3}" sibTransId="{E1FD5FF7-5BC1-6240-9360-9749076E12EA}"/>
    <dgm:cxn modelId="{C92B7D31-C120-3041-A3B3-107EFB28D4DE}" type="presOf" srcId="{92674571-60A5-C44C-B87A-BA3945DB87D6}" destId="{3F645BEF-27B4-8049-81AD-38C14DB50C64}" srcOrd="0" destOrd="0" presId="urn:microsoft.com/office/officeart/2005/8/layout/hChevron3"/>
    <dgm:cxn modelId="{89A0079A-C766-C440-B0EB-A3A3854B2311}" type="presOf" srcId="{6EF8ABD2-E0F0-8B48-BBF4-5167A54B353B}" destId="{9371A507-C8FA-FE42-9B82-13C8C1590236}" srcOrd="0" destOrd="0" presId="urn:microsoft.com/office/officeart/2005/8/layout/hChevron3"/>
    <dgm:cxn modelId="{F796C4A0-48FE-864F-AFBC-2C353EB7B543}" srcId="{5159E215-49CA-5C43-98D2-B1EB0AC3C42C}" destId="{92674571-60A5-C44C-B87A-BA3945DB87D6}" srcOrd="1" destOrd="0" parTransId="{F2AD047C-24C7-1D43-A380-14879BDBDAD1}" sibTransId="{1EFF0492-37E4-D443-889E-F3BCE6AB6B3A}"/>
    <dgm:cxn modelId="{64E628CF-D815-3D47-B640-0A038F9CF40B}" type="presOf" srcId="{5159E215-49CA-5C43-98D2-B1EB0AC3C42C}" destId="{DB1E4C29-0970-A845-BCE4-929A0F73DC79}" srcOrd="0" destOrd="0" presId="urn:microsoft.com/office/officeart/2005/8/layout/hChevron3"/>
    <dgm:cxn modelId="{A9B2E9EE-5684-DE4F-B52D-63A2CC69C0E0}" type="presOf" srcId="{64C54915-8090-0D42-BD7A-CB1E29DBEE02}" destId="{2035F411-A0F9-014A-AF39-F777967B96E6}" srcOrd="0" destOrd="0" presId="urn:microsoft.com/office/officeart/2005/8/layout/hChevron3"/>
    <dgm:cxn modelId="{C034A0C6-D52D-2D45-B11F-D33D69177A4C}" type="presParOf" srcId="{DB1E4C29-0970-A845-BCE4-929A0F73DC79}" destId="{9371A507-C8FA-FE42-9B82-13C8C1590236}" srcOrd="0" destOrd="0" presId="urn:microsoft.com/office/officeart/2005/8/layout/hChevron3"/>
    <dgm:cxn modelId="{06233893-456E-2540-A056-24280381A95D}" type="presParOf" srcId="{DB1E4C29-0970-A845-BCE4-929A0F73DC79}" destId="{F5758CBA-C003-2B43-BACF-557ABAB9C467}" srcOrd="1" destOrd="0" presId="urn:microsoft.com/office/officeart/2005/8/layout/hChevron3"/>
    <dgm:cxn modelId="{445DD80D-A5E3-BA4E-B0B3-F1EFD45A8930}" type="presParOf" srcId="{DB1E4C29-0970-A845-BCE4-929A0F73DC79}" destId="{3F645BEF-27B4-8049-81AD-38C14DB50C64}" srcOrd="2" destOrd="0" presId="urn:microsoft.com/office/officeart/2005/8/layout/hChevron3"/>
    <dgm:cxn modelId="{B86DAE6A-C030-5F46-9FF9-F47CFEE865D6}" type="presParOf" srcId="{DB1E4C29-0970-A845-BCE4-929A0F73DC79}" destId="{A103FAB4-4042-4548-9E7E-8A386E1AFCA5}" srcOrd="3" destOrd="0" presId="urn:microsoft.com/office/officeart/2005/8/layout/hChevron3"/>
    <dgm:cxn modelId="{7A6EA595-8C22-2045-AEAC-C3C01B1C9EEF}" type="presParOf" srcId="{DB1E4C29-0970-A845-BCE4-929A0F73DC79}" destId="{2035F411-A0F9-014A-AF39-F777967B96E6}" srcOrd="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59E215-49CA-5C43-98D2-B1EB0AC3C42C}" type="doc">
      <dgm:prSet loTypeId="urn:microsoft.com/office/officeart/2005/8/layout/hChevron3" loCatId="" qsTypeId="urn:microsoft.com/office/officeart/2005/8/quickstyle/simple1" qsCatId="simple" csTypeId="urn:microsoft.com/office/officeart/2005/8/colors/accent4_4" csCatId="accent4" phldr="1"/>
      <dgm:spPr/>
    </dgm:pt>
    <dgm:pt modelId="{6EF8ABD2-E0F0-8B48-BBF4-5167A54B353B}">
      <dgm:prSet phldrT="[Text]"/>
      <dgm:spPr/>
      <dgm:t>
        <a:bodyPr/>
        <a:lstStyle/>
        <a:p>
          <a:r>
            <a:rPr lang="en-US" dirty="0"/>
            <a:t>Relatable to </a:t>
          </a:r>
        </a:p>
        <a:p>
          <a:r>
            <a:rPr lang="en-US" dirty="0"/>
            <a:t>CDISC Standards</a:t>
          </a:r>
        </a:p>
      </dgm:t>
    </dgm:pt>
    <dgm:pt modelId="{A22CB933-7FDC-5C48-87A8-4C987CD96FD3}" type="parTrans" cxnId="{F959812A-E02A-8E49-8544-E08CBB2CEE01}">
      <dgm:prSet/>
      <dgm:spPr/>
      <dgm:t>
        <a:bodyPr/>
        <a:lstStyle/>
        <a:p>
          <a:endParaRPr lang="en-US"/>
        </a:p>
      </dgm:t>
    </dgm:pt>
    <dgm:pt modelId="{E1FD5FF7-5BC1-6240-9360-9749076E12EA}" type="sibTrans" cxnId="{F959812A-E02A-8E49-8544-E08CBB2CEE01}">
      <dgm:prSet/>
      <dgm:spPr/>
      <dgm:t>
        <a:bodyPr/>
        <a:lstStyle/>
        <a:p>
          <a:endParaRPr lang="en-US"/>
        </a:p>
      </dgm:t>
    </dgm:pt>
    <dgm:pt modelId="{92674571-60A5-C44C-B87A-BA3945DB87D6}">
      <dgm:prSet phldrT="[Text]"/>
      <dgm:spPr/>
      <dgm:t>
        <a:bodyPr/>
        <a:lstStyle/>
        <a:p>
          <a:r>
            <a:rPr lang="en-US" dirty="0"/>
            <a:t>Industry Feedback</a:t>
          </a:r>
        </a:p>
      </dgm:t>
    </dgm:pt>
    <dgm:pt modelId="{F2AD047C-24C7-1D43-A380-14879BDBDAD1}" type="parTrans" cxnId="{F796C4A0-48FE-864F-AFBC-2C353EB7B543}">
      <dgm:prSet/>
      <dgm:spPr/>
      <dgm:t>
        <a:bodyPr/>
        <a:lstStyle/>
        <a:p>
          <a:endParaRPr lang="en-US"/>
        </a:p>
      </dgm:t>
    </dgm:pt>
    <dgm:pt modelId="{1EFF0492-37E4-D443-889E-F3BCE6AB6B3A}" type="sibTrans" cxnId="{F796C4A0-48FE-864F-AFBC-2C353EB7B543}">
      <dgm:prSet/>
      <dgm:spPr/>
      <dgm:t>
        <a:bodyPr/>
        <a:lstStyle/>
        <a:p>
          <a:endParaRPr lang="en-US"/>
        </a:p>
      </dgm:t>
    </dgm:pt>
    <dgm:pt modelId="{64C54915-8090-0D42-BD7A-CB1E29DBEE02}">
      <dgm:prSet phldrT="[Text]"/>
      <dgm:spPr/>
      <dgm:t>
        <a:bodyPr/>
        <a:lstStyle/>
        <a:p>
          <a:r>
            <a:rPr lang="en-US" dirty="0"/>
            <a:t>Consumable Demonstrations</a:t>
          </a:r>
        </a:p>
      </dgm:t>
    </dgm:pt>
    <dgm:pt modelId="{6408EAD7-1A20-F94B-B89F-1E63AE790EE9}" type="parTrans" cxnId="{C8024123-4773-BB45-A9F9-E3994BC54983}">
      <dgm:prSet/>
      <dgm:spPr/>
      <dgm:t>
        <a:bodyPr/>
        <a:lstStyle/>
        <a:p>
          <a:endParaRPr lang="en-US"/>
        </a:p>
      </dgm:t>
    </dgm:pt>
    <dgm:pt modelId="{4DE3C564-CB57-A449-93C8-715243646037}" type="sibTrans" cxnId="{C8024123-4773-BB45-A9F9-E3994BC54983}">
      <dgm:prSet/>
      <dgm:spPr/>
      <dgm:t>
        <a:bodyPr/>
        <a:lstStyle/>
        <a:p>
          <a:endParaRPr lang="en-US"/>
        </a:p>
      </dgm:t>
    </dgm:pt>
    <dgm:pt modelId="{DB1E4C29-0970-A845-BCE4-929A0F73DC79}" type="pres">
      <dgm:prSet presAssocID="{5159E215-49CA-5C43-98D2-B1EB0AC3C42C}" presName="Name0" presStyleCnt="0">
        <dgm:presLayoutVars>
          <dgm:dir/>
          <dgm:resizeHandles val="exact"/>
        </dgm:presLayoutVars>
      </dgm:prSet>
      <dgm:spPr/>
    </dgm:pt>
    <dgm:pt modelId="{9371A507-C8FA-FE42-9B82-13C8C1590236}" type="pres">
      <dgm:prSet presAssocID="{6EF8ABD2-E0F0-8B48-BBF4-5167A54B353B}" presName="parTxOnly" presStyleLbl="node1" presStyleIdx="0" presStyleCnt="3">
        <dgm:presLayoutVars>
          <dgm:bulletEnabled val="1"/>
        </dgm:presLayoutVars>
      </dgm:prSet>
      <dgm:spPr/>
    </dgm:pt>
    <dgm:pt modelId="{F5758CBA-C003-2B43-BACF-557ABAB9C467}" type="pres">
      <dgm:prSet presAssocID="{E1FD5FF7-5BC1-6240-9360-9749076E12EA}" presName="parSpace" presStyleCnt="0"/>
      <dgm:spPr/>
    </dgm:pt>
    <dgm:pt modelId="{3F645BEF-27B4-8049-81AD-38C14DB50C64}" type="pres">
      <dgm:prSet presAssocID="{92674571-60A5-C44C-B87A-BA3945DB87D6}" presName="parTxOnly" presStyleLbl="node1" presStyleIdx="1" presStyleCnt="3">
        <dgm:presLayoutVars>
          <dgm:bulletEnabled val="1"/>
        </dgm:presLayoutVars>
      </dgm:prSet>
      <dgm:spPr/>
    </dgm:pt>
    <dgm:pt modelId="{A103FAB4-4042-4548-9E7E-8A386E1AFCA5}" type="pres">
      <dgm:prSet presAssocID="{1EFF0492-37E4-D443-889E-F3BCE6AB6B3A}" presName="parSpace" presStyleCnt="0"/>
      <dgm:spPr/>
    </dgm:pt>
    <dgm:pt modelId="{2035F411-A0F9-014A-AF39-F777967B96E6}" type="pres">
      <dgm:prSet presAssocID="{64C54915-8090-0D42-BD7A-CB1E29DBEE02}" presName="parTxOnly" presStyleLbl="node1" presStyleIdx="2" presStyleCnt="3">
        <dgm:presLayoutVars>
          <dgm:bulletEnabled val="1"/>
        </dgm:presLayoutVars>
      </dgm:prSet>
      <dgm:spPr/>
    </dgm:pt>
  </dgm:ptLst>
  <dgm:cxnLst>
    <dgm:cxn modelId="{C8024123-4773-BB45-A9F9-E3994BC54983}" srcId="{5159E215-49CA-5C43-98D2-B1EB0AC3C42C}" destId="{64C54915-8090-0D42-BD7A-CB1E29DBEE02}" srcOrd="2" destOrd="0" parTransId="{6408EAD7-1A20-F94B-B89F-1E63AE790EE9}" sibTransId="{4DE3C564-CB57-A449-93C8-715243646037}"/>
    <dgm:cxn modelId="{F959812A-E02A-8E49-8544-E08CBB2CEE01}" srcId="{5159E215-49CA-5C43-98D2-B1EB0AC3C42C}" destId="{6EF8ABD2-E0F0-8B48-BBF4-5167A54B353B}" srcOrd="0" destOrd="0" parTransId="{A22CB933-7FDC-5C48-87A8-4C987CD96FD3}" sibTransId="{E1FD5FF7-5BC1-6240-9360-9749076E12EA}"/>
    <dgm:cxn modelId="{C92B7D31-C120-3041-A3B3-107EFB28D4DE}" type="presOf" srcId="{92674571-60A5-C44C-B87A-BA3945DB87D6}" destId="{3F645BEF-27B4-8049-81AD-38C14DB50C64}" srcOrd="0" destOrd="0" presId="urn:microsoft.com/office/officeart/2005/8/layout/hChevron3"/>
    <dgm:cxn modelId="{89A0079A-C766-C440-B0EB-A3A3854B2311}" type="presOf" srcId="{6EF8ABD2-E0F0-8B48-BBF4-5167A54B353B}" destId="{9371A507-C8FA-FE42-9B82-13C8C1590236}" srcOrd="0" destOrd="0" presId="urn:microsoft.com/office/officeart/2005/8/layout/hChevron3"/>
    <dgm:cxn modelId="{F796C4A0-48FE-864F-AFBC-2C353EB7B543}" srcId="{5159E215-49CA-5C43-98D2-B1EB0AC3C42C}" destId="{92674571-60A5-C44C-B87A-BA3945DB87D6}" srcOrd="1" destOrd="0" parTransId="{F2AD047C-24C7-1D43-A380-14879BDBDAD1}" sibTransId="{1EFF0492-37E4-D443-889E-F3BCE6AB6B3A}"/>
    <dgm:cxn modelId="{64E628CF-D815-3D47-B640-0A038F9CF40B}" type="presOf" srcId="{5159E215-49CA-5C43-98D2-B1EB0AC3C42C}" destId="{DB1E4C29-0970-A845-BCE4-929A0F73DC79}" srcOrd="0" destOrd="0" presId="urn:microsoft.com/office/officeart/2005/8/layout/hChevron3"/>
    <dgm:cxn modelId="{A9B2E9EE-5684-DE4F-B52D-63A2CC69C0E0}" type="presOf" srcId="{64C54915-8090-0D42-BD7A-CB1E29DBEE02}" destId="{2035F411-A0F9-014A-AF39-F777967B96E6}" srcOrd="0" destOrd="0" presId="urn:microsoft.com/office/officeart/2005/8/layout/hChevron3"/>
    <dgm:cxn modelId="{C034A0C6-D52D-2D45-B11F-D33D69177A4C}" type="presParOf" srcId="{DB1E4C29-0970-A845-BCE4-929A0F73DC79}" destId="{9371A507-C8FA-FE42-9B82-13C8C1590236}" srcOrd="0" destOrd="0" presId="urn:microsoft.com/office/officeart/2005/8/layout/hChevron3"/>
    <dgm:cxn modelId="{06233893-456E-2540-A056-24280381A95D}" type="presParOf" srcId="{DB1E4C29-0970-A845-BCE4-929A0F73DC79}" destId="{F5758CBA-C003-2B43-BACF-557ABAB9C467}" srcOrd="1" destOrd="0" presId="urn:microsoft.com/office/officeart/2005/8/layout/hChevron3"/>
    <dgm:cxn modelId="{445DD80D-A5E3-BA4E-B0B3-F1EFD45A8930}" type="presParOf" srcId="{DB1E4C29-0970-A845-BCE4-929A0F73DC79}" destId="{3F645BEF-27B4-8049-81AD-38C14DB50C64}" srcOrd="2" destOrd="0" presId="urn:microsoft.com/office/officeart/2005/8/layout/hChevron3"/>
    <dgm:cxn modelId="{B86DAE6A-C030-5F46-9FF9-F47CFEE865D6}" type="presParOf" srcId="{DB1E4C29-0970-A845-BCE4-929A0F73DC79}" destId="{A103FAB4-4042-4548-9E7E-8A386E1AFCA5}" srcOrd="3" destOrd="0" presId="urn:microsoft.com/office/officeart/2005/8/layout/hChevron3"/>
    <dgm:cxn modelId="{7A6EA595-8C22-2045-AEAC-C3C01B1C9EEF}" type="presParOf" srcId="{DB1E4C29-0970-A845-BCE4-929A0F73DC79}" destId="{2035F411-A0F9-014A-AF39-F777967B96E6}" srcOrd="4"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59E215-49CA-5C43-98D2-B1EB0AC3C42C}" type="doc">
      <dgm:prSet loTypeId="urn:microsoft.com/office/officeart/2005/8/layout/hChevron3" loCatId="" qsTypeId="urn:microsoft.com/office/officeart/2005/8/quickstyle/simple1" qsCatId="simple" csTypeId="urn:microsoft.com/office/officeart/2005/8/colors/accent1_3" csCatId="accent1" phldr="1"/>
      <dgm:spPr/>
    </dgm:pt>
    <dgm:pt modelId="{6EF8ABD2-E0F0-8B48-BBF4-5167A54B353B}">
      <dgm:prSet phldrT="[Text]"/>
      <dgm:spPr/>
      <dgm:t>
        <a:bodyPr/>
        <a:lstStyle/>
        <a:p>
          <a:r>
            <a:rPr lang="en-US" dirty="0"/>
            <a:t>Early </a:t>
          </a:r>
        </a:p>
        <a:p>
          <a:r>
            <a:rPr lang="en-US" dirty="0"/>
            <a:t>Onboarding</a:t>
          </a:r>
        </a:p>
      </dgm:t>
    </dgm:pt>
    <dgm:pt modelId="{A22CB933-7FDC-5C48-87A8-4C987CD96FD3}" type="parTrans" cxnId="{F959812A-E02A-8E49-8544-E08CBB2CEE01}">
      <dgm:prSet/>
      <dgm:spPr/>
      <dgm:t>
        <a:bodyPr/>
        <a:lstStyle/>
        <a:p>
          <a:endParaRPr lang="en-US"/>
        </a:p>
      </dgm:t>
    </dgm:pt>
    <dgm:pt modelId="{E1FD5FF7-5BC1-6240-9360-9749076E12EA}" type="sibTrans" cxnId="{F959812A-E02A-8E49-8544-E08CBB2CEE01}">
      <dgm:prSet/>
      <dgm:spPr/>
      <dgm:t>
        <a:bodyPr/>
        <a:lstStyle/>
        <a:p>
          <a:endParaRPr lang="en-US"/>
        </a:p>
      </dgm:t>
    </dgm:pt>
    <dgm:pt modelId="{92674571-60A5-C44C-B87A-BA3945DB87D6}">
      <dgm:prSet phldrT="[Text]"/>
      <dgm:spPr/>
      <dgm:t>
        <a:bodyPr/>
        <a:lstStyle/>
        <a:p>
          <a:r>
            <a:rPr lang="en-US" dirty="0"/>
            <a:t>Change</a:t>
          </a:r>
        </a:p>
        <a:p>
          <a:r>
            <a:rPr lang="en-US" dirty="0"/>
            <a:t>Management</a:t>
          </a:r>
        </a:p>
      </dgm:t>
    </dgm:pt>
    <dgm:pt modelId="{F2AD047C-24C7-1D43-A380-14879BDBDAD1}" type="parTrans" cxnId="{F796C4A0-48FE-864F-AFBC-2C353EB7B543}">
      <dgm:prSet/>
      <dgm:spPr/>
      <dgm:t>
        <a:bodyPr/>
        <a:lstStyle/>
        <a:p>
          <a:endParaRPr lang="en-US"/>
        </a:p>
      </dgm:t>
    </dgm:pt>
    <dgm:pt modelId="{1EFF0492-37E4-D443-889E-F3BCE6AB6B3A}" type="sibTrans" cxnId="{F796C4A0-48FE-864F-AFBC-2C353EB7B543}">
      <dgm:prSet/>
      <dgm:spPr/>
      <dgm:t>
        <a:bodyPr/>
        <a:lstStyle/>
        <a:p>
          <a:endParaRPr lang="en-US"/>
        </a:p>
      </dgm:t>
    </dgm:pt>
    <dgm:pt modelId="{64C54915-8090-0D42-BD7A-CB1E29DBEE02}">
      <dgm:prSet phldrT="[Text]"/>
      <dgm:spPr/>
      <dgm:t>
        <a:bodyPr/>
        <a:lstStyle/>
        <a:p>
          <a:r>
            <a:rPr lang="en-US" dirty="0"/>
            <a:t>Tooling</a:t>
          </a:r>
        </a:p>
      </dgm:t>
    </dgm:pt>
    <dgm:pt modelId="{6408EAD7-1A20-F94B-B89F-1E63AE790EE9}" type="parTrans" cxnId="{C8024123-4773-BB45-A9F9-E3994BC54983}">
      <dgm:prSet/>
      <dgm:spPr/>
      <dgm:t>
        <a:bodyPr/>
        <a:lstStyle/>
        <a:p>
          <a:endParaRPr lang="en-US"/>
        </a:p>
      </dgm:t>
    </dgm:pt>
    <dgm:pt modelId="{4DE3C564-CB57-A449-93C8-715243646037}" type="sibTrans" cxnId="{C8024123-4773-BB45-A9F9-E3994BC54983}">
      <dgm:prSet/>
      <dgm:spPr/>
      <dgm:t>
        <a:bodyPr/>
        <a:lstStyle/>
        <a:p>
          <a:endParaRPr lang="en-US"/>
        </a:p>
      </dgm:t>
    </dgm:pt>
    <dgm:pt modelId="{DB1E4C29-0970-A845-BCE4-929A0F73DC79}" type="pres">
      <dgm:prSet presAssocID="{5159E215-49CA-5C43-98D2-B1EB0AC3C42C}" presName="Name0" presStyleCnt="0">
        <dgm:presLayoutVars>
          <dgm:dir/>
          <dgm:resizeHandles val="exact"/>
        </dgm:presLayoutVars>
      </dgm:prSet>
      <dgm:spPr/>
    </dgm:pt>
    <dgm:pt modelId="{9371A507-C8FA-FE42-9B82-13C8C1590236}" type="pres">
      <dgm:prSet presAssocID="{6EF8ABD2-E0F0-8B48-BBF4-5167A54B353B}" presName="parTxOnly" presStyleLbl="node1" presStyleIdx="0" presStyleCnt="3">
        <dgm:presLayoutVars>
          <dgm:bulletEnabled val="1"/>
        </dgm:presLayoutVars>
      </dgm:prSet>
      <dgm:spPr/>
    </dgm:pt>
    <dgm:pt modelId="{F5758CBA-C003-2B43-BACF-557ABAB9C467}" type="pres">
      <dgm:prSet presAssocID="{E1FD5FF7-5BC1-6240-9360-9749076E12EA}" presName="parSpace" presStyleCnt="0"/>
      <dgm:spPr/>
    </dgm:pt>
    <dgm:pt modelId="{3F645BEF-27B4-8049-81AD-38C14DB50C64}" type="pres">
      <dgm:prSet presAssocID="{92674571-60A5-C44C-B87A-BA3945DB87D6}" presName="parTxOnly" presStyleLbl="node1" presStyleIdx="1" presStyleCnt="3">
        <dgm:presLayoutVars>
          <dgm:bulletEnabled val="1"/>
        </dgm:presLayoutVars>
      </dgm:prSet>
      <dgm:spPr/>
    </dgm:pt>
    <dgm:pt modelId="{A103FAB4-4042-4548-9E7E-8A386E1AFCA5}" type="pres">
      <dgm:prSet presAssocID="{1EFF0492-37E4-D443-889E-F3BCE6AB6B3A}" presName="parSpace" presStyleCnt="0"/>
      <dgm:spPr/>
    </dgm:pt>
    <dgm:pt modelId="{2035F411-A0F9-014A-AF39-F777967B96E6}" type="pres">
      <dgm:prSet presAssocID="{64C54915-8090-0D42-BD7A-CB1E29DBEE02}" presName="parTxOnly" presStyleLbl="node1" presStyleIdx="2" presStyleCnt="3">
        <dgm:presLayoutVars>
          <dgm:bulletEnabled val="1"/>
        </dgm:presLayoutVars>
      </dgm:prSet>
      <dgm:spPr/>
    </dgm:pt>
  </dgm:ptLst>
  <dgm:cxnLst>
    <dgm:cxn modelId="{C8024123-4773-BB45-A9F9-E3994BC54983}" srcId="{5159E215-49CA-5C43-98D2-B1EB0AC3C42C}" destId="{64C54915-8090-0D42-BD7A-CB1E29DBEE02}" srcOrd="2" destOrd="0" parTransId="{6408EAD7-1A20-F94B-B89F-1E63AE790EE9}" sibTransId="{4DE3C564-CB57-A449-93C8-715243646037}"/>
    <dgm:cxn modelId="{F959812A-E02A-8E49-8544-E08CBB2CEE01}" srcId="{5159E215-49CA-5C43-98D2-B1EB0AC3C42C}" destId="{6EF8ABD2-E0F0-8B48-BBF4-5167A54B353B}" srcOrd="0" destOrd="0" parTransId="{A22CB933-7FDC-5C48-87A8-4C987CD96FD3}" sibTransId="{E1FD5FF7-5BC1-6240-9360-9749076E12EA}"/>
    <dgm:cxn modelId="{C92B7D31-C120-3041-A3B3-107EFB28D4DE}" type="presOf" srcId="{92674571-60A5-C44C-B87A-BA3945DB87D6}" destId="{3F645BEF-27B4-8049-81AD-38C14DB50C64}" srcOrd="0" destOrd="0" presId="urn:microsoft.com/office/officeart/2005/8/layout/hChevron3"/>
    <dgm:cxn modelId="{89A0079A-C766-C440-B0EB-A3A3854B2311}" type="presOf" srcId="{6EF8ABD2-E0F0-8B48-BBF4-5167A54B353B}" destId="{9371A507-C8FA-FE42-9B82-13C8C1590236}" srcOrd="0" destOrd="0" presId="urn:microsoft.com/office/officeart/2005/8/layout/hChevron3"/>
    <dgm:cxn modelId="{F796C4A0-48FE-864F-AFBC-2C353EB7B543}" srcId="{5159E215-49CA-5C43-98D2-B1EB0AC3C42C}" destId="{92674571-60A5-C44C-B87A-BA3945DB87D6}" srcOrd="1" destOrd="0" parTransId="{F2AD047C-24C7-1D43-A380-14879BDBDAD1}" sibTransId="{1EFF0492-37E4-D443-889E-F3BCE6AB6B3A}"/>
    <dgm:cxn modelId="{64E628CF-D815-3D47-B640-0A038F9CF40B}" type="presOf" srcId="{5159E215-49CA-5C43-98D2-B1EB0AC3C42C}" destId="{DB1E4C29-0970-A845-BCE4-929A0F73DC79}" srcOrd="0" destOrd="0" presId="urn:microsoft.com/office/officeart/2005/8/layout/hChevron3"/>
    <dgm:cxn modelId="{A9B2E9EE-5684-DE4F-B52D-63A2CC69C0E0}" type="presOf" srcId="{64C54915-8090-0D42-BD7A-CB1E29DBEE02}" destId="{2035F411-A0F9-014A-AF39-F777967B96E6}" srcOrd="0" destOrd="0" presId="urn:microsoft.com/office/officeart/2005/8/layout/hChevron3"/>
    <dgm:cxn modelId="{C034A0C6-D52D-2D45-B11F-D33D69177A4C}" type="presParOf" srcId="{DB1E4C29-0970-A845-BCE4-929A0F73DC79}" destId="{9371A507-C8FA-FE42-9B82-13C8C1590236}" srcOrd="0" destOrd="0" presId="urn:microsoft.com/office/officeart/2005/8/layout/hChevron3"/>
    <dgm:cxn modelId="{06233893-456E-2540-A056-24280381A95D}" type="presParOf" srcId="{DB1E4C29-0970-A845-BCE4-929A0F73DC79}" destId="{F5758CBA-C003-2B43-BACF-557ABAB9C467}" srcOrd="1" destOrd="0" presId="urn:microsoft.com/office/officeart/2005/8/layout/hChevron3"/>
    <dgm:cxn modelId="{445DD80D-A5E3-BA4E-B0B3-F1EFD45A8930}" type="presParOf" srcId="{DB1E4C29-0970-A845-BCE4-929A0F73DC79}" destId="{3F645BEF-27B4-8049-81AD-38C14DB50C64}" srcOrd="2" destOrd="0" presId="urn:microsoft.com/office/officeart/2005/8/layout/hChevron3"/>
    <dgm:cxn modelId="{B86DAE6A-C030-5F46-9FF9-F47CFEE865D6}" type="presParOf" srcId="{DB1E4C29-0970-A845-BCE4-929A0F73DC79}" destId="{A103FAB4-4042-4548-9E7E-8A386E1AFCA5}" srcOrd="3" destOrd="0" presId="urn:microsoft.com/office/officeart/2005/8/layout/hChevron3"/>
    <dgm:cxn modelId="{7A6EA595-8C22-2045-AEAC-C3C01B1C9EEF}" type="presParOf" srcId="{DB1E4C29-0970-A845-BCE4-929A0F73DC79}" destId="{2035F411-A0F9-014A-AF39-F777967B96E6}" srcOrd="4" destOrd="0" presId="urn:microsoft.com/office/officeart/2005/8/layout/hChevron3"/>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1A507-C8FA-FE42-9B82-13C8C1590236}">
      <dsp:nvSpPr>
        <dsp:cNvPr id="0" name=""/>
        <dsp:cNvSpPr/>
      </dsp:nvSpPr>
      <dsp:spPr>
        <a:xfrm>
          <a:off x="4972" y="0"/>
          <a:ext cx="4348053" cy="949932"/>
        </a:xfrm>
        <a:prstGeom prst="homePlat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Data Model </a:t>
          </a:r>
        </a:p>
        <a:p>
          <a:pPr marL="0" lvl="0" indent="0" algn="ctr" defTabSz="1066800">
            <a:lnSpc>
              <a:spcPct val="90000"/>
            </a:lnSpc>
            <a:spcBef>
              <a:spcPct val="0"/>
            </a:spcBef>
            <a:spcAft>
              <a:spcPct val="35000"/>
            </a:spcAft>
            <a:buNone/>
          </a:pPr>
          <a:r>
            <a:rPr lang="en-US" sz="2400" kern="1200" dirty="0"/>
            <a:t>Refinement</a:t>
          </a:r>
        </a:p>
      </dsp:txBody>
      <dsp:txXfrm>
        <a:off x="4972" y="0"/>
        <a:ext cx="4110570" cy="949932"/>
      </dsp:txXfrm>
    </dsp:sp>
    <dsp:sp modelId="{3F645BEF-27B4-8049-81AD-38C14DB50C64}">
      <dsp:nvSpPr>
        <dsp:cNvPr id="0" name=""/>
        <dsp:cNvSpPr/>
      </dsp:nvSpPr>
      <dsp:spPr>
        <a:xfrm>
          <a:off x="3483415" y="0"/>
          <a:ext cx="4348053" cy="949932"/>
        </a:xfrm>
        <a:prstGeom prst="chevron">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Defining Boundaries</a:t>
          </a:r>
        </a:p>
      </dsp:txBody>
      <dsp:txXfrm>
        <a:off x="3958381" y="0"/>
        <a:ext cx="3398121" cy="949932"/>
      </dsp:txXfrm>
    </dsp:sp>
    <dsp:sp modelId="{2035F411-A0F9-014A-AF39-F777967B96E6}">
      <dsp:nvSpPr>
        <dsp:cNvPr id="0" name=""/>
        <dsp:cNvSpPr/>
      </dsp:nvSpPr>
      <dsp:spPr>
        <a:xfrm>
          <a:off x="6961858" y="0"/>
          <a:ext cx="4348053" cy="949932"/>
        </a:xfrm>
        <a:prstGeom prst="chevron">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Leverage Ontologies</a:t>
          </a:r>
        </a:p>
      </dsp:txBody>
      <dsp:txXfrm>
        <a:off x="7436824" y="0"/>
        <a:ext cx="3398121" cy="9499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1A507-C8FA-FE42-9B82-13C8C1590236}">
      <dsp:nvSpPr>
        <dsp:cNvPr id="0" name=""/>
        <dsp:cNvSpPr/>
      </dsp:nvSpPr>
      <dsp:spPr>
        <a:xfrm>
          <a:off x="4972" y="0"/>
          <a:ext cx="4348053" cy="949931"/>
        </a:xfrm>
        <a:prstGeom prst="homePlate">
          <a:avLst/>
        </a:prstGeom>
        <a:solidFill>
          <a:schemeClr val="accent4">
            <a:shade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Relatable to </a:t>
          </a:r>
        </a:p>
        <a:p>
          <a:pPr marL="0" lvl="0" indent="0" algn="ctr" defTabSz="1066800">
            <a:lnSpc>
              <a:spcPct val="90000"/>
            </a:lnSpc>
            <a:spcBef>
              <a:spcPct val="0"/>
            </a:spcBef>
            <a:spcAft>
              <a:spcPct val="35000"/>
            </a:spcAft>
            <a:buNone/>
          </a:pPr>
          <a:r>
            <a:rPr lang="en-US" sz="2400" kern="1200" dirty="0"/>
            <a:t>CDISC Standards</a:t>
          </a:r>
        </a:p>
      </dsp:txBody>
      <dsp:txXfrm>
        <a:off x="4972" y="0"/>
        <a:ext cx="4110570" cy="949931"/>
      </dsp:txXfrm>
    </dsp:sp>
    <dsp:sp modelId="{3F645BEF-27B4-8049-81AD-38C14DB50C64}">
      <dsp:nvSpPr>
        <dsp:cNvPr id="0" name=""/>
        <dsp:cNvSpPr/>
      </dsp:nvSpPr>
      <dsp:spPr>
        <a:xfrm>
          <a:off x="3483415" y="0"/>
          <a:ext cx="4348053" cy="949931"/>
        </a:xfrm>
        <a:prstGeom prst="chevron">
          <a:avLst/>
        </a:prstGeom>
        <a:solidFill>
          <a:schemeClr val="accent4">
            <a:shade val="50000"/>
            <a:hueOff val="-27900"/>
            <a:satOff val="10353"/>
            <a:lumOff val="2261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Industry Feedback</a:t>
          </a:r>
        </a:p>
      </dsp:txBody>
      <dsp:txXfrm>
        <a:off x="3958381" y="0"/>
        <a:ext cx="3398122" cy="949931"/>
      </dsp:txXfrm>
    </dsp:sp>
    <dsp:sp modelId="{2035F411-A0F9-014A-AF39-F777967B96E6}">
      <dsp:nvSpPr>
        <dsp:cNvPr id="0" name=""/>
        <dsp:cNvSpPr/>
      </dsp:nvSpPr>
      <dsp:spPr>
        <a:xfrm>
          <a:off x="6961858" y="0"/>
          <a:ext cx="4348053" cy="949931"/>
        </a:xfrm>
        <a:prstGeom prst="chevron">
          <a:avLst/>
        </a:prstGeom>
        <a:solidFill>
          <a:schemeClr val="accent4">
            <a:shade val="50000"/>
            <a:hueOff val="-27900"/>
            <a:satOff val="10353"/>
            <a:lumOff val="2261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Consumable Demonstrations</a:t>
          </a:r>
        </a:p>
      </dsp:txBody>
      <dsp:txXfrm>
        <a:off x="7436824" y="0"/>
        <a:ext cx="3398122" cy="9499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1A507-C8FA-FE42-9B82-13C8C1590236}">
      <dsp:nvSpPr>
        <dsp:cNvPr id="0" name=""/>
        <dsp:cNvSpPr/>
      </dsp:nvSpPr>
      <dsp:spPr>
        <a:xfrm>
          <a:off x="4972" y="0"/>
          <a:ext cx="4348053" cy="949931"/>
        </a:xfrm>
        <a:prstGeom prst="homePlate">
          <a:avLst/>
        </a:prstGeom>
        <a:solidFill>
          <a:schemeClr val="accent1">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Early </a:t>
          </a:r>
        </a:p>
        <a:p>
          <a:pPr marL="0" lvl="0" indent="0" algn="ctr" defTabSz="1066800">
            <a:lnSpc>
              <a:spcPct val="90000"/>
            </a:lnSpc>
            <a:spcBef>
              <a:spcPct val="0"/>
            </a:spcBef>
            <a:spcAft>
              <a:spcPct val="35000"/>
            </a:spcAft>
            <a:buNone/>
          </a:pPr>
          <a:r>
            <a:rPr lang="en-US" sz="2400" kern="1200" dirty="0"/>
            <a:t>Onboarding</a:t>
          </a:r>
        </a:p>
      </dsp:txBody>
      <dsp:txXfrm>
        <a:off x="4972" y="0"/>
        <a:ext cx="4110570" cy="949931"/>
      </dsp:txXfrm>
    </dsp:sp>
    <dsp:sp modelId="{3F645BEF-27B4-8049-81AD-38C14DB50C64}">
      <dsp:nvSpPr>
        <dsp:cNvPr id="0" name=""/>
        <dsp:cNvSpPr/>
      </dsp:nvSpPr>
      <dsp:spPr>
        <a:xfrm>
          <a:off x="3483415" y="0"/>
          <a:ext cx="4348053" cy="949931"/>
        </a:xfrm>
        <a:prstGeom prst="chevron">
          <a:avLst/>
        </a:prstGeom>
        <a:solidFill>
          <a:schemeClr val="accent1">
            <a:shade val="80000"/>
            <a:hueOff val="413206"/>
            <a:satOff val="-42826"/>
            <a:lumOff val="2120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Change</a:t>
          </a:r>
        </a:p>
        <a:p>
          <a:pPr marL="0" lvl="0" indent="0" algn="ctr" defTabSz="1066800">
            <a:lnSpc>
              <a:spcPct val="90000"/>
            </a:lnSpc>
            <a:spcBef>
              <a:spcPct val="0"/>
            </a:spcBef>
            <a:spcAft>
              <a:spcPct val="35000"/>
            </a:spcAft>
            <a:buNone/>
          </a:pPr>
          <a:r>
            <a:rPr lang="en-US" sz="2400" kern="1200" dirty="0"/>
            <a:t>Management</a:t>
          </a:r>
        </a:p>
      </dsp:txBody>
      <dsp:txXfrm>
        <a:off x="3958381" y="0"/>
        <a:ext cx="3398122" cy="949931"/>
      </dsp:txXfrm>
    </dsp:sp>
    <dsp:sp modelId="{2035F411-A0F9-014A-AF39-F777967B96E6}">
      <dsp:nvSpPr>
        <dsp:cNvPr id="0" name=""/>
        <dsp:cNvSpPr/>
      </dsp:nvSpPr>
      <dsp:spPr>
        <a:xfrm>
          <a:off x="6961858" y="0"/>
          <a:ext cx="4348053" cy="949931"/>
        </a:xfrm>
        <a:prstGeom prst="chevron">
          <a:avLst/>
        </a:prstGeom>
        <a:solidFill>
          <a:schemeClr val="accent1">
            <a:shade val="80000"/>
            <a:hueOff val="826413"/>
            <a:satOff val="-85652"/>
            <a:lumOff val="424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t>Tooling</a:t>
          </a:r>
        </a:p>
      </dsp:txBody>
      <dsp:txXfrm>
        <a:off x="7436824" y="0"/>
        <a:ext cx="3398122" cy="949931"/>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2F6EC7-3890-904C-A65C-43520FF8E0FE}" type="datetimeFigureOut">
              <a:rPr lang="en-US" smtClean="0"/>
              <a:t>2/12/26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BCCC2E-D502-DF45-A742-7C4E9795143E}" type="slidenum">
              <a:rPr lang="en-US" smtClean="0"/>
              <a:t>‹#›</a:t>
            </a:fld>
            <a:endParaRPr lang="en-US"/>
          </a:p>
        </p:txBody>
      </p:sp>
    </p:spTree>
    <p:extLst>
      <p:ext uri="{BB962C8B-B14F-4D97-AF65-F5344CB8AC3E}">
        <p14:creationId xmlns:p14="http://schemas.microsoft.com/office/powerpoint/2010/main" val="1003298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81f0ee8e2a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81f0ee8e2a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Looking at the trial life cycle, what CDISC standards do we currently have to facilitate automation?</a:t>
            </a:r>
          </a:p>
          <a:p>
            <a:pPr marL="0" lvl="0" indent="0" algn="l" rtl="0">
              <a:spcBef>
                <a:spcPts val="0"/>
              </a:spcBef>
              <a:spcAft>
                <a:spcPts val="0"/>
              </a:spcAft>
              <a:buNone/>
            </a:pPr>
            <a:r>
              <a:rPr lang="en-US" dirty="0"/>
              <a:t>First, the long-established familiar standards: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59595B"/>
                </a:solidFill>
                <a:highlight>
                  <a:srgbClr val="FFFFFF"/>
                </a:highlight>
                <a:latin typeface="Arial"/>
                <a:ea typeface="Arial"/>
                <a:cs typeface="Arial"/>
                <a:sym typeface="Arial"/>
              </a:rPr>
              <a:t>CDASH</a:t>
            </a:r>
            <a:r>
              <a:rPr lang="en-US" sz="1200" dirty="0">
                <a:solidFill>
                  <a:srgbClr val="59595B"/>
                </a:solidFill>
                <a:highlight>
                  <a:srgbClr val="FFFFFF"/>
                </a:highlight>
                <a:latin typeface="Arial"/>
                <a:ea typeface="Arial"/>
                <a:cs typeface="Arial"/>
                <a:sym typeface="Arial"/>
              </a:rPr>
              <a:t> for data collection via eCRFs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59595B"/>
                </a:solidFill>
                <a:highlight>
                  <a:srgbClr val="FFFFFF"/>
                </a:highlight>
                <a:latin typeface="Arial"/>
                <a:ea typeface="Arial"/>
                <a:cs typeface="Arial"/>
                <a:sym typeface="Arial"/>
              </a:rPr>
              <a:t>SDTM</a:t>
            </a:r>
            <a:r>
              <a:rPr lang="en-US" sz="1200" dirty="0">
                <a:solidFill>
                  <a:srgbClr val="59595B"/>
                </a:solidFill>
                <a:highlight>
                  <a:srgbClr val="FFFFFF"/>
                </a:highlight>
                <a:latin typeface="Arial"/>
                <a:ea typeface="Arial"/>
                <a:cs typeface="Arial"/>
                <a:sym typeface="Arial"/>
              </a:rPr>
              <a:t> provides a framework for representing clinical data once it has been collected. It’s about the </a:t>
            </a:r>
            <a:r>
              <a:rPr lang="en-US" sz="1200" i="1" dirty="0">
                <a:solidFill>
                  <a:srgbClr val="59595B"/>
                </a:solidFill>
                <a:highlight>
                  <a:srgbClr val="FFFFFF"/>
                </a:highlight>
                <a:latin typeface="Arial"/>
                <a:ea typeface="Arial"/>
                <a:cs typeface="Arial"/>
                <a:sym typeface="Arial"/>
              </a:rPr>
              <a:t>presentation</a:t>
            </a:r>
            <a:r>
              <a:rPr lang="en-US" sz="1200" dirty="0">
                <a:solidFill>
                  <a:srgbClr val="59595B"/>
                </a:solidFill>
                <a:highlight>
                  <a:srgbClr val="FFFFFF"/>
                </a:highlight>
                <a:latin typeface="Arial"/>
                <a:ea typeface="Arial"/>
                <a:cs typeface="Arial"/>
                <a:sym typeface="Arial"/>
              </a:rPr>
              <a:t> of data — not the intent or context behind it.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59595B"/>
                </a:solidFill>
                <a:highlight>
                  <a:srgbClr val="FFFFFF"/>
                </a:highlight>
                <a:latin typeface="Arial"/>
                <a:ea typeface="Arial"/>
                <a:cs typeface="Arial"/>
                <a:sym typeface="Arial"/>
              </a:rPr>
              <a:t>ADaM</a:t>
            </a:r>
            <a:r>
              <a:rPr lang="en-US" sz="1200" dirty="0">
                <a:solidFill>
                  <a:srgbClr val="59595B"/>
                </a:solidFill>
                <a:highlight>
                  <a:srgbClr val="FFFFFF"/>
                </a:highlight>
                <a:latin typeface="Arial"/>
                <a:ea typeface="Arial"/>
                <a:cs typeface="Arial"/>
                <a:sym typeface="Arial"/>
              </a:rPr>
              <a:t> – Defines datasets designed to support statistical analyses and traceability back to SDTM.</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rgbClr val="59595B"/>
                </a:solidFill>
                <a:highlight>
                  <a:srgbClr val="FFFFFF"/>
                </a:highlight>
                <a:latin typeface="Arial"/>
                <a:ea typeface="Arial"/>
                <a:cs typeface="Arial"/>
                <a:sym typeface="Arial"/>
              </a:rPr>
              <a:t>To this we can add: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59595B"/>
                </a:solidFill>
                <a:highlight>
                  <a:srgbClr val="FFFFFF"/>
                </a:highlight>
                <a:latin typeface="Arial"/>
                <a:ea typeface="Arial"/>
                <a:cs typeface="Arial"/>
                <a:sym typeface="Arial"/>
              </a:rPr>
              <a:t>USDM</a:t>
            </a:r>
            <a:r>
              <a:rPr lang="en-US" sz="1200" dirty="0">
                <a:solidFill>
                  <a:srgbClr val="59595B"/>
                </a:solidFill>
                <a:highlight>
                  <a:srgbClr val="FFFFFF"/>
                </a:highlight>
                <a:latin typeface="Arial"/>
                <a:ea typeface="Arial"/>
                <a:cs typeface="Arial"/>
                <a:sym typeface="Arial"/>
              </a:rPr>
              <a:t> to define the study structure</a:t>
            </a:r>
          </a:p>
        </p:txBody>
      </p:sp>
      <p:sp>
        <p:nvSpPr>
          <p:cNvPr id="153" name="Google Shape;153;g381f0ee8e2a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7e86ecc977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7e86ecc977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USDM models lots of metadata defining the study structure, including </a:t>
            </a:r>
            <a:r>
              <a:rPr lang="en-US" sz="1200" dirty="0">
                <a:solidFill>
                  <a:srgbClr val="59595B"/>
                </a:solidFill>
                <a:highlight>
                  <a:srgbClr val="FFFFFF"/>
                </a:highlight>
                <a:latin typeface="Arial"/>
                <a:cs typeface="Arial"/>
                <a:sym typeface="Arial"/>
              </a:rPr>
              <a:t>t</a:t>
            </a:r>
            <a:r>
              <a:rPr lang="en-US" sz="1200" dirty="0">
                <a:solidFill>
                  <a:srgbClr val="59595B"/>
                </a:solidFill>
                <a:highlight>
                  <a:srgbClr val="FFFFFF"/>
                </a:highlight>
                <a:latin typeface="Arial"/>
                <a:ea typeface="Arial"/>
                <a:cs typeface="Arial"/>
                <a:sym typeface="Arial"/>
              </a:rPr>
              <a:t>he </a:t>
            </a:r>
            <a:r>
              <a:rPr lang="en-US" sz="1200" b="1" dirty="0">
                <a:solidFill>
                  <a:srgbClr val="59595B"/>
                </a:solidFill>
                <a:highlight>
                  <a:srgbClr val="FFFFFF"/>
                </a:highlight>
                <a:latin typeface="Arial"/>
                <a:ea typeface="Arial"/>
                <a:cs typeface="Arial"/>
                <a:sym typeface="Arial"/>
              </a:rPr>
              <a:t>Schedule of Activities (</a:t>
            </a:r>
            <a:r>
              <a:rPr lang="en-US" sz="1200" b="1" dirty="0" err="1">
                <a:solidFill>
                  <a:srgbClr val="59595B"/>
                </a:solidFill>
                <a:highlight>
                  <a:srgbClr val="FFFFFF"/>
                </a:highlight>
                <a:latin typeface="Arial"/>
                <a:ea typeface="Arial"/>
                <a:cs typeface="Arial"/>
                <a:sym typeface="Arial"/>
              </a:rPr>
              <a:t>SoA</a:t>
            </a:r>
            <a:r>
              <a:rPr lang="en-US" sz="1200" b="1" dirty="0">
                <a:solidFill>
                  <a:srgbClr val="59595B"/>
                </a:solidFill>
                <a:highlight>
                  <a:srgbClr val="FFFFFF"/>
                </a:highlight>
                <a:latin typeface="Arial"/>
                <a:ea typeface="Arial"/>
                <a:cs typeface="Arial"/>
                <a:sym typeface="Arial"/>
              </a:rPr>
              <a:t>) </a:t>
            </a:r>
            <a:r>
              <a:rPr lang="en-US" sz="1200" b="0" dirty="0">
                <a:solidFill>
                  <a:srgbClr val="59595B"/>
                </a:solidFill>
                <a:highlight>
                  <a:srgbClr val="FFFFFF"/>
                </a:highlight>
                <a:latin typeface="Arial"/>
                <a:ea typeface="Arial"/>
                <a:cs typeface="Arial"/>
                <a:sym typeface="Arial"/>
              </a:rPr>
              <a:t>– defines what data is collected when.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59595B"/>
                </a:solidFill>
                <a:highlight>
                  <a:srgbClr val="FFFFFF"/>
                </a:highlight>
                <a:latin typeface="Arial"/>
                <a:ea typeface="Arial"/>
                <a:cs typeface="Arial"/>
                <a:sym typeface="Arial"/>
              </a:rPr>
              <a:t>Includes elements relevant to the analysis, e.g. </a:t>
            </a:r>
            <a:r>
              <a:rPr lang="en-US" sz="1200" b="0" dirty="0" err="1">
                <a:solidFill>
                  <a:srgbClr val="59595B"/>
                </a:solidFill>
                <a:highlight>
                  <a:srgbClr val="FFFFFF"/>
                </a:highlight>
                <a:latin typeface="Arial"/>
                <a:ea typeface="Arial"/>
                <a:cs typeface="Arial"/>
                <a:sym typeface="Arial"/>
              </a:rPr>
              <a:t>estimands</a:t>
            </a:r>
            <a:r>
              <a:rPr lang="en-US" sz="1200" b="0" dirty="0">
                <a:solidFill>
                  <a:srgbClr val="59595B"/>
                </a:solidFill>
                <a:highlight>
                  <a:srgbClr val="FFFFFF"/>
                </a:highlight>
                <a:latin typeface="Arial"/>
                <a:ea typeface="Arial"/>
                <a:cs typeface="Arial"/>
                <a:sym typeface="Arial"/>
              </a:rPr>
              <a:t>, objectives, endpoints.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59595B"/>
                </a:solidFill>
                <a:highlight>
                  <a:srgbClr val="FFFFFF"/>
                </a:highlight>
                <a:latin typeface="Arial"/>
                <a:ea typeface="Arial"/>
                <a:cs typeface="Arial"/>
                <a:sym typeface="Arial"/>
              </a:rPr>
              <a:t>But when we drill down, some of this is in the form of text.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59595B"/>
                </a:solidFill>
                <a:highlight>
                  <a:srgbClr val="FFFFFF"/>
                </a:highlight>
                <a:latin typeface="Arial"/>
                <a:ea typeface="Arial"/>
                <a:cs typeface="Arial"/>
                <a:sym typeface="Arial"/>
              </a:rPr>
              <a:t>That is good for compiling a protocol, informing CRF design and many other aspects, but not detailed enough to completely define the analyses. </a:t>
            </a:r>
          </a:p>
          <a:p>
            <a:pPr marL="0" lvl="0" indent="0" algn="l" rtl="0">
              <a:spcBef>
                <a:spcPts val="0"/>
              </a:spcBef>
              <a:spcAft>
                <a:spcPts val="0"/>
              </a:spcAft>
              <a:buNone/>
            </a:pPr>
            <a:endParaRPr dirty="0"/>
          </a:p>
        </p:txBody>
      </p:sp>
      <p:sp>
        <p:nvSpPr>
          <p:cNvPr id="134" name="Google Shape;134;g37e86ecc977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81f0ee8e2a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81f0ee8e2a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As of April 2024, we can now add the Analysis Results Standard.</a:t>
            </a:r>
            <a:endParaRPr dirty="0"/>
          </a:p>
        </p:txBody>
      </p:sp>
      <p:sp>
        <p:nvSpPr>
          <p:cNvPr id="153" name="Google Shape;153;g381f0ee8e2a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712084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GB" dirty="0"/>
              <a:t>ARS is a data model for the structure of analyses. </a:t>
            </a:r>
          </a:p>
          <a:p>
            <a:pPr marL="0" lvl="0" indent="0" algn="l" rtl="0">
              <a:spcBef>
                <a:spcPts val="0"/>
              </a:spcBef>
              <a:spcAft>
                <a:spcPts val="0"/>
              </a:spcAft>
              <a:buNone/>
            </a:pPr>
            <a:r>
              <a:rPr lang="en-GB" dirty="0"/>
              <a:t>Can be used to specify analyses, facilitating automation.</a:t>
            </a:r>
          </a:p>
          <a:p>
            <a:pPr marL="0" lvl="0" indent="0" algn="l" rtl="0">
              <a:spcBef>
                <a:spcPts val="0"/>
              </a:spcBef>
              <a:spcAft>
                <a:spcPts val="0"/>
              </a:spcAft>
              <a:buNone/>
            </a:pPr>
            <a:r>
              <a:rPr lang="en-GB" dirty="0"/>
              <a:t>Provides a structure for analysis results, separate from displays, facilitating validation, re-use and sharing.</a:t>
            </a:r>
          </a:p>
          <a:p>
            <a:pPr marL="0" lvl="0" indent="0" algn="l" rtl="0">
              <a:spcBef>
                <a:spcPts val="0"/>
              </a:spcBef>
              <a:spcAft>
                <a:spcPts val="0"/>
              </a:spcAft>
              <a:buNone/>
            </a:pPr>
            <a:endParaRPr dirty="0"/>
          </a:p>
        </p:txBody>
      </p:sp>
      <p:sp>
        <p:nvSpPr>
          <p:cNvPr id="140" name="Google Shape;14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81f0ee8e2a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81f0ee8e2a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Informing the design and collection steps, we also have Biomedical Concepts.</a:t>
            </a:r>
            <a:endParaRPr dirty="0"/>
          </a:p>
        </p:txBody>
      </p:sp>
      <p:sp>
        <p:nvSpPr>
          <p:cNvPr id="153" name="Google Shape;153;g381f0ee8e2a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7678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Biomedical Concepts fill gaps in the current standards by adding semantics, variable relationships, and the detailed metadata.</a:t>
            </a:r>
          </a:p>
          <a:p>
            <a:pPr marL="0" lvl="0" indent="0" algn="l" rtl="0">
              <a:spcBef>
                <a:spcPts val="0"/>
              </a:spcBef>
              <a:spcAft>
                <a:spcPts val="0"/>
              </a:spcAft>
              <a:buNone/>
            </a:pPr>
            <a:r>
              <a:rPr lang="en-US" dirty="0"/>
              <a:t>Two-layered approach:</a:t>
            </a:r>
          </a:p>
          <a:p>
            <a:pPr marL="171450" lvl="0" indent="-171450" algn="l" rtl="0">
              <a:spcBef>
                <a:spcPts val="0"/>
              </a:spcBef>
              <a:spcAft>
                <a:spcPts val="0"/>
              </a:spcAft>
              <a:buFont typeface="Arial" panose="020B0604020202020204" pitchFamily="34" charset="0"/>
              <a:buChar char="•"/>
            </a:pPr>
            <a:r>
              <a:rPr lang="en-GB" dirty="0"/>
              <a:t>Conceptual/abstract layer that provides standards-agnostic, unambiguous semantic definition largely based on </a:t>
            </a:r>
            <a:r>
              <a:rPr lang="en-GB" dirty="0" err="1"/>
              <a:t>NCIt</a:t>
            </a:r>
            <a:r>
              <a:rPr lang="en-GB" dirty="0"/>
              <a:t> concepts.</a:t>
            </a:r>
          </a:p>
          <a:p>
            <a:pPr marL="171450" lvl="0" indent="-171450" algn="l" rtl="0">
              <a:spcBef>
                <a:spcPts val="0"/>
              </a:spcBef>
              <a:spcAft>
                <a:spcPts val="0"/>
              </a:spcAft>
              <a:buFont typeface="Arial" panose="020B0604020202020204" pitchFamily="34" charset="0"/>
              <a:buChar char="•"/>
            </a:pPr>
            <a:r>
              <a:rPr lang="en-GB" dirty="0"/>
              <a:t>An implementation layer consisting of SDTM Dataset Specializations provides value level definition that facilitates metadata-driven automation.</a:t>
            </a:r>
          </a:p>
          <a:p>
            <a:pPr marL="171450" lvl="0" indent="-171450" algn="l" rtl="0">
              <a:spcBef>
                <a:spcPts val="0"/>
              </a:spcBef>
              <a:spcAft>
                <a:spcPts val="0"/>
              </a:spcAft>
              <a:buFont typeface="Arial" panose="020B0604020202020204" pitchFamily="34" charset="0"/>
              <a:buChar char="•"/>
            </a:pPr>
            <a:endParaRPr lang="en-GB" dirty="0"/>
          </a:p>
          <a:p>
            <a:pPr marL="0" lvl="0" indent="0" algn="l" rtl="0">
              <a:spcBef>
                <a:spcPts val="0"/>
              </a:spcBef>
              <a:spcAft>
                <a:spcPts val="0"/>
              </a:spcAft>
              <a:buFont typeface="Arial" panose="020B0604020202020204" pitchFamily="34" charset="0"/>
              <a:buNone/>
            </a:pPr>
            <a:r>
              <a:rPr lang="en-GB" dirty="0"/>
              <a:t>This was important for the AC team as we considered how Analysis Concepts might fit into the picture.</a:t>
            </a:r>
          </a:p>
        </p:txBody>
      </p:sp>
      <p:sp>
        <p:nvSpPr>
          <p:cNvPr id="140" name="Google Shape;14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4268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81f0ee8e2a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81f0ee8e2a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We still thought there are gaps that prevent full language-agnostic definition of analyses and therefore block full automation.</a:t>
            </a:r>
          </a:p>
          <a:p>
            <a:pPr marL="0" lvl="0" indent="0" algn="l" rtl="0">
              <a:spcBef>
                <a:spcPts val="0"/>
              </a:spcBef>
              <a:spcAft>
                <a:spcPts val="0"/>
              </a:spcAft>
              <a:buNone/>
            </a:pPr>
            <a:r>
              <a:rPr lang="en-US" dirty="0"/>
              <a:t>E.g. How do we model the precise definition of an analysis to answer a particular question? </a:t>
            </a:r>
          </a:p>
          <a:p>
            <a:pPr marL="0" lvl="0" indent="0" algn="l" rtl="0">
              <a:spcBef>
                <a:spcPts val="0"/>
              </a:spcBef>
              <a:spcAft>
                <a:spcPts val="0"/>
              </a:spcAft>
              <a:buNone/>
            </a:pPr>
            <a:r>
              <a:rPr lang="en-US" dirty="0"/>
              <a:t>That is the sort of entity we can call an Analysis Concept.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As we started thinking about how to do this, we soon realized we also need a slightly different kind of concept.</a:t>
            </a:r>
          </a:p>
          <a:p>
            <a:pPr marL="0" lvl="0" indent="0" algn="l" rtl="0">
              <a:spcBef>
                <a:spcPts val="0"/>
              </a:spcBef>
              <a:spcAft>
                <a:spcPts val="0"/>
              </a:spcAft>
              <a:buNone/>
            </a:pPr>
            <a:r>
              <a:rPr lang="en-US" dirty="0"/>
              <a:t>The inputs to an analysis are often derived from the collected data in some way. </a:t>
            </a:r>
          </a:p>
          <a:p>
            <a:pPr marL="0" lvl="0" indent="0" algn="l" rtl="0">
              <a:spcBef>
                <a:spcPts val="0"/>
              </a:spcBef>
              <a:spcAft>
                <a:spcPts val="0"/>
              </a:spcAft>
              <a:buNone/>
            </a:pPr>
            <a:r>
              <a:rPr lang="en-US" dirty="0"/>
              <a:t>To completely understand an analysis we also need to understand those derivations, so those also need be modelled.</a:t>
            </a:r>
          </a:p>
          <a:p>
            <a:pPr marL="0" lvl="0" indent="0" algn="l" rtl="0">
              <a:spcBef>
                <a:spcPts val="0"/>
              </a:spcBef>
              <a:spcAft>
                <a:spcPts val="0"/>
              </a:spcAft>
              <a:buNone/>
            </a:pPr>
            <a:r>
              <a:rPr lang="en-US" dirty="0"/>
              <a:t>Hence the Derivation Concept.</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153" name="Google Shape;153;g381f0ee8e2a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840318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7e86ecc977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7e86ecc977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GB" dirty="0"/>
              <a:t>We used user stories to scope what Analysis Concepts should be able to do. Example use cases:</a:t>
            </a:r>
          </a:p>
          <a:p>
            <a:pPr marL="228600" lvl="0" indent="-228600" algn="l" rtl="0">
              <a:spcBef>
                <a:spcPts val="0"/>
              </a:spcBef>
              <a:spcAft>
                <a:spcPts val="0"/>
              </a:spcAft>
              <a:buFont typeface="+mj-lt"/>
              <a:buAutoNum type="arabicPeriod"/>
            </a:pPr>
            <a:r>
              <a:rPr lang="en-GB" dirty="0"/>
              <a:t>Build a digital SAP.</a:t>
            </a:r>
          </a:p>
          <a:p>
            <a:pPr marL="228600" lvl="0" indent="-228600" algn="l" rtl="0">
              <a:spcBef>
                <a:spcPts val="0"/>
              </a:spcBef>
              <a:spcAft>
                <a:spcPts val="0"/>
              </a:spcAft>
              <a:buFont typeface="+mj-lt"/>
              <a:buAutoNum type="arabicPeriod"/>
            </a:pPr>
            <a:r>
              <a:rPr lang="en-GB" dirty="0"/>
              <a:t>Build a repository of </a:t>
            </a:r>
            <a:r>
              <a:rPr lang="en-GB" dirty="0" err="1"/>
              <a:t>reuseable</a:t>
            </a:r>
            <a:r>
              <a:rPr lang="en-GB" dirty="0"/>
              <a:t> ACs.</a:t>
            </a:r>
          </a:p>
          <a:p>
            <a:pPr marL="228600" lvl="0" indent="-228600" algn="l" rtl="0">
              <a:spcBef>
                <a:spcPts val="0"/>
              </a:spcBef>
              <a:spcAft>
                <a:spcPts val="0"/>
              </a:spcAft>
              <a:buFont typeface="+mj-lt"/>
              <a:buAutoNum type="arabicPeriod"/>
            </a:pPr>
            <a:r>
              <a:rPr lang="en-GB" dirty="0"/>
              <a:t>Automate analysis programming.</a:t>
            </a:r>
          </a:p>
          <a:p>
            <a:pPr marL="0" lvl="0" indent="0" algn="l" rtl="0">
              <a:spcBef>
                <a:spcPts val="0"/>
              </a:spcBef>
              <a:spcAft>
                <a:spcPts val="0"/>
              </a:spcAft>
              <a:buNone/>
            </a:pPr>
            <a:endParaRPr dirty="0"/>
          </a:p>
        </p:txBody>
      </p:sp>
      <p:sp>
        <p:nvSpPr>
          <p:cNvPr id="181" name="Google Shape;181;g37e86ecc977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next steps for the Analysis Concepts (AC) and Derivation Concepts (DC) framework involve refining the technical model and ensuring its practical application within the CDISC community. The sources outline the following specific actions:</a:t>
            </a:r>
          </a:p>
          <a:p>
            <a:r>
              <a:rPr lang="en-GB" b="1" dirty="0"/>
              <a:t>Technical and Model Development</a:t>
            </a:r>
          </a:p>
          <a:p>
            <a:pPr marL="628650" lvl="1" indent="-171450">
              <a:buFont typeface="Arial" panose="020B0604020202020204" pitchFamily="34" charset="0"/>
              <a:buChar char="•"/>
            </a:pPr>
            <a:r>
              <a:rPr lang="en-GB" b="1" dirty="0"/>
              <a:t>Data Model Refinement:</a:t>
            </a:r>
            <a:r>
              <a:rPr lang="en-GB" dirty="0"/>
              <a:t> The working group plans to continue developing the formal </a:t>
            </a:r>
            <a:r>
              <a:rPr lang="en-GB" b="1" dirty="0"/>
              <a:t>Data Model</a:t>
            </a:r>
            <a:r>
              <a:rPr lang="en-GB" dirty="0"/>
              <a:t> and providing concrete examples of its implementation.</a:t>
            </a:r>
          </a:p>
          <a:p>
            <a:pPr marL="628650" lvl="1" indent="-171450">
              <a:buFont typeface="Arial" panose="020B0604020202020204" pitchFamily="34" charset="0"/>
              <a:buChar char="•"/>
            </a:pPr>
            <a:r>
              <a:rPr lang="en-GB" b="1" dirty="0"/>
              <a:t>Defining Boundaries:</a:t>
            </a:r>
            <a:r>
              <a:rPr lang="en-GB" dirty="0"/>
              <a:t> A key task is to define the exact boundaries and relationships between this framework and other CDISC standards, specifically the </a:t>
            </a:r>
            <a:r>
              <a:rPr lang="en-GB" b="1" dirty="0"/>
              <a:t>Unified Study Definitions Model (USDM)</a:t>
            </a:r>
            <a:r>
              <a:rPr lang="en-GB" dirty="0"/>
              <a:t>, the </a:t>
            </a:r>
            <a:r>
              <a:rPr lang="en-GB" b="1" dirty="0"/>
              <a:t>Analysis Results Standard (ARS)</a:t>
            </a:r>
            <a:r>
              <a:rPr lang="en-GB" dirty="0"/>
              <a:t>, and </a:t>
            </a:r>
            <a:r>
              <a:rPr lang="en-GB" b="1" dirty="0"/>
              <a:t>Biomedical Concepts (BCs)</a:t>
            </a:r>
            <a:r>
              <a:rPr lang="en-GB" dirty="0"/>
              <a:t>.</a:t>
            </a:r>
          </a:p>
          <a:p>
            <a:pPr marL="628650" lvl="1" indent="-171450">
              <a:buFont typeface="Arial" panose="020B0604020202020204" pitchFamily="34" charset="0"/>
              <a:buChar char="•"/>
            </a:pPr>
            <a:r>
              <a:rPr lang="en-GB" b="1" dirty="0"/>
              <a:t>Leveraging Ontologies:</a:t>
            </a:r>
            <a:r>
              <a:rPr lang="en-GB" dirty="0"/>
              <a:t> The group will determine how to effectively leverage existing statistical ontologies, such as </a:t>
            </a:r>
            <a:r>
              <a:rPr lang="en-GB" b="1" dirty="0"/>
              <a:t>STATO</a:t>
            </a:r>
            <a:r>
              <a:rPr lang="en-GB" dirty="0"/>
              <a:t>, to ensure standardized semantic definitions.</a:t>
            </a:r>
          </a:p>
          <a:p>
            <a:r>
              <a:rPr lang="en-GB" b="1" dirty="0"/>
              <a:t>Community and Industry Engagement</a:t>
            </a:r>
          </a:p>
          <a:p>
            <a:pPr marL="628650" lvl="1" indent="-171450">
              <a:buFont typeface="Arial" panose="020B0604020202020204" pitchFamily="34" charset="0"/>
              <a:buChar char="•"/>
            </a:pPr>
            <a:r>
              <a:rPr lang="en-GB" b="1" dirty="0"/>
              <a:t>Relatability to CDISC:</a:t>
            </a:r>
            <a:r>
              <a:rPr lang="en-GB" dirty="0"/>
              <a:t> Efforts will be made to make the framework more relatable to the broader CDISC community. A primary goal in this area is the potential creation of a </a:t>
            </a:r>
            <a:r>
              <a:rPr lang="en-GB" b="1" dirty="0"/>
              <a:t>digital or electronic Statistical Analysis Plan (</a:t>
            </a:r>
            <a:r>
              <a:rPr lang="en-GB" b="1" dirty="0" err="1"/>
              <a:t>eSAP</a:t>
            </a:r>
            <a:r>
              <a:rPr lang="en-GB" b="1" dirty="0"/>
              <a:t>)</a:t>
            </a:r>
            <a:r>
              <a:rPr lang="en-GB" dirty="0"/>
              <a:t>.</a:t>
            </a:r>
          </a:p>
          <a:p>
            <a:pPr marL="628650" lvl="1" indent="-171450">
              <a:buFont typeface="Arial" panose="020B0604020202020204" pitchFamily="34" charset="0"/>
              <a:buChar char="•"/>
            </a:pPr>
            <a:r>
              <a:rPr lang="en-GB" b="1" dirty="0"/>
              <a:t>Industry Feedback:</a:t>
            </a:r>
            <a:r>
              <a:rPr lang="en-GB" dirty="0"/>
              <a:t> It is recognized that industry feedback is essential, as the framework cannot predefine every possible clinical scenario.</a:t>
            </a:r>
          </a:p>
          <a:p>
            <a:pPr marL="628650" lvl="1" indent="-171450">
              <a:buFont typeface="Arial" panose="020B0604020202020204" pitchFamily="34" charset="0"/>
              <a:buChar char="•"/>
            </a:pPr>
            <a:r>
              <a:rPr lang="en-GB" b="1" dirty="0"/>
              <a:t>Consumable Demonstrations:</a:t>
            </a:r>
            <a:r>
              <a:rPr lang="en-GB" dirty="0"/>
              <a:t> There is a stated need to demonstrate the framework's utility in a "consumable manner" to encourage adoption and understanding among stakeholders.</a:t>
            </a:r>
          </a:p>
          <a:p>
            <a:r>
              <a:rPr lang="en-GB" b="1" dirty="0"/>
              <a:t>Strategic Opportunities and Challenges</a:t>
            </a:r>
          </a:p>
          <a:p>
            <a:pPr marL="628650" lvl="1" indent="-171450">
              <a:buFont typeface="Arial" panose="020B0604020202020204" pitchFamily="34" charset="0"/>
              <a:buChar char="•"/>
            </a:pPr>
            <a:r>
              <a:rPr lang="en-GB" b="1" dirty="0"/>
              <a:t>Early Onboarding:</a:t>
            </a:r>
            <a:r>
              <a:rPr lang="en-GB" dirty="0"/>
              <a:t> The framework seeks to get </a:t>
            </a:r>
            <a:r>
              <a:rPr lang="en-GB" b="1" dirty="0"/>
              <a:t>regulatory authorities and industry partners</a:t>
            </a:r>
            <a:r>
              <a:rPr lang="en-GB" dirty="0"/>
              <a:t> involved early in the process.</a:t>
            </a:r>
          </a:p>
          <a:p>
            <a:pPr marL="628650" lvl="1" indent="-171450">
              <a:buFont typeface="Arial" panose="020B0604020202020204" pitchFamily="34" charset="0"/>
              <a:buChar char="•"/>
            </a:pPr>
            <a:r>
              <a:rPr lang="en-GB" b="1" dirty="0"/>
              <a:t>Change Management:</a:t>
            </a:r>
            <a:r>
              <a:rPr lang="en-GB" dirty="0"/>
              <a:t> Addressing potential pushback and managing the shift toward requiring more precise Statistical Analysis Plans earlier in the study lifecycle is a noted challenge.</a:t>
            </a:r>
          </a:p>
          <a:p>
            <a:pPr marL="628650" lvl="1" indent="-171450">
              <a:buFont typeface="Arial" panose="020B0604020202020204" pitchFamily="34" charset="0"/>
              <a:buChar char="•"/>
            </a:pPr>
            <a:r>
              <a:rPr lang="en-GB" b="1" dirty="0"/>
              <a:t>Tooling:</a:t>
            </a:r>
            <a:r>
              <a:rPr lang="en-GB" dirty="0"/>
              <a:t> Developing supporting tools is identified as a significant opportunity to advance automation and traceability.</a:t>
            </a:r>
          </a:p>
          <a:p>
            <a:endParaRPr lang="en-US" dirty="0"/>
          </a:p>
        </p:txBody>
      </p:sp>
      <p:sp>
        <p:nvSpPr>
          <p:cNvPr id="4" name="Slide Number Placeholder 3"/>
          <p:cNvSpPr>
            <a:spLocks noGrp="1"/>
          </p:cNvSpPr>
          <p:nvPr>
            <p:ph type="sldNum" sz="quarter" idx="5"/>
          </p:nvPr>
        </p:nvSpPr>
        <p:spPr/>
        <p:txBody>
          <a:bodyPr/>
          <a:lstStyle/>
          <a:p>
            <a:fld id="{93BCCC2E-D502-DF45-A742-7C4E9795143E}" type="slidenum">
              <a:rPr lang="en-US" smtClean="0"/>
              <a:t>25</a:t>
            </a:fld>
            <a:endParaRPr lang="en-US"/>
          </a:p>
        </p:txBody>
      </p:sp>
    </p:spTree>
    <p:extLst>
      <p:ext uri="{BB962C8B-B14F-4D97-AF65-F5344CB8AC3E}">
        <p14:creationId xmlns:p14="http://schemas.microsoft.com/office/powerpoint/2010/main" val="13388098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5.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resentation Title Slide">
    <p:spTree>
      <p:nvGrpSpPr>
        <p:cNvPr id="1" name=""/>
        <p:cNvGrpSpPr/>
        <p:nvPr/>
      </p:nvGrpSpPr>
      <p:grpSpPr>
        <a:xfrm>
          <a:off x="0" y="0"/>
          <a:ext cx="0" cy="0"/>
          <a:chOff x="0" y="0"/>
          <a:chExt cx="0" cy="0"/>
        </a:xfrm>
      </p:grpSpPr>
      <p:pic>
        <p:nvPicPr>
          <p:cNvPr id="13" name="Picture 12" descr="A blue and white background with a globe&#10;&#10;AI-generated content may be incorrect.">
            <a:extLst>
              <a:ext uri="{FF2B5EF4-FFF2-40B4-BE49-F238E27FC236}">
                <a16:creationId xmlns:a16="http://schemas.microsoft.com/office/drawing/2014/main" id="{C2FBC5EF-B400-1604-1A56-64E4D2A1068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9217240-6D8D-BAB6-E606-CF1E964FFA0F}"/>
              </a:ext>
            </a:extLst>
          </p:cNvPr>
          <p:cNvSpPr>
            <a:spLocks noGrp="1"/>
          </p:cNvSpPr>
          <p:nvPr>
            <p:ph type="ctrTitle" hasCustomPrompt="1"/>
          </p:nvPr>
        </p:nvSpPr>
        <p:spPr>
          <a:xfrm>
            <a:off x="1148614" y="2108392"/>
            <a:ext cx="6821103" cy="1320608"/>
          </a:xfrm>
          <a:prstGeom prst="rect">
            <a:avLst/>
          </a:prstGeom>
        </p:spPr>
        <p:txBody>
          <a:bodyPr anchor="t"/>
          <a:lstStyle>
            <a:lvl1pPr algn="l">
              <a:lnSpc>
                <a:spcPct val="100000"/>
              </a:lnSpc>
              <a:defRPr sz="4000"/>
            </a:lvl1pPr>
          </a:lstStyle>
          <a:p>
            <a:r>
              <a:rPr lang="en-US" dirty="0"/>
              <a:t>Presentation Title Goes Here</a:t>
            </a:r>
          </a:p>
        </p:txBody>
      </p:sp>
      <p:sp>
        <p:nvSpPr>
          <p:cNvPr id="3" name="Subtitle 2">
            <a:extLst>
              <a:ext uri="{FF2B5EF4-FFF2-40B4-BE49-F238E27FC236}">
                <a16:creationId xmlns:a16="http://schemas.microsoft.com/office/drawing/2014/main" id="{ECFD7E9D-2A17-6CCD-7A5A-D2BD5F2349D2}"/>
              </a:ext>
            </a:extLst>
          </p:cNvPr>
          <p:cNvSpPr>
            <a:spLocks noGrp="1"/>
          </p:cNvSpPr>
          <p:nvPr>
            <p:ph type="subTitle" idx="1" hasCustomPrompt="1"/>
          </p:nvPr>
        </p:nvSpPr>
        <p:spPr>
          <a:xfrm>
            <a:off x="1148615" y="3582787"/>
            <a:ext cx="6821103" cy="1320608"/>
          </a:xfrm>
          <a:prstGeom prst="rect">
            <a:avLst/>
          </a:prstGeom>
        </p:spPr>
        <p:txBody>
          <a:bodyPr/>
          <a:lstStyle>
            <a:lvl1pPr marL="0" indent="0" algn="l">
              <a:buNone/>
              <a:defRPr sz="2400">
                <a:solidFill>
                  <a:srgbClr val="00457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a:t>
            </a:r>
          </a:p>
          <a:p>
            <a:r>
              <a:rPr lang="en-US" dirty="0"/>
              <a:t>Speaker</a:t>
            </a:r>
          </a:p>
          <a:p>
            <a:r>
              <a:rPr lang="en-US" dirty="0"/>
              <a:t>Date</a:t>
            </a:r>
          </a:p>
          <a:p>
            <a:endParaRPr lang="en-US" dirty="0"/>
          </a:p>
        </p:txBody>
      </p:sp>
      <p:sp>
        <p:nvSpPr>
          <p:cNvPr id="15" name="Footer Placeholder 14">
            <a:extLst>
              <a:ext uri="{FF2B5EF4-FFF2-40B4-BE49-F238E27FC236}">
                <a16:creationId xmlns:a16="http://schemas.microsoft.com/office/drawing/2014/main" id="{12D5EF5E-43E1-DB42-0C2F-B0521C6336B3}"/>
              </a:ext>
            </a:extLst>
          </p:cNvPr>
          <p:cNvSpPr>
            <a:spLocks noGrp="1"/>
          </p:cNvSpPr>
          <p:nvPr>
            <p:ph type="ftr" sz="quarter" idx="11"/>
          </p:nvPr>
        </p:nvSpPr>
        <p:spPr>
          <a:xfrm>
            <a:off x="838200" y="6361596"/>
            <a:ext cx="4114800" cy="365125"/>
          </a:xfrm>
          <a:prstGeom prst="rect">
            <a:avLst/>
          </a:prstGeom>
        </p:spPr>
        <p:txBody>
          <a:bodyPr/>
          <a:lstStyle>
            <a:lvl1pPr algn="l">
              <a:defRPr i="1">
                <a:solidFill>
                  <a:schemeClr val="bg1"/>
                </a:solidFill>
              </a:defRPr>
            </a:lvl1pPr>
          </a:lstStyle>
          <a:p>
            <a:endParaRPr lang="en-US" i="1" dirty="0"/>
          </a:p>
        </p:txBody>
      </p:sp>
      <p:sp>
        <p:nvSpPr>
          <p:cNvPr id="16" name="Slide Number Placeholder 15">
            <a:extLst>
              <a:ext uri="{FF2B5EF4-FFF2-40B4-BE49-F238E27FC236}">
                <a16:creationId xmlns:a16="http://schemas.microsoft.com/office/drawing/2014/main" id="{BD4F076E-B4F2-6BF9-90B3-1F3532F80EB5}"/>
              </a:ext>
            </a:extLst>
          </p:cNvPr>
          <p:cNvSpPr>
            <a:spLocks noGrp="1"/>
          </p:cNvSpPr>
          <p:nvPr>
            <p:ph type="sldNum" sz="quarter" idx="12"/>
          </p:nvPr>
        </p:nvSpPr>
        <p:spPr/>
        <p:txBody>
          <a:bodyPr/>
          <a:lstStyle/>
          <a:p>
            <a:fld id="{6EF534D5-8D4C-454A-B069-B706E4B30484}" type="slidenum">
              <a:rPr lang="en-US" smtClean="0"/>
              <a:t>‹#›</a:t>
            </a:fld>
            <a:endParaRPr lang="en-US"/>
          </a:p>
        </p:txBody>
      </p:sp>
    </p:spTree>
    <p:extLst>
      <p:ext uri="{BB962C8B-B14F-4D97-AF65-F5344CB8AC3E}">
        <p14:creationId xmlns:p14="http://schemas.microsoft.com/office/powerpoint/2010/main" val="14197814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21" name="Picture 20" descr="A blue and white gradient&#10;&#10;AI-generated content may be incorrect.">
            <a:extLst>
              <a:ext uri="{FF2B5EF4-FFF2-40B4-BE49-F238E27FC236}">
                <a16:creationId xmlns:a16="http://schemas.microsoft.com/office/drawing/2014/main" id="{6C7456C4-4C8D-AEF7-56CD-3BA719DEB68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Content Placeholder 3">
            <a:extLst>
              <a:ext uri="{FF2B5EF4-FFF2-40B4-BE49-F238E27FC236}">
                <a16:creationId xmlns:a16="http://schemas.microsoft.com/office/drawing/2014/main" id="{A1103D5F-5199-8263-71CF-BD31DF7FA9AB}"/>
              </a:ext>
            </a:extLst>
          </p:cNvPr>
          <p:cNvSpPr>
            <a:spLocks noGrp="1"/>
          </p:cNvSpPr>
          <p:nvPr>
            <p:ph sz="half" idx="2" hasCustomPrompt="1"/>
          </p:nvPr>
        </p:nvSpPr>
        <p:spPr>
          <a:xfrm>
            <a:off x="2966971" y="2275698"/>
            <a:ext cx="7563066" cy="3684588"/>
          </a:xfrm>
          <a:prstGeom prst="rect">
            <a:avLst/>
          </a:prstGeom>
        </p:spPr>
        <p:txBody>
          <a:bodyPr/>
          <a:lstStyle>
            <a:lvl1pPr>
              <a:buFont typeface="+mj-lt"/>
              <a:buAutoNum type="arabicPeriod"/>
              <a:defRPr>
                <a:solidFill>
                  <a:schemeClr val="bg1"/>
                </a:solidFill>
              </a:defRPr>
            </a:lvl1pPr>
            <a:lvl2pPr>
              <a:buFont typeface="+mj-lt"/>
              <a:buNone/>
              <a:defRPr/>
            </a:lvl2pPr>
            <a:lvl3pPr>
              <a:buFont typeface="+mj-lt"/>
              <a:buAutoNum type="arabicParenR"/>
              <a:defRPr/>
            </a:lvl3pPr>
            <a:lvl4pPr>
              <a:buFont typeface="+mj-lt"/>
              <a:buAutoNum type="arabicParenR"/>
              <a:defRPr/>
            </a:lvl4pPr>
            <a:lvl5pPr>
              <a:buFont typeface="+mj-lt"/>
              <a:buAutoNum type="arabicParenR"/>
              <a:defRPr/>
            </a:lvl5pPr>
          </a:lstStyle>
          <a:p>
            <a:pPr lvl="0"/>
            <a:r>
              <a:rPr lang="en-US" dirty="0"/>
              <a:t> Item 1</a:t>
            </a:r>
          </a:p>
          <a:p>
            <a:pPr lvl="0"/>
            <a:r>
              <a:rPr lang="en-US" dirty="0"/>
              <a:t> Item 2</a:t>
            </a:r>
          </a:p>
          <a:p>
            <a:pPr lvl="0"/>
            <a:r>
              <a:rPr lang="en-US" dirty="0"/>
              <a:t> Item 3</a:t>
            </a:r>
          </a:p>
          <a:p>
            <a:pPr lvl="0"/>
            <a:r>
              <a:rPr lang="en-US" dirty="0"/>
              <a:t> Item 4 </a:t>
            </a:r>
          </a:p>
          <a:p>
            <a:pPr lvl="0"/>
            <a:r>
              <a:rPr lang="en-US" dirty="0"/>
              <a:t> And so on…</a:t>
            </a:r>
          </a:p>
          <a:p>
            <a:pPr lvl="0"/>
            <a:endParaRPr lang="en-US" dirty="0"/>
          </a:p>
        </p:txBody>
      </p:sp>
      <p:sp>
        <p:nvSpPr>
          <p:cNvPr id="17" name="Title 16">
            <a:extLst>
              <a:ext uri="{FF2B5EF4-FFF2-40B4-BE49-F238E27FC236}">
                <a16:creationId xmlns:a16="http://schemas.microsoft.com/office/drawing/2014/main" id="{9AA59FDE-8FBD-86AD-10FC-B3E05B6455A0}"/>
              </a:ext>
            </a:extLst>
          </p:cNvPr>
          <p:cNvSpPr>
            <a:spLocks noGrp="1"/>
          </p:cNvSpPr>
          <p:nvPr>
            <p:ph type="title" hasCustomPrompt="1"/>
          </p:nvPr>
        </p:nvSpPr>
        <p:spPr>
          <a:xfrm>
            <a:off x="2966971" y="803992"/>
            <a:ext cx="7563066" cy="1325563"/>
          </a:xfrm>
          <a:prstGeom prst="rect">
            <a:avLst/>
          </a:prstGeom>
        </p:spPr>
        <p:txBody>
          <a:bodyPr/>
          <a:lstStyle>
            <a:lvl1pPr>
              <a:defRPr>
                <a:solidFill>
                  <a:schemeClr val="bg1"/>
                </a:solidFill>
              </a:defRPr>
            </a:lvl1pPr>
          </a:lstStyle>
          <a:p>
            <a:r>
              <a:rPr lang="en-US" dirty="0"/>
              <a:t>Agenda</a:t>
            </a:r>
          </a:p>
        </p:txBody>
      </p:sp>
      <p:sp>
        <p:nvSpPr>
          <p:cNvPr id="23" name="Footer Placeholder 10">
            <a:extLst>
              <a:ext uri="{FF2B5EF4-FFF2-40B4-BE49-F238E27FC236}">
                <a16:creationId xmlns:a16="http://schemas.microsoft.com/office/drawing/2014/main" id="{FA3C42D0-2EDB-C21F-F17E-F114220767D9}"/>
              </a:ext>
            </a:extLst>
          </p:cNvPr>
          <p:cNvSpPr>
            <a:spLocks noGrp="1"/>
          </p:cNvSpPr>
          <p:nvPr>
            <p:ph type="ftr" sz="quarter" idx="3"/>
          </p:nvPr>
        </p:nvSpPr>
        <p:spPr>
          <a:xfrm>
            <a:off x="2966971" y="6356349"/>
            <a:ext cx="4114800" cy="365125"/>
          </a:xfrm>
          <a:prstGeom prst="rect">
            <a:avLst/>
          </a:prstGeom>
        </p:spPr>
        <p:txBody>
          <a:bodyPr vert="horz" lIns="91440" tIns="45720" rIns="91440" bIns="45720" rtlCol="0" anchor="ctr"/>
          <a:lstStyle>
            <a:lvl1pPr algn="l">
              <a:defRPr sz="1200" i="1">
                <a:solidFill>
                  <a:schemeClr val="bg1"/>
                </a:solidFill>
              </a:defRPr>
            </a:lvl1pPr>
          </a:lstStyle>
          <a:p>
            <a:endParaRPr lang="en-US" i="1" dirty="0"/>
          </a:p>
        </p:txBody>
      </p:sp>
      <p:sp>
        <p:nvSpPr>
          <p:cNvPr id="24" name="Slide Number Placeholder 11">
            <a:extLst>
              <a:ext uri="{FF2B5EF4-FFF2-40B4-BE49-F238E27FC236}">
                <a16:creationId xmlns:a16="http://schemas.microsoft.com/office/drawing/2014/main" id="{0EA747C5-771B-E414-6F28-F4CB9008AD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Tree>
    <p:extLst>
      <p:ext uri="{BB962C8B-B14F-4D97-AF65-F5344CB8AC3E}">
        <p14:creationId xmlns:p14="http://schemas.microsoft.com/office/powerpoint/2010/main" val="26215873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14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Speakers">
    <p:spTree>
      <p:nvGrpSpPr>
        <p:cNvPr id="1" name=""/>
        <p:cNvGrpSpPr/>
        <p:nvPr/>
      </p:nvGrpSpPr>
      <p:grpSpPr>
        <a:xfrm>
          <a:off x="0" y="0"/>
          <a:ext cx="0" cy="0"/>
          <a:chOff x="0" y="0"/>
          <a:chExt cx="0" cy="0"/>
        </a:xfrm>
      </p:grpSpPr>
      <p:pic>
        <p:nvPicPr>
          <p:cNvPr id="3" name="Picture 2" descr="A red background with a red center&#10;&#10;AI-generated content may be incorrect.">
            <a:extLst>
              <a:ext uri="{FF2B5EF4-FFF2-40B4-BE49-F238E27FC236}">
                <a16:creationId xmlns:a16="http://schemas.microsoft.com/office/drawing/2014/main" id="{5639F541-3125-265C-670E-0F6DEE5965F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Content Placeholder 3">
            <a:extLst>
              <a:ext uri="{FF2B5EF4-FFF2-40B4-BE49-F238E27FC236}">
                <a16:creationId xmlns:a16="http://schemas.microsoft.com/office/drawing/2014/main" id="{A1103D5F-5199-8263-71CF-BD31DF7FA9AB}"/>
              </a:ext>
            </a:extLst>
          </p:cNvPr>
          <p:cNvSpPr>
            <a:spLocks noGrp="1"/>
          </p:cNvSpPr>
          <p:nvPr>
            <p:ph sz="half" idx="2" hasCustomPrompt="1"/>
          </p:nvPr>
        </p:nvSpPr>
        <p:spPr>
          <a:xfrm>
            <a:off x="4795772" y="2512192"/>
            <a:ext cx="5186429" cy="1325563"/>
          </a:xfrm>
          <a:prstGeom prst="rect">
            <a:avLst/>
          </a:prstGeom>
        </p:spPr>
        <p:txBody>
          <a:bodyPr/>
          <a:lstStyle>
            <a:lvl1pPr>
              <a:buFont typeface="+mj-lt"/>
              <a:buNone/>
              <a:defRPr sz="2400" b="0">
                <a:solidFill>
                  <a:schemeClr val="bg1"/>
                </a:solidFill>
              </a:defRPr>
            </a:lvl1pPr>
            <a:lvl2pPr>
              <a:buFont typeface="+mj-lt"/>
              <a:buNone/>
              <a:defRPr/>
            </a:lvl2pPr>
            <a:lvl3pPr>
              <a:buFont typeface="+mj-lt"/>
              <a:buAutoNum type="arabicParenR"/>
              <a:defRPr/>
            </a:lvl3pPr>
            <a:lvl4pPr>
              <a:buFont typeface="+mj-lt"/>
              <a:buAutoNum type="arabicParenR"/>
              <a:defRPr/>
            </a:lvl4pPr>
            <a:lvl5pPr>
              <a:buFont typeface="+mj-lt"/>
              <a:buAutoNum type="arabicParenR"/>
              <a:defRPr/>
            </a:lvl5pPr>
          </a:lstStyle>
          <a:p>
            <a:pPr lvl="0"/>
            <a:r>
              <a:rPr lang="en-US" dirty="0"/>
              <a:t>Name</a:t>
            </a:r>
          </a:p>
          <a:p>
            <a:pPr lvl="0"/>
            <a:r>
              <a:rPr lang="en-US" dirty="0"/>
              <a:t>Title</a:t>
            </a:r>
          </a:p>
          <a:p>
            <a:pPr lvl="0"/>
            <a:r>
              <a:rPr lang="en-US" dirty="0"/>
              <a:t>Company</a:t>
            </a:r>
          </a:p>
        </p:txBody>
      </p:sp>
      <p:sp>
        <p:nvSpPr>
          <p:cNvPr id="17" name="Title 16">
            <a:extLst>
              <a:ext uri="{FF2B5EF4-FFF2-40B4-BE49-F238E27FC236}">
                <a16:creationId xmlns:a16="http://schemas.microsoft.com/office/drawing/2014/main" id="{9AA59FDE-8FBD-86AD-10FC-B3E05B6455A0}"/>
              </a:ext>
            </a:extLst>
          </p:cNvPr>
          <p:cNvSpPr>
            <a:spLocks noGrp="1"/>
          </p:cNvSpPr>
          <p:nvPr>
            <p:ph type="title" hasCustomPrompt="1"/>
          </p:nvPr>
        </p:nvSpPr>
        <p:spPr>
          <a:xfrm>
            <a:off x="2966971" y="803992"/>
            <a:ext cx="7563066" cy="1325563"/>
          </a:xfrm>
          <a:prstGeom prst="rect">
            <a:avLst/>
          </a:prstGeom>
        </p:spPr>
        <p:txBody>
          <a:bodyPr/>
          <a:lstStyle>
            <a:lvl1pPr>
              <a:defRPr>
                <a:solidFill>
                  <a:schemeClr val="bg1"/>
                </a:solidFill>
              </a:defRPr>
            </a:lvl1pPr>
          </a:lstStyle>
          <a:p>
            <a:r>
              <a:rPr lang="en-US" dirty="0"/>
              <a:t>Speakers</a:t>
            </a:r>
          </a:p>
        </p:txBody>
      </p:sp>
      <p:sp>
        <p:nvSpPr>
          <p:cNvPr id="23" name="Footer Placeholder 10">
            <a:extLst>
              <a:ext uri="{FF2B5EF4-FFF2-40B4-BE49-F238E27FC236}">
                <a16:creationId xmlns:a16="http://schemas.microsoft.com/office/drawing/2014/main" id="{FA3C42D0-2EDB-C21F-F17E-F114220767D9}"/>
              </a:ext>
            </a:extLst>
          </p:cNvPr>
          <p:cNvSpPr>
            <a:spLocks noGrp="1"/>
          </p:cNvSpPr>
          <p:nvPr>
            <p:ph type="ftr" sz="quarter" idx="3"/>
          </p:nvPr>
        </p:nvSpPr>
        <p:spPr>
          <a:xfrm>
            <a:off x="2966971" y="6356349"/>
            <a:ext cx="4114800" cy="365125"/>
          </a:xfrm>
          <a:prstGeom prst="rect">
            <a:avLst/>
          </a:prstGeom>
        </p:spPr>
        <p:txBody>
          <a:bodyPr vert="horz" lIns="91440" tIns="45720" rIns="91440" bIns="45720" rtlCol="0" anchor="ctr"/>
          <a:lstStyle>
            <a:lvl1pPr algn="l">
              <a:defRPr sz="1200" i="1">
                <a:solidFill>
                  <a:schemeClr val="bg1"/>
                </a:solidFill>
              </a:defRPr>
            </a:lvl1pPr>
          </a:lstStyle>
          <a:p>
            <a:endParaRPr lang="en-US" i="1" dirty="0"/>
          </a:p>
        </p:txBody>
      </p:sp>
      <p:sp>
        <p:nvSpPr>
          <p:cNvPr id="24" name="Slide Number Placeholder 11">
            <a:extLst>
              <a:ext uri="{FF2B5EF4-FFF2-40B4-BE49-F238E27FC236}">
                <a16:creationId xmlns:a16="http://schemas.microsoft.com/office/drawing/2014/main" id="{0EA747C5-771B-E414-6F28-F4CB9008AD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
        <p:nvSpPr>
          <p:cNvPr id="4" name="Content Placeholder 3">
            <a:extLst>
              <a:ext uri="{FF2B5EF4-FFF2-40B4-BE49-F238E27FC236}">
                <a16:creationId xmlns:a16="http://schemas.microsoft.com/office/drawing/2014/main" id="{9412F281-6AC3-BAFB-9EEA-A83912990FD2}"/>
              </a:ext>
            </a:extLst>
          </p:cNvPr>
          <p:cNvSpPr>
            <a:spLocks noGrp="1"/>
          </p:cNvSpPr>
          <p:nvPr>
            <p:ph sz="half" idx="11" hasCustomPrompt="1"/>
          </p:nvPr>
        </p:nvSpPr>
        <p:spPr>
          <a:xfrm>
            <a:off x="4795771" y="4301229"/>
            <a:ext cx="5186429" cy="1325563"/>
          </a:xfrm>
          <a:prstGeom prst="rect">
            <a:avLst/>
          </a:prstGeom>
        </p:spPr>
        <p:txBody>
          <a:bodyPr/>
          <a:lstStyle>
            <a:lvl1pPr>
              <a:buFont typeface="+mj-lt"/>
              <a:buNone/>
              <a:defRPr sz="2400" b="0">
                <a:solidFill>
                  <a:schemeClr val="bg1"/>
                </a:solidFill>
              </a:defRPr>
            </a:lvl1pPr>
            <a:lvl2pPr>
              <a:buFont typeface="+mj-lt"/>
              <a:buNone/>
              <a:defRPr/>
            </a:lvl2pPr>
            <a:lvl3pPr>
              <a:buFont typeface="+mj-lt"/>
              <a:buAutoNum type="arabicParenR"/>
              <a:defRPr/>
            </a:lvl3pPr>
            <a:lvl4pPr>
              <a:buFont typeface="+mj-lt"/>
              <a:buAutoNum type="arabicParenR"/>
              <a:defRPr/>
            </a:lvl4pPr>
            <a:lvl5pPr>
              <a:buFont typeface="+mj-lt"/>
              <a:buAutoNum type="arabicParenR"/>
              <a:defRPr/>
            </a:lvl5pPr>
          </a:lstStyle>
          <a:p>
            <a:pPr lvl="0"/>
            <a:r>
              <a:rPr lang="en-US" dirty="0"/>
              <a:t>Name</a:t>
            </a:r>
          </a:p>
          <a:p>
            <a:pPr lvl="0"/>
            <a:r>
              <a:rPr lang="en-US" dirty="0"/>
              <a:t>Title</a:t>
            </a:r>
          </a:p>
          <a:p>
            <a:pPr lvl="0"/>
            <a:r>
              <a:rPr lang="en-US" dirty="0"/>
              <a:t>Company</a:t>
            </a:r>
          </a:p>
        </p:txBody>
      </p:sp>
      <p:sp>
        <p:nvSpPr>
          <p:cNvPr id="9" name="Picture Placeholder 8">
            <a:extLst>
              <a:ext uri="{FF2B5EF4-FFF2-40B4-BE49-F238E27FC236}">
                <a16:creationId xmlns:a16="http://schemas.microsoft.com/office/drawing/2014/main" id="{818D8AFE-56C5-AE00-9C1C-FC04BBB20E05}"/>
              </a:ext>
            </a:extLst>
          </p:cNvPr>
          <p:cNvSpPr>
            <a:spLocks noGrp="1"/>
          </p:cNvSpPr>
          <p:nvPr>
            <p:ph type="pic" sz="quarter" idx="12"/>
          </p:nvPr>
        </p:nvSpPr>
        <p:spPr>
          <a:xfrm>
            <a:off x="2967038" y="2511425"/>
            <a:ext cx="1393825" cy="1325563"/>
          </a:xfrm>
        </p:spPr>
        <p:txBody>
          <a:bodyPr/>
          <a:lstStyle/>
          <a:p>
            <a:endParaRPr lang="en-US"/>
          </a:p>
        </p:txBody>
      </p:sp>
      <p:sp>
        <p:nvSpPr>
          <p:cNvPr id="11" name="Picture Placeholder 8">
            <a:extLst>
              <a:ext uri="{FF2B5EF4-FFF2-40B4-BE49-F238E27FC236}">
                <a16:creationId xmlns:a16="http://schemas.microsoft.com/office/drawing/2014/main" id="{2493FB5C-CA6E-1F10-D779-949C25DB52A6}"/>
              </a:ext>
            </a:extLst>
          </p:cNvPr>
          <p:cNvSpPr>
            <a:spLocks noGrp="1"/>
          </p:cNvSpPr>
          <p:nvPr>
            <p:ph type="pic" sz="quarter" idx="13"/>
          </p:nvPr>
        </p:nvSpPr>
        <p:spPr>
          <a:xfrm>
            <a:off x="2966971" y="4301229"/>
            <a:ext cx="1393825" cy="1325563"/>
          </a:xfrm>
        </p:spPr>
        <p:txBody>
          <a:bodyPr/>
          <a:lstStyle/>
          <a:p>
            <a:endParaRPr lang="en-US"/>
          </a:p>
        </p:txBody>
      </p:sp>
    </p:spTree>
    <p:extLst>
      <p:ext uri="{BB962C8B-B14F-4D97-AF65-F5344CB8AC3E}">
        <p14:creationId xmlns:p14="http://schemas.microsoft.com/office/powerpoint/2010/main" val="2583097928"/>
      </p:ext>
    </p:extLst>
  </p:cSld>
  <p:clrMapOvr>
    <a:masterClrMapping/>
  </p:clrMapOvr>
  <p:extLst>
    <p:ext uri="{DCECCB84-F9BA-43D5-87BE-67443E8EF086}">
      <p15:sldGuideLst xmlns:p15="http://schemas.microsoft.com/office/powerpoint/2012/main">
        <p15:guide id="1" orient="horz" pos="2160">
          <p15:clr>
            <a:srgbClr val="FBAE40"/>
          </p15:clr>
        </p15:guide>
        <p15:guide id="2" pos="1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pic>
        <p:nvPicPr>
          <p:cNvPr id="3" name="Picture 2" descr="A red background with a red center&#10;&#10;AI-generated content may be incorrect.">
            <a:extLst>
              <a:ext uri="{FF2B5EF4-FFF2-40B4-BE49-F238E27FC236}">
                <a16:creationId xmlns:a16="http://schemas.microsoft.com/office/drawing/2014/main" id="{5639F541-3125-265C-670E-0F6DEE5965F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7" name="Title 16">
            <a:extLst>
              <a:ext uri="{FF2B5EF4-FFF2-40B4-BE49-F238E27FC236}">
                <a16:creationId xmlns:a16="http://schemas.microsoft.com/office/drawing/2014/main" id="{9AA59FDE-8FBD-86AD-10FC-B3E05B6455A0}"/>
              </a:ext>
            </a:extLst>
          </p:cNvPr>
          <p:cNvSpPr>
            <a:spLocks noGrp="1"/>
          </p:cNvSpPr>
          <p:nvPr>
            <p:ph type="title" hasCustomPrompt="1"/>
          </p:nvPr>
        </p:nvSpPr>
        <p:spPr>
          <a:xfrm>
            <a:off x="2966971" y="803992"/>
            <a:ext cx="8386828" cy="1325563"/>
          </a:xfrm>
          <a:prstGeom prst="rect">
            <a:avLst/>
          </a:prstGeom>
        </p:spPr>
        <p:txBody>
          <a:bodyPr/>
          <a:lstStyle>
            <a:lvl1pPr>
              <a:defRPr>
                <a:solidFill>
                  <a:schemeClr val="bg1"/>
                </a:solidFill>
              </a:defRPr>
            </a:lvl1pPr>
          </a:lstStyle>
          <a:p>
            <a:r>
              <a:rPr lang="en-US" dirty="0"/>
              <a:t>Speaker</a:t>
            </a:r>
          </a:p>
        </p:txBody>
      </p:sp>
      <p:sp>
        <p:nvSpPr>
          <p:cNvPr id="23" name="Footer Placeholder 10">
            <a:extLst>
              <a:ext uri="{FF2B5EF4-FFF2-40B4-BE49-F238E27FC236}">
                <a16:creationId xmlns:a16="http://schemas.microsoft.com/office/drawing/2014/main" id="{FA3C42D0-2EDB-C21F-F17E-F114220767D9}"/>
              </a:ext>
            </a:extLst>
          </p:cNvPr>
          <p:cNvSpPr>
            <a:spLocks noGrp="1"/>
          </p:cNvSpPr>
          <p:nvPr>
            <p:ph type="ftr" sz="quarter" idx="3"/>
          </p:nvPr>
        </p:nvSpPr>
        <p:spPr>
          <a:xfrm>
            <a:off x="2966971" y="6333780"/>
            <a:ext cx="4114800" cy="365125"/>
          </a:xfrm>
          <a:prstGeom prst="rect">
            <a:avLst/>
          </a:prstGeom>
        </p:spPr>
        <p:txBody>
          <a:bodyPr vert="horz" lIns="91440" tIns="45720" rIns="91440" bIns="45720" rtlCol="0" anchor="ctr"/>
          <a:lstStyle>
            <a:lvl1pPr algn="l">
              <a:defRPr sz="1200" i="1">
                <a:solidFill>
                  <a:schemeClr val="bg1"/>
                </a:solidFill>
              </a:defRPr>
            </a:lvl1pPr>
          </a:lstStyle>
          <a:p>
            <a:endParaRPr lang="en-US" i="1" dirty="0"/>
          </a:p>
        </p:txBody>
      </p:sp>
      <p:sp>
        <p:nvSpPr>
          <p:cNvPr id="24" name="Slide Number Placeholder 11">
            <a:extLst>
              <a:ext uri="{FF2B5EF4-FFF2-40B4-BE49-F238E27FC236}">
                <a16:creationId xmlns:a16="http://schemas.microsoft.com/office/drawing/2014/main" id="{0EA747C5-771B-E414-6F28-F4CB9008AD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
        <p:nvSpPr>
          <p:cNvPr id="2" name="Content Placeholder 3">
            <a:extLst>
              <a:ext uri="{FF2B5EF4-FFF2-40B4-BE49-F238E27FC236}">
                <a16:creationId xmlns:a16="http://schemas.microsoft.com/office/drawing/2014/main" id="{68F3BF7C-3442-EA63-0BA3-94424B383B81}"/>
              </a:ext>
            </a:extLst>
          </p:cNvPr>
          <p:cNvSpPr>
            <a:spLocks noGrp="1"/>
          </p:cNvSpPr>
          <p:nvPr>
            <p:ph sz="half" idx="2" hasCustomPrompt="1"/>
          </p:nvPr>
        </p:nvSpPr>
        <p:spPr>
          <a:xfrm>
            <a:off x="2966971" y="4166260"/>
            <a:ext cx="2228115" cy="1325563"/>
          </a:xfrm>
          <a:prstGeom prst="rect">
            <a:avLst/>
          </a:prstGeom>
        </p:spPr>
        <p:txBody>
          <a:bodyPr/>
          <a:lstStyle>
            <a:lvl1pPr>
              <a:buFont typeface="+mj-lt"/>
              <a:buNone/>
              <a:defRPr sz="2400" b="0">
                <a:solidFill>
                  <a:schemeClr val="bg1"/>
                </a:solidFill>
              </a:defRPr>
            </a:lvl1pPr>
            <a:lvl2pPr>
              <a:buFont typeface="+mj-lt"/>
              <a:buNone/>
              <a:defRPr/>
            </a:lvl2pPr>
            <a:lvl3pPr>
              <a:buFont typeface="+mj-lt"/>
              <a:buAutoNum type="arabicParenR"/>
              <a:defRPr/>
            </a:lvl3pPr>
            <a:lvl4pPr>
              <a:buFont typeface="+mj-lt"/>
              <a:buAutoNum type="arabicParenR"/>
              <a:defRPr/>
            </a:lvl4pPr>
            <a:lvl5pPr>
              <a:buFont typeface="+mj-lt"/>
              <a:buAutoNum type="arabicParenR"/>
              <a:defRPr/>
            </a:lvl5pPr>
          </a:lstStyle>
          <a:p>
            <a:pPr lvl="0"/>
            <a:r>
              <a:rPr lang="en-US" dirty="0"/>
              <a:t>Name</a:t>
            </a:r>
          </a:p>
          <a:p>
            <a:pPr lvl="0"/>
            <a:r>
              <a:rPr lang="en-US" dirty="0"/>
              <a:t>Title</a:t>
            </a:r>
          </a:p>
          <a:p>
            <a:pPr lvl="0"/>
            <a:r>
              <a:rPr lang="en-US" dirty="0"/>
              <a:t>Company</a:t>
            </a:r>
          </a:p>
        </p:txBody>
      </p:sp>
      <p:sp>
        <p:nvSpPr>
          <p:cNvPr id="5" name="Picture Placeholder 8">
            <a:extLst>
              <a:ext uri="{FF2B5EF4-FFF2-40B4-BE49-F238E27FC236}">
                <a16:creationId xmlns:a16="http://schemas.microsoft.com/office/drawing/2014/main" id="{2DF14B12-531F-F184-EF30-316BF2ABC606}"/>
              </a:ext>
            </a:extLst>
          </p:cNvPr>
          <p:cNvSpPr>
            <a:spLocks noGrp="1"/>
          </p:cNvSpPr>
          <p:nvPr>
            <p:ph type="pic" sz="quarter" idx="12"/>
          </p:nvPr>
        </p:nvSpPr>
        <p:spPr>
          <a:xfrm>
            <a:off x="2967038" y="2511425"/>
            <a:ext cx="1393825" cy="1325563"/>
          </a:xfrm>
        </p:spPr>
        <p:txBody>
          <a:bodyPr/>
          <a:lstStyle/>
          <a:p>
            <a:endParaRPr lang="en-US"/>
          </a:p>
        </p:txBody>
      </p:sp>
      <p:sp>
        <p:nvSpPr>
          <p:cNvPr id="13" name="Text Placeholder 12">
            <a:extLst>
              <a:ext uri="{FF2B5EF4-FFF2-40B4-BE49-F238E27FC236}">
                <a16:creationId xmlns:a16="http://schemas.microsoft.com/office/drawing/2014/main" id="{E44A4820-7098-3F3E-76BF-BF095F2E3411}"/>
              </a:ext>
            </a:extLst>
          </p:cNvPr>
          <p:cNvSpPr>
            <a:spLocks noGrp="1"/>
          </p:cNvSpPr>
          <p:nvPr>
            <p:ph type="body" sz="quarter" idx="13"/>
          </p:nvPr>
        </p:nvSpPr>
        <p:spPr>
          <a:xfrm>
            <a:off x="5664200" y="2511425"/>
            <a:ext cx="5689600" cy="30718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12448949"/>
      </p:ext>
    </p:extLst>
  </p:cSld>
  <p:clrMapOvr>
    <a:masterClrMapping/>
  </p:clrMapOvr>
  <p:extLst>
    <p:ext uri="{DCECCB84-F9BA-43D5-87BE-67443E8EF086}">
      <p15:sldGuideLst xmlns:p15="http://schemas.microsoft.com/office/powerpoint/2012/main">
        <p15:guide id="1" orient="horz" pos="2160">
          <p15:clr>
            <a:srgbClr val="FBAE40"/>
          </p15:clr>
        </p15:guide>
        <p15:guide id="2" pos="14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1" name="Picture 20" descr="A blue and white gradient&#10;&#10;AI-generated content may be incorrect.">
            <a:extLst>
              <a:ext uri="{FF2B5EF4-FFF2-40B4-BE49-F238E27FC236}">
                <a16:creationId xmlns:a16="http://schemas.microsoft.com/office/drawing/2014/main" id="{6C7456C4-4C8D-AEF7-56CD-3BA719DEB68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Content Placeholder 3">
            <a:extLst>
              <a:ext uri="{FF2B5EF4-FFF2-40B4-BE49-F238E27FC236}">
                <a16:creationId xmlns:a16="http://schemas.microsoft.com/office/drawing/2014/main" id="{A1103D5F-5199-8263-71CF-BD31DF7FA9AB}"/>
              </a:ext>
            </a:extLst>
          </p:cNvPr>
          <p:cNvSpPr>
            <a:spLocks noGrp="1"/>
          </p:cNvSpPr>
          <p:nvPr>
            <p:ph sz="half" idx="2" hasCustomPrompt="1"/>
          </p:nvPr>
        </p:nvSpPr>
        <p:spPr>
          <a:xfrm>
            <a:off x="2910327" y="3950749"/>
            <a:ext cx="7563066" cy="596975"/>
          </a:xfrm>
          <a:prstGeom prst="rect">
            <a:avLst/>
          </a:prstGeom>
        </p:spPr>
        <p:txBody>
          <a:bodyPr/>
          <a:lstStyle>
            <a:lvl1pPr>
              <a:buFont typeface="+mj-lt"/>
              <a:buNone/>
              <a:defRPr>
                <a:solidFill>
                  <a:schemeClr val="bg1"/>
                </a:solidFill>
              </a:defRPr>
            </a:lvl1pPr>
            <a:lvl2pPr>
              <a:buFont typeface="+mj-lt"/>
              <a:buNone/>
              <a:defRPr/>
            </a:lvl2pPr>
            <a:lvl3pPr>
              <a:buFont typeface="+mj-lt"/>
              <a:buAutoNum type="arabicParenR"/>
              <a:defRPr/>
            </a:lvl3pPr>
            <a:lvl4pPr>
              <a:buFont typeface="+mj-lt"/>
              <a:buAutoNum type="arabicParenR"/>
              <a:defRPr/>
            </a:lvl4pPr>
            <a:lvl5pPr>
              <a:buFont typeface="+mj-lt"/>
              <a:buAutoNum type="arabicParenR"/>
              <a:defRPr/>
            </a:lvl5pPr>
          </a:lstStyle>
          <a:p>
            <a:pPr lvl="0"/>
            <a:r>
              <a:rPr lang="en-US" dirty="0"/>
              <a:t>Subtitle</a:t>
            </a:r>
          </a:p>
        </p:txBody>
      </p:sp>
      <p:sp>
        <p:nvSpPr>
          <p:cNvPr id="17" name="Title 16">
            <a:extLst>
              <a:ext uri="{FF2B5EF4-FFF2-40B4-BE49-F238E27FC236}">
                <a16:creationId xmlns:a16="http://schemas.microsoft.com/office/drawing/2014/main" id="{9AA59FDE-8FBD-86AD-10FC-B3E05B6455A0}"/>
              </a:ext>
            </a:extLst>
          </p:cNvPr>
          <p:cNvSpPr>
            <a:spLocks noGrp="1"/>
          </p:cNvSpPr>
          <p:nvPr>
            <p:ph type="title" hasCustomPrompt="1"/>
          </p:nvPr>
        </p:nvSpPr>
        <p:spPr>
          <a:xfrm>
            <a:off x="2910327" y="2479043"/>
            <a:ext cx="7563066" cy="1325563"/>
          </a:xfrm>
          <a:prstGeom prst="rect">
            <a:avLst/>
          </a:prstGeom>
        </p:spPr>
        <p:txBody>
          <a:bodyPr/>
          <a:lstStyle>
            <a:lvl1pPr>
              <a:defRPr>
                <a:solidFill>
                  <a:schemeClr val="bg1"/>
                </a:solidFill>
              </a:defRPr>
            </a:lvl1pPr>
          </a:lstStyle>
          <a:p>
            <a:r>
              <a:rPr lang="en-US" dirty="0"/>
              <a:t>Section Title</a:t>
            </a:r>
          </a:p>
        </p:txBody>
      </p:sp>
      <p:sp>
        <p:nvSpPr>
          <p:cNvPr id="23" name="Footer Placeholder 10">
            <a:extLst>
              <a:ext uri="{FF2B5EF4-FFF2-40B4-BE49-F238E27FC236}">
                <a16:creationId xmlns:a16="http://schemas.microsoft.com/office/drawing/2014/main" id="{FA3C42D0-2EDB-C21F-F17E-F114220767D9}"/>
              </a:ext>
            </a:extLst>
          </p:cNvPr>
          <p:cNvSpPr>
            <a:spLocks noGrp="1"/>
          </p:cNvSpPr>
          <p:nvPr>
            <p:ph type="ftr" sz="quarter" idx="3"/>
          </p:nvPr>
        </p:nvSpPr>
        <p:spPr>
          <a:xfrm>
            <a:off x="2910327" y="6348873"/>
            <a:ext cx="4114800" cy="365125"/>
          </a:xfrm>
          <a:prstGeom prst="rect">
            <a:avLst/>
          </a:prstGeom>
        </p:spPr>
        <p:txBody>
          <a:bodyPr vert="horz" lIns="91440" tIns="45720" rIns="91440" bIns="45720" rtlCol="0" anchor="ctr"/>
          <a:lstStyle>
            <a:lvl1pPr algn="l">
              <a:defRPr sz="1200" i="1">
                <a:solidFill>
                  <a:schemeClr val="bg1"/>
                </a:solidFill>
              </a:defRPr>
            </a:lvl1pPr>
          </a:lstStyle>
          <a:p>
            <a:endParaRPr lang="en-US" i="1" dirty="0"/>
          </a:p>
        </p:txBody>
      </p:sp>
      <p:sp>
        <p:nvSpPr>
          <p:cNvPr id="24" name="Slide Number Placeholder 11">
            <a:extLst>
              <a:ext uri="{FF2B5EF4-FFF2-40B4-BE49-F238E27FC236}">
                <a16:creationId xmlns:a16="http://schemas.microsoft.com/office/drawing/2014/main" id="{0EA747C5-771B-E414-6F28-F4CB9008AD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Tree>
    <p:extLst>
      <p:ext uri="{BB962C8B-B14F-4D97-AF65-F5344CB8AC3E}">
        <p14:creationId xmlns:p14="http://schemas.microsoft.com/office/powerpoint/2010/main" val="3408564014"/>
      </p:ext>
    </p:extLst>
  </p:cSld>
  <p:clrMapOvr>
    <a:masterClrMapping/>
  </p:clrMapOvr>
  <p:extLst>
    <p:ext uri="{DCECCB84-F9BA-43D5-87BE-67443E8EF086}">
      <p15:sldGuideLst xmlns:p15="http://schemas.microsoft.com/office/powerpoint/2012/main">
        <p15:guide id="1" orient="horz" pos="2160">
          <p15:clr>
            <a:srgbClr val="FBAE40"/>
          </p15:clr>
        </p15:guide>
        <p15:guide id="2" pos="182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CFCC1A-5DF7-A930-6849-7A546E67F0FD}"/>
              </a:ext>
            </a:extLst>
          </p:cNvPr>
          <p:cNvSpPr>
            <a:spLocks noGrp="1"/>
          </p:cNvSpPr>
          <p:nvPr>
            <p:ph idx="1"/>
          </p:nvPr>
        </p:nvSpPr>
        <p:spPr>
          <a:xfrm>
            <a:off x="279936" y="1799234"/>
            <a:ext cx="11645364" cy="435133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a:extLst>
              <a:ext uri="{FF2B5EF4-FFF2-40B4-BE49-F238E27FC236}">
                <a16:creationId xmlns:a16="http://schemas.microsoft.com/office/drawing/2014/main" id="{2869725B-1B74-D955-6596-2D3F8D6BA8E8}"/>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
        <p:nvSpPr>
          <p:cNvPr id="10" name="Slide Number Placeholder 4">
            <a:extLst>
              <a:ext uri="{FF2B5EF4-FFF2-40B4-BE49-F238E27FC236}">
                <a16:creationId xmlns:a16="http://schemas.microsoft.com/office/drawing/2014/main" id="{E20B0336-3DDF-83F4-9567-29E4D6C7046E}"/>
              </a:ext>
            </a:extLst>
          </p:cNvPr>
          <p:cNvSpPr>
            <a:spLocks noGrp="1"/>
          </p:cNvSpPr>
          <p:nvPr>
            <p:ph type="sldNum" sz="quarter" idx="12"/>
          </p:nvPr>
        </p:nvSpPr>
        <p:spPr>
          <a:xfrm>
            <a:off x="9183300" y="6242935"/>
            <a:ext cx="2743200" cy="365125"/>
          </a:xfrm>
          <a:prstGeom prst="rect">
            <a:avLst/>
          </a:prstGeom>
        </p:spPr>
        <p:txBody>
          <a:bodyPr/>
          <a:lstStyle/>
          <a:p>
            <a:fld id="{D2746BFC-6E2B-CA4A-A7A0-4EBE4172E873}" type="slidenum">
              <a:rPr lang="en-US" smtClean="0"/>
              <a:t>‹#›</a:t>
            </a:fld>
            <a:endParaRPr lang="en-US" dirty="0"/>
          </a:p>
        </p:txBody>
      </p:sp>
      <p:pic>
        <p:nvPicPr>
          <p:cNvPr id="11" name="Picture 10" descr="A blue and red text with yellow and red dots&#10;&#10;AI-generated content may be incorrect.">
            <a:extLst>
              <a:ext uri="{FF2B5EF4-FFF2-40B4-BE49-F238E27FC236}">
                <a16:creationId xmlns:a16="http://schemas.microsoft.com/office/drawing/2014/main" id="{6EA2403E-F3D8-6063-18C7-40E2C7BF79E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2" name="Title 1">
            <a:extLst>
              <a:ext uri="{FF2B5EF4-FFF2-40B4-BE49-F238E27FC236}">
                <a16:creationId xmlns:a16="http://schemas.microsoft.com/office/drawing/2014/main" id="{CE30BA52-2705-444C-FB2D-C719442891AC}"/>
              </a:ext>
            </a:extLst>
          </p:cNvPr>
          <p:cNvSpPr>
            <a:spLocks noGrp="1"/>
          </p:cNvSpPr>
          <p:nvPr>
            <p:ph type="title"/>
          </p:nvPr>
        </p:nvSpPr>
        <p:spPr>
          <a:xfrm>
            <a:off x="279933" y="320676"/>
            <a:ext cx="11645363" cy="1228992"/>
          </a:xfrm>
          <a:prstGeom prst="rect">
            <a:avLst/>
          </a:prstGeom>
        </p:spPr>
        <p:txBody>
          <a:bodyPr/>
          <a:lstStyle/>
          <a:p>
            <a:r>
              <a:rPr lang="en-US" dirty="0"/>
              <a:t>Click to edit Master title style</a:t>
            </a:r>
          </a:p>
        </p:txBody>
      </p:sp>
    </p:spTree>
    <p:extLst>
      <p:ext uri="{BB962C8B-B14F-4D97-AF65-F5344CB8AC3E}">
        <p14:creationId xmlns:p14="http://schemas.microsoft.com/office/powerpoint/2010/main" val="1677892622"/>
      </p:ext>
    </p:extLst>
  </p:cSld>
  <p:clrMapOvr>
    <a:masterClrMapping/>
  </p:clrMapOvr>
  <p:extLst>
    <p:ext uri="{DCECCB84-F9BA-43D5-87BE-67443E8EF086}">
      <p15:sldGuideLst xmlns:p15="http://schemas.microsoft.com/office/powerpoint/2012/main">
        <p15:guide id="1" orient="horz" pos="192" userDrawn="1">
          <p15:clr>
            <a:srgbClr val="FBAE40"/>
          </p15:clr>
        </p15:guide>
        <p15:guide id="2" pos="16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pen Slide">
    <p:spTree>
      <p:nvGrpSpPr>
        <p:cNvPr id="1" name=""/>
        <p:cNvGrpSpPr/>
        <p:nvPr/>
      </p:nvGrpSpPr>
      <p:grpSpPr>
        <a:xfrm>
          <a:off x="0" y="0"/>
          <a:ext cx="0" cy="0"/>
          <a:chOff x="0" y="0"/>
          <a:chExt cx="0" cy="0"/>
        </a:xfrm>
      </p:grpSpPr>
      <p:pic>
        <p:nvPicPr>
          <p:cNvPr id="7" name="Picture 6" descr="A blue and red text with yellow and red dots&#10;&#10;AI-generated content may be incorrect.">
            <a:extLst>
              <a:ext uri="{FF2B5EF4-FFF2-40B4-BE49-F238E27FC236}">
                <a16:creationId xmlns:a16="http://schemas.microsoft.com/office/drawing/2014/main" id="{8DBDCD31-8177-F4B4-7180-2A5028012C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10" name="Slide Number Placeholder 4">
            <a:extLst>
              <a:ext uri="{FF2B5EF4-FFF2-40B4-BE49-F238E27FC236}">
                <a16:creationId xmlns:a16="http://schemas.microsoft.com/office/drawing/2014/main" id="{7EF4794E-643B-D762-E374-E3DA6D152BCA}"/>
              </a:ext>
            </a:extLst>
          </p:cNvPr>
          <p:cNvSpPr>
            <a:spLocks noGrp="1"/>
          </p:cNvSpPr>
          <p:nvPr>
            <p:ph type="sldNum" sz="quarter" idx="12"/>
          </p:nvPr>
        </p:nvSpPr>
        <p:spPr>
          <a:xfrm>
            <a:off x="9183300" y="6242935"/>
            <a:ext cx="2743200" cy="365125"/>
          </a:xfrm>
          <a:prstGeom prst="rect">
            <a:avLst/>
          </a:prstGeom>
        </p:spPr>
        <p:txBody>
          <a:bodyPr/>
          <a:lstStyle/>
          <a:p>
            <a:fld id="{D2746BFC-6E2B-CA4A-A7A0-4EBE4172E873}" type="slidenum">
              <a:rPr lang="en-US" smtClean="0"/>
              <a:t>‹#›</a:t>
            </a:fld>
            <a:endParaRPr lang="en-US" dirty="0"/>
          </a:p>
        </p:txBody>
      </p:sp>
      <p:sp>
        <p:nvSpPr>
          <p:cNvPr id="11" name="Title 1">
            <a:extLst>
              <a:ext uri="{FF2B5EF4-FFF2-40B4-BE49-F238E27FC236}">
                <a16:creationId xmlns:a16="http://schemas.microsoft.com/office/drawing/2014/main" id="{7D3D0F8B-9263-7916-6CDA-26E74A7F5548}"/>
              </a:ext>
            </a:extLst>
          </p:cNvPr>
          <p:cNvSpPr>
            <a:spLocks noGrp="1"/>
          </p:cNvSpPr>
          <p:nvPr>
            <p:ph type="title"/>
          </p:nvPr>
        </p:nvSpPr>
        <p:spPr>
          <a:xfrm>
            <a:off x="279933" y="320676"/>
            <a:ext cx="11645363" cy="1228992"/>
          </a:xfrm>
          <a:prstGeom prst="rect">
            <a:avLst/>
          </a:prstGeom>
        </p:spPr>
        <p:txBody>
          <a:bodyPr/>
          <a:lstStyle/>
          <a:p>
            <a:r>
              <a:rPr lang="en-US" dirty="0"/>
              <a:t>Click to edit Master title style</a:t>
            </a:r>
          </a:p>
        </p:txBody>
      </p:sp>
      <p:sp>
        <p:nvSpPr>
          <p:cNvPr id="2" name="Footer Placeholder 3">
            <a:extLst>
              <a:ext uri="{FF2B5EF4-FFF2-40B4-BE49-F238E27FC236}">
                <a16:creationId xmlns:a16="http://schemas.microsoft.com/office/drawing/2014/main" id="{AFD9F8EC-3AB0-7D95-7CFE-61AFB818F942}"/>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Tree>
    <p:extLst>
      <p:ext uri="{BB962C8B-B14F-4D97-AF65-F5344CB8AC3E}">
        <p14:creationId xmlns:p14="http://schemas.microsoft.com/office/powerpoint/2010/main" val="253770254"/>
      </p:ext>
    </p:extLst>
  </p:cSld>
  <p:clrMapOvr>
    <a:masterClrMapping/>
  </p:clrMapOvr>
  <p:extLst>
    <p:ext uri="{DCECCB84-F9BA-43D5-87BE-67443E8EF086}">
      <p15:sldGuideLst xmlns:p15="http://schemas.microsoft.com/office/powerpoint/2012/main">
        <p15:guide id="1" orient="horz" pos="216" userDrawn="1">
          <p15:clr>
            <a:srgbClr val="FBAE40"/>
          </p15:clr>
        </p15:guide>
        <p15:guide id="2" pos="16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or Statistic Feature">
    <p:spTree>
      <p:nvGrpSpPr>
        <p:cNvPr id="1" name=""/>
        <p:cNvGrpSpPr/>
        <p:nvPr/>
      </p:nvGrpSpPr>
      <p:grpSpPr>
        <a:xfrm>
          <a:off x="0" y="0"/>
          <a:ext cx="0" cy="0"/>
          <a:chOff x="0" y="0"/>
          <a:chExt cx="0" cy="0"/>
        </a:xfrm>
      </p:grpSpPr>
      <p:pic>
        <p:nvPicPr>
          <p:cNvPr id="15" name="Picture 14" descr="A blue and white background&#10;&#10;AI-generated content may be incorrect.">
            <a:extLst>
              <a:ext uri="{FF2B5EF4-FFF2-40B4-BE49-F238E27FC236}">
                <a16:creationId xmlns:a16="http://schemas.microsoft.com/office/drawing/2014/main" id="{9A7E88F2-E8A2-2BE2-EF88-DAF3C1F5A31B}"/>
              </a:ext>
            </a:extLst>
          </p:cNvPr>
          <p:cNvPicPr>
            <a:picLocks noChangeAspect="1"/>
          </p:cNvPicPr>
          <p:nvPr userDrawn="1"/>
        </p:nvPicPr>
        <p:blipFill>
          <a:blip r:embed="rId2"/>
          <a:stretch>
            <a:fillRect/>
          </a:stretch>
        </p:blipFill>
        <p:spPr>
          <a:xfrm>
            <a:off x="2065" y="0"/>
            <a:ext cx="12192000" cy="6858000"/>
          </a:xfrm>
          <a:prstGeom prst="rect">
            <a:avLst/>
          </a:prstGeom>
        </p:spPr>
      </p:pic>
      <p:sp>
        <p:nvSpPr>
          <p:cNvPr id="7" name="Content Placeholder 5">
            <a:extLst>
              <a:ext uri="{FF2B5EF4-FFF2-40B4-BE49-F238E27FC236}">
                <a16:creationId xmlns:a16="http://schemas.microsoft.com/office/drawing/2014/main" id="{44576C47-7F4F-6574-6FB4-7F376CC64D7E}"/>
              </a:ext>
            </a:extLst>
          </p:cNvPr>
          <p:cNvSpPr>
            <a:spLocks noGrp="1"/>
          </p:cNvSpPr>
          <p:nvPr>
            <p:ph sz="quarter" idx="4" hasCustomPrompt="1"/>
          </p:nvPr>
        </p:nvSpPr>
        <p:spPr>
          <a:xfrm>
            <a:off x="8681987" y="1315403"/>
            <a:ext cx="3266991" cy="4662504"/>
          </a:xfrm>
          <a:prstGeom prst="rect">
            <a:avLst/>
          </a:prstGeom>
        </p:spPr>
        <p:txBody>
          <a:bodyPr/>
          <a:lstStyle>
            <a:lvl1pPr marL="0" marR="0" indent="0" algn="l" defTabSz="914400" rtl="0" eaLnBrk="1" fontAlgn="auto" latinLnBrk="0" hangingPunct="0">
              <a:lnSpc>
                <a:spcPct val="100000"/>
              </a:lnSpc>
              <a:spcBef>
                <a:spcPts val="100"/>
              </a:spcBef>
              <a:spcAft>
                <a:spcPts val="100"/>
              </a:spcAft>
              <a:buClrTx/>
              <a:buSzTx/>
              <a:buFont typeface="Arial" panose="020B0604020202020204" pitchFamily="34" charset="0"/>
              <a:buNone/>
              <a:tabLst/>
              <a:defRPr i="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“You can feature a nice and inspiring quote or statistics in this space if you would like…”</a:t>
            </a:r>
          </a:p>
        </p:txBody>
      </p:sp>
      <p:sp>
        <p:nvSpPr>
          <p:cNvPr id="10" name="Content Placeholder 3">
            <a:extLst>
              <a:ext uri="{FF2B5EF4-FFF2-40B4-BE49-F238E27FC236}">
                <a16:creationId xmlns:a16="http://schemas.microsoft.com/office/drawing/2014/main" id="{7CD0C473-A3AB-39BC-66FD-E95103943C6E}"/>
              </a:ext>
            </a:extLst>
          </p:cNvPr>
          <p:cNvSpPr>
            <a:spLocks noGrp="1"/>
          </p:cNvSpPr>
          <p:nvPr>
            <p:ph sz="half" idx="2"/>
          </p:nvPr>
        </p:nvSpPr>
        <p:spPr>
          <a:xfrm>
            <a:off x="243022" y="2293319"/>
            <a:ext cx="7563066" cy="368458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itle 9">
            <a:extLst>
              <a:ext uri="{FF2B5EF4-FFF2-40B4-BE49-F238E27FC236}">
                <a16:creationId xmlns:a16="http://schemas.microsoft.com/office/drawing/2014/main" id="{43A07AF8-50C4-4CF9-32CD-C95AAFA08F16}"/>
              </a:ext>
            </a:extLst>
          </p:cNvPr>
          <p:cNvSpPr>
            <a:spLocks noGrp="1"/>
          </p:cNvSpPr>
          <p:nvPr>
            <p:ph type="title"/>
          </p:nvPr>
        </p:nvSpPr>
        <p:spPr>
          <a:xfrm>
            <a:off x="243022" y="1189832"/>
            <a:ext cx="7563066" cy="1103487"/>
          </a:xfrm>
          <a:prstGeom prst="rect">
            <a:avLst/>
          </a:prstGeom>
        </p:spPr>
        <p:txBody>
          <a:bodyPr/>
          <a:lstStyle/>
          <a:p>
            <a:r>
              <a:rPr lang="en-US" dirty="0"/>
              <a:t>Click to edit Master title style</a:t>
            </a:r>
          </a:p>
        </p:txBody>
      </p:sp>
      <p:sp>
        <p:nvSpPr>
          <p:cNvPr id="4" name="Footer Placeholder 2">
            <a:extLst>
              <a:ext uri="{FF2B5EF4-FFF2-40B4-BE49-F238E27FC236}">
                <a16:creationId xmlns:a16="http://schemas.microsoft.com/office/drawing/2014/main" id="{66B4C33E-7A8E-E5C4-167A-CA1C2B9C0A60}"/>
              </a:ext>
            </a:extLst>
          </p:cNvPr>
          <p:cNvSpPr>
            <a:spLocks noGrp="1"/>
          </p:cNvSpPr>
          <p:nvPr>
            <p:ph type="ftr" sz="quarter" idx="11"/>
          </p:nvPr>
        </p:nvSpPr>
        <p:spPr>
          <a:xfrm>
            <a:off x="243022" y="6356348"/>
            <a:ext cx="4114800" cy="365125"/>
          </a:xfrm>
          <a:prstGeom prst="rect">
            <a:avLst/>
          </a:prstGeom>
        </p:spPr>
        <p:txBody>
          <a:bodyPr/>
          <a:lstStyle>
            <a:lvl1pPr algn="l">
              <a:defRPr/>
            </a:lvl1pPr>
          </a:lstStyle>
          <a:p>
            <a:pPr algn="l"/>
            <a:endParaRPr lang="en-US" dirty="0"/>
          </a:p>
        </p:txBody>
      </p:sp>
      <p:sp>
        <p:nvSpPr>
          <p:cNvPr id="5" name="Slide Number Placeholder 5">
            <a:extLst>
              <a:ext uri="{FF2B5EF4-FFF2-40B4-BE49-F238E27FC236}">
                <a16:creationId xmlns:a16="http://schemas.microsoft.com/office/drawing/2014/main" id="{0AFD1765-9E8D-FC70-5C39-DB845D900184}"/>
              </a:ext>
            </a:extLst>
          </p:cNvPr>
          <p:cNvSpPr>
            <a:spLocks noGrp="1"/>
          </p:cNvSpPr>
          <p:nvPr>
            <p:ph type="sldNum" sz="quarter" idx="12"/>
          </p:nvPr>
        </p:nvSpPr>
        <p:spPr>
          <a:xfrm>
            <a:off x="9265118" y="6356349"/>
            <a:ext cx="2743200" cy="365125"/>
          </a:xfrm>
          <a:prstGeom prst="rect">
            <a:avLst/>
          </a:prstGeom>
        </p:spPr>
        <p:txBody>
          <a:bodyPr/>
          <a:lstStyle>
            <a:lvl1pPr>
              <a:defRPr>
                <a:solidFill>
                  <a:schemeClr val="bg1"/>
                </a:solidFill>
              </a:defRPr>
            </a:lvl1pPr>
          </a:lstStyle>
          <a:p>
            <a:fld id="{D2746BFC-6E2B-CA4A-A7A0-4EBE4172E873}" type="slidenum">
              <a:rPr lang="en-US" smtClean="0"/>
              <a:pPr/>
              <a:t>‹#›</a:t>
            </a:fld>
            <a:endParaRPr lang="en-US" dirty="0">
              <a:solidFill>
                <a:schemeClr val="bg1"/>
              </a:solidFill>
            </a:endParaRPr>
          </a:p>
        </p:txBody>
      </p:sp>
    </p:spTree>
    <p:extLst>
      <p:ext uri="{BB962C8B-B14F-4D97-AF65-F5344CB8AC3E}">
        <p14:creationId xmlns:p14="http://schemas.microsoft.com/office/powerpoint/2010/main" val="418365557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Feature">
    <p:spTree>
      <p:nvGrpSpPr>
        <p:cNvPr id="1" name=""/>
        <p:cNvGrpSpPr/>
        <p:nvPr/>
      </p:nvGrpSpPr>
      <p:grpSpPr>
        <a:xfrm>
          <a:off x="0" y="0"/>
          <a:ext cx="0" cy="0"/>
          <a:chOff x="0" y="0"/>
          <a:chExt cx="0" cy="0"/>
        </a:xfrm>
      </p:grpSpPr>
      <p:pic>
        <p:nvPicPr>
          <p:cNvPr id="15" name="Picture 14" descr="A blue and white background&#10;&#10;AI-generated content may be incorrect.">
            <a:extLst>
              <a:ext uri="{FF2B5EF4-FFF2-40B4-BE49-F238E27FC236}">
                <a16:creationId xmlns:a16="http://schemas.microsoft.com/office/drawing/2014/main" id="{9A7E88F2-E8A2-2BE2-EF88-DAF3C1F5A31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Footer Placeholder 2">
            <a:extLst>
              <a:ext uri="{FF2B5EF4-FFF2-40B4-BE49-F238E27FC236}">
                <a16:creationId xmlns:a16="http://schemas.microsoft.com/office/drawing/2014/main" id="{C13D5925-39D2-47E8-345C-E48E3A7E35FF}"/>
              </a:ext>
            </a:extLst>
          </p:cNvPr>
          <p:cNvSpPr>
            <a:spLocks noGrp="1"/>
          </p:cNvSpPr>
          <p:nvPr>
            <p:ph type="ftr" sz="quarter" idx="11"/>
          </p:nvPr>
        </p:nvSpPr>
        <p:spPr>
          <a:xfrm>
            <a:off x="243022" y="6356348"/>
            <a:ext cx="4114800" cy="365125"/>
          </a:xfrm>
          <a:prstGeom prst="rect">
            <a:avLst/>
          </a:prstGeom>
        </p:spPr>
        <p:txBody>
          <a:bodyPr/>
          <a:lstStyle>
            <a:lvl1pPr algn="l">
              <a:defRPr/>
            </a:lvl1pPr>
          </a:lstStyle>
          <a:p>
            <a:pPr algn="l"/>
            <a:endParaRPr lang="en-US" dirty="0"/>
          </a:p>
        </p:txBody>
      </p:sp>
      <p:sp>
        <p:nvSpPr>
          <p:cNvPr id="8" name="Slide Number Placeholder 5">
            <a:extLst>
              <a:ext uri="{FF2B5EF4-FFF2-40B4-BE49-F238E27FC236}">
                <a16:creationId xmlns:a16="http://schemas.microsoft.com/office/drawing/2014/main" id="{7511C9DF-673F-05CF-A5DC-2104A574A067}"/>
              </a:ext>
            </a:extLst>
          </p:cNvPr>
          <p:cNvSpPr>
            <a:spLocks noGrp="1"/>
          </p:cNvSpPr>
          <p:nvPr>
            <p:ph type="sldNum" sz="quarter" idx="12"/>
          </p:nvPr>
        </p:nvSpPr>
        <p:spPr>
          <a:xfrm>
            <a:off x="9265118" y="6356349"/>
            <a:ext cx="2743200" cy="365125"/>
          </a:xfrm>
          <a:prstGeom prst="rect">
            <a:avLst/>
          </a:prstGeom>
        </p:spPr>
        <p:txBody>
          <a:bodyPr/>
          <a:lstStyle>
            <a:lvl1pPr>
              <a:defRPr>
                <a:solidFill>
                  <a:schemeClr val="bg1"/>
                </a:solidFill>
              </a:defRPr>
            </a:lvl1pPr>
          </a:lstStyle>
          <a:p>
            <a:fld id="{D2746BFC-6E2B-CA4A-A7A0-4EBE4172E873}" type="slidenum">
              <a:rPr lang="en-US" smtClean="0"/>
              <a:pPr/>
              <a:t>‹#›</a:t>
            </a:fld>
            <a:endParaRPr lang="en-US" dirty="0">
              <a:solidFill>
                <a:schemeClr val="bg1"/>
              </a:solidFill>
            </a:endParaRPr>
          </a:p>
        </p:txBody>
      </p:sp>
      <p:sp>
        <p:nvSpPr>
          <p:cNvPr id="10" name="Content Placeholder 3">
            <a:extLst>
              <a:ext uri="{FF2B5EF4-FFF2-40B4-BE49-F238E27FC236}">
                <a16:creationId xmlns:a16="http://schemas.microsoft.com/office/drawing/2014/main" id="{7CD0C473-A3AB-39BC-66FD-E95103943C6E}"/>
              </a:ext>
            </a:extLst>
          </p:cNvPr>
          <p:cNvSpPr>
            <a:spLocks noGrp="1"/>
          </p:cNvSpPr>
          <p:nvPr>
            <p:ph sz="half" idx="2"/>
          </p:nvPr>
        </p:nvSpPr>
        <p:spPr>
          <a:xfrm>
            <a:off x="243022" y="2293319"/>
            <a:ext cx="7563066" cy="368458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itle 9">
            <a:extLst>
              <a:ext uri="{FF2B5EF4-FFF2-40B4-BE49-F238E27FC236}">
                <a16:creationId xmlns:a16="http://schemas.microsoft.com/office/drawing/2014/main" id="{43A07AF8-50C4-4CF9-32CD-C95AAFA08F16}"/>
              </a:ext>
            </a:extLst>
          </p:cNvPr>
          <p:cNvSpPr>
            <a:spLocks noGrp="1"/>
          </p:cNvSpPr>
          <p:nvPr>
            <p:ph type="title"/>
          </p:nvPr>
        </p:nvSpPr>
        <p:spPr>
          <a:xfrm>
            <a:off x="243022" y="1189832"/>
            <a:ext cx="7563066" cy="1103487"/>
          </a:xfrm>
          <a:prstGeom prst="rect">
            <a:avLst/>
          </a:prstGeom>
        </p:spPr>
        <p:txBody>
          <a:bodyPr/>
          <a:lstStyle/>
          <a:p>
            <a:r>
              <a:rPr lang="en-US" dirty="0"/>
              <a:t>Click to edit Master title style</a:t>
            </a:r>
          </a:p>
        </p:txBody>
      </p:sp>
      <p:sp>
        <p:nvSpPr>
          <p:cNvPr id="5" name="Picture Placeholder 4">
            <a:extLst>
              <a:ext uri="{FF2B5EF4-FFF2-40B4-BE49-F238E27FC236}">
                <a16:creationId xmlns:a16="http://schemas.microsoft.com/office/drawing/2014/main" id="{D4113DDB-3255-02FC-E509-96CDE798EC81}"/>
              </a:ext>
            </a:extLst>
          </p:cNvPr>
          <p:cNvSpPr>
            <a:spLocks noGrp="1"/>
          </p:cNvSpPr>
          <p:nvPr>
            <p:ph type="pic" sz="quarter" idx="13"/>
          </p:nvPr>
        </p:nvSpPr>
        <p:spPr>
          <a:xfrm>
            <a:off x="8604250" y="1096963"/>
            <a:ext cx="3311525" cy="4813300"/>
          </a:xfrm>
        </p:spPr>
        <p:txBody>
          <a:bodyPr/>
          <a:lstStyle/>
          <a:p>
            <a:endParaRPr lang="en-US"/>
          </a:p>
        </p:txBody>
      </p:sp>
    </p:spTree>
    <p:extLst>
      <p:ext uri="{BB962C8B-B14F-4D97-AF65-F5344CB8AC3E}">
        <p14:creationId xmlns:p14="http://schemas.microsoft.com/office/powerpoint/2010/main" val="11740180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eturn of the Sphere">
    <p:spTree>
      <p:nvGrpSpPr>
        <p:cNvPr id="1" name=""/>
        <p:cNvGrpSpPr/>
        <p:nvPr/>
      </p:nvGrpSpPr>
      <p:grpSpPr>
        <a:xfrm>
          <a:off x="0" y="0"/>
          <a:ext cx="0" cy="0"/>
          <a:chOff x="0" y="0"/>
          <a:chExt cx="0" cy="0"/>
        </a:xfrm>
      </p:grpSpPr>
      <p:pic>
        <p:nvPicPr>
          <p:cNvPr id="7" name="Picture 6" descr="A close-up of a globe&#10;&#10;AI-generated content may be incorrect.">
            <a:extLst>
              <a:ext uri="{FF2B5EF4-FFF2-40B4-BE49-F238E27FC236}">
                <a16:creationId xmlns:a16="http://schemas.microsoft.com/office/drawing/2014/main" id="{EC8A8771-E308-C3DB-812B-38FE4E9C6D1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Content Placeholder 3">
            <a:extLst>
              <a:ext uri="{FF2B5EF4-FFF2-40B4-BE49-F238E27FC236}">
                <a16:creationId xmlns:a16="http://schemas.microsoft.com/office/drawing/2014/main" id="{3ADC155B-BFE6-EC36-8F97-D0C26E336F28}"/>
              </a:ext>
            </a:extLst>
          </p:cNvPr>
          <p:cNvSpPr>
            <a:spLocks noGrp="1"/>
          </p:cNvSpPr>
          <p:nvPr>
            <p:ph sz="half" idx="2"/>
          </p:nvPr>
        </p:nvSpPr>
        <p:spPr>
          <a:xfrm>
            <a:off x="243022" y="2293319"/>
            <a:ext cx="7563066" cy="368458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9">
            <a:extLst>
              <a:ext uri="{FF2B5EF4-FFF2-40B4-BE49-F238E27FC236}">
                <a16:creationId xmlns:a16="http://schemas.microsoft.com/office/drawing/2014/main" id="{D91AAB94-0B78-0232-8B57-D94C9E6B5956}"/>
              </a:ext>
            </a:extLst>
          </p:cNvPr>
          <p:cNvSpPr>
            <a:spLocks noGrp="1"/>
          </p:cNvSpPr>
          <p:nvPr>
            <p:ph type="title"/>
          </p:nvPr>
        </p:nvSpPr>
        <p:spPr>
          <a:xfrm>
            <a:off x="243022" y="1189832"/>
            <a:ext cx="7563066" cy="1103487"/>
          </a:xfrm>
          <a:prstGeom prst="rect">
            <a:avLst/>
          </a:prstGeom>
        </p:spPr>
        <p:txBody>
          <a:bodyPr/>
          <a:lstStyle/>
          <a:p>
            <a:r>
              <a:rPr lang="en-US" dirty="0"/>
              <a:t>Click to edit Master title style</a:t>
            </a:r>
          </a:p>
        </p:txBody>
      </p:sp>
      <p:sp>
        <p:nvSpPr>
          <p:cNvPr id="2" name="Footer Placeholder 2">
            <a:extLst>
              <a:ext uri="{FF2B5EF4-FFF2-40B4-BE49-F238E27FC236}">
                <a16:creationId xmlns:a16="http://schemas.microsoft.com/office/drawing/2014/main" id="{1AE12C0F-399C-7372-8483-682664EEB07E}"/>
              </a:ext>
            </a:extLst>
          </p:cNvPr>
          <p:cNvSpPr>
            <a:spLocks noGrp="1"/>
          </p:cNvSpPr>
          <p:nvPr>
            <p:ph type="ftr" sz="quarter" idx="11"/>
          </p:nvPr>
        </p:nvSpPr>
        <p:spPr>
          <a:xfrm>
            <a:off x="243022" y="6356348"/>
            <a:ext cx="4114800" cy="365125"/>
          </a:xfrm>
          <a:prstGeom prst="rect">
            <a:avLst/>
          </a:prstGeom>
        </p:spPr>
        <p:txBody>
          <a:bodyPr/>
          <a:lstStyle>
            <a:lvl1pPr algn="l">
              <a:defRPr/>
            </a:lvl1pPr>
          </a:lstStyle>
          <a:p>
            <a:pPr algn="l"/>
            <a:endParaRPr lang="en-US" dirty="0"/>
          </a:p>
        </p:txBody>
      </p:sp>
      <p:sp>
        <p:nvSpPr>
          <p:cNvPr id="3" name="Slide Number Placeholder 5">
            <a:extLst>
              <a:ext uri="{FF2B5EF4-FFF2-40B4-BE49-F238E27FC236}">
                <a16:creationId xmlns:a16="http://schemas.microsoft.com/office/drawing/2014/main" id="{E69F91C2-043E-6F4E-DB7A-0B1F50A618BC}"/>
              </a:ext>
            </a:extLst>
          </p:cNvPr>
          <p:cNvSpPr>
            <a:spLocks noGrp="1"/>
          </p:cNvSpPr>
          <p:nvPr>
            <p:ph type="sldNum" sz="quarter" idx="12"/>
          </p:nvPr>
        </p:nvSpPr>
        <p:spPr>
          <a:xfrm>
            <a:off x="9265118" y="6356349"/>
            <a:ext cx="2743200" cy="365125"/>
          </a:xfrm>
          <a:prstGeom prst="rect">
            <a:avLst/>
          </a:prstGeom>
        </p:spPr>
        <p:txBody>
          <a:bodyPr/>
          <a:lstStyle>
            <a:lvl1pPr>
              <a:defRPr>
                <a:solidFill>
                  <a:schemeClr val="bg1"/>
                </a:solidFill>
              </a:defRPr>
            </a:lvl1pPr>
          </a:lstStyle>
          <a:p>
            <a:fld id="{D2746BFC-6E2B-CA4A-A7A0-4EBE4172E873}" type="slidenum">
              <a:rPr lang="en-US" smtClean="0"/>
              <a:pPr/>
              <a:t>‹#›</a:t>
            </a:fld>
            <a:endParaRPr lang="en-US" dirty="0">
              <a:solidFill>
                <a:schemeClr val="bg1"/>
              </a:solidFill>
            </a:endParaRPr>
          </a:p>
        </p:txBody>
      </p:sp>
    </p:spTree>
    <p:extLst>
      <p:ext uri="{BB962C8B-B14F-4D97-AF65-F5344CB8AC3E}">
        <p14:creationId xmlns:p14="http://schemas.microsoft.com/office/powerpoint/2010/main" val="4071830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13C07-02D9-682B-DA54-C24100740FF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3B5E8D-7C96-5EA5-736A-B3907B265B26}"/>
              </a:ext>
            </a:extLst>
          </p:cNvPr>
          <p:cNvSpPr>
            <a:spLocks noGrp="1"/>
          </p:cNvSpPr>
          <p:nvPr>
            <p:ph idx="1"/>
          </p:nvPr>
        </p:nvSpPr>
        <p:spPr>
          <a:xfrm>
            <a:off x="5183188" y="987425"/>
            <a:ext cx="6172200" cy="4873625"/>
          </a:xfrm>
          <a:prstGeom prst="rect">
            <a:avLst/>
          </a:prstGeom>
        </p:spPr>
        <p:txBody>
          <a:bodyPr/>
          <a:lstStyle>
            <a:lvl1pPr>
              <a:defRPr sz="3200">
                <a:solidFill>
                  <a:schemeClr val="accent1"/>
                </a:solidFill>
              </a:defRPr>
            </a:lvl1pPr>
            <a:lvl2pPr>
              <a:defRPr sz="2800">
                <a:solidFill>
                  <a:schemeClr val="accent1"/>
                </a:solidFill>
              </a:defRPr>
            </a:lvl2pPr>
            <a:lvl3pPr>
              <a:defRPr sz="2400">
                <a:solidFill>
                  <a:schemeClr val="accent1"/>
                </a:solidFill>
              </a:defRPr>
            </a:lvl3pPr>
            <a:lvl4pPr>
              <a:defRPr sz="2000">
                <a:solidFill>
                  <a:schemeClr val="accent1"/>
                </a:solidFill>
              </a:defRPr>
            </a:lvl4pPr>
            <a:lvl5pPr>
              <a:defRPr sz="2000">
                <a:solidFill>
                  <a:schemeClr val="accent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A55BBA1B-57AB-6A64-19FC-68C92C31042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solidFill>
                  <a:schemeClr val="accent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blue and red text with yellow and red dots&#10;&#10;AI-generated content may be incorrect.">
            <a:extLst>
              <a:ext uri="{FF2B5EF4-FFF2-40B4-BE49-F238E27FC236}">
                <a16:creationId xmlns:a16="http://schemas.microsoft.com/office/drawing/2014/main" id="{8AA0511C-4248-99C9-5CFB-DFFE0D4BDA2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11" name="Slide Number Placeholder 4">
            <a:extLst>
              <a:ext uri="{FF2B5EF4-FFF2-40B4-BE49-F238E27FC236}">
                <a16:creationId xmlns:a16="http://schemas.microsoft.com/office/drawing/2014/main" id="{9B852E8B-C245-4996-A29C-129B3F04679E}"/>
              </a:ext>
            </a:extLst>
          </p:cNvPr>
          <p:cNvSpPr>
            <a:spLocks noGrp="1"/>
          </p:cNvSpPr>
          <p:nvPr>
            <p:ph type="sldNum" sz="quarter" idx="12"/>
          </p:nvPr>
        </p:nvSpPr>
        <p:spPr>
          <a:xfrm>
            <a:off x="9183300" y="6242935"/>
            <a:ext cx="2743200" cy="365125"/>
          </a:xfrm>
          <a:prstGeom prst="rect">
            <a:avLst/>
          </a:prstGeom>
        </p:spPr>
        <p:txBody>
          <a:bodyPr/>
          <a:lstStyle/>
          <a:p>
            <a:fld id="{D2746BFC-6E2B-CA4A-A7A0-4EBE4172E873}" type="slidenum">
              <a:rPr lang="en-US" smtClean="0"/>
              <a:t>‹#›</a:t>
            </a:fld>
            <a:endParaRPr lang="en-US" dirty="0"/>
          </a:p>
        </p:txBody>
      </p:sp>
      <p:sp>
        <p:nvSpPr>
          <p:cNvPr id="5" name="Footer Placeholder 3">
            <a:extLst>
              <a:ext uri="{FF2B5EF4-FFF2-40B4-BE49-F238E27FC236}">
                <a16:creationId xmlns:a16="http://schemas.microsoft.com/office/drawing/2014/main" id="{69026574-F720-8C59-1DE8-B7A0D221516F}"/>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Tree>
    <p:extLst>
      <p:ext uri="{BB962C8B-B14F-4D97-AF65-F5344CB8AC3E}">
        <p14:creationId xmlns:p14="http://schemas.microsoft.com/office/powerpoint/2010/main" val="5508094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772BE2-491D-553F-DA82-81193F8F8E3E}"/>
              </a:ext>
            </a:extLst>
          </p:cNvPr>
          <p:cNvSpPr>
            <a:spLocks noGrp="1"/>
          </p:cNvSpPr>
          <p:nvPr>
            <p:ph sz="half" idx="1"/>
          </p:nvPr>
        </p:nvSpPr>
        <p:spPr>
          <a:xfrm>
            <a:off x="626445" y="1459865"/>
            <a:ext cx="5181600" cy="435133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2CFA765-13B5-6AA3-240E-2C0B331ADD73}"/>
              </a:ext>
            </a:extLst>
          </p:cNvPr>
          <p:cNvSpPr>
            <a:spLocks noGrp="1"/>
          </p:cNvSpPr>
          <p:nvPr>
            <p:ph sz="half" idx="2"/>
          </p:nvPr>
        </p:nvSpPr>
        <p:spPr>
          <a:xfrm>
            <a:off x="5960445" y="1459865"/>
            <a:ext cx="5181600" cy="435133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descr="A blue and red text with yellow and red dots&#10;&#10;AI-generated content may be incorrect.">
            <a:extLst>
              <a:ext uri="{FF2B5EF4-FFF2-40B4-BE49-F238E27FC236}">
                <a16:creationId xmlns:a16="http://schemas.microsoft.com/office/drawing/2014/main" id="{F61A6E8A-FF64-5587-BC5B-69D0CCCA7E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15" name="Slide Number Placeholder 4">
            <a:extLst>
              <a:ext uri="{FF2B5EF4-FFF2-40B4-BE49-F238E27FC236}">
                <a16:creationId xmlns:a16="http://schemas.microsoft.com/office/drawing/2014/main" id="{84B2095C-D405-F7F2-4D5D-3A0066657CDB}"/>
              </a:ext>
            </a:extLst>
          </p:cNvPr>
          <p:cNvSpPr>
            <a:spLocks noGrp="1"/>
          </p:cNvSpPr>
          <p:nvPr>
            <p:ph type="sldNum" sz="quarter" idx="12"/>
          </p:nvPr>
        </p:nvSpPr>
        <p:spPr>
          <a:xfrm>
            <a:off x="9183300" y="6242935"/>
            <a:ext cx="2743200" cy="365125"/>
          </a:xfrm>
          <a:prstGeom prst="rect">
            <a:avLst/>
          </a:prstGeom>
        </p:spPr>
        <p:txBody>
          <a:bodyPr/>
          <a:lstStyle>
            <a:lvl1pPr>
              <a:defRPr>
                <a:solidFill>
                  <a:srgbClr val="797979"/>
                </a:solidFill>
              </a:defRPr>
            </a:lvl1pPr>
          </a:lstStyle>
          <a:p>
            <a:fld id="{D2746BFC-6E2B-CA4A-A7A0-4EBE4172E873}" type="slidenum">
              <a:rPr lang="en-US" smtClean="0"/>
              <a:pPr/>
              <a:t>‹#›</a:t>
            </a:fld>
            <a:endParaRPr lang="en-US" dirty="0"/>
          </a:p>
        </p:txBody>
      </p:sp>
      <p:sp>
        <p:nvSpPr>
          <p:cNvPr id="21" name="Title 1">
            <a:extLst>
              <a:ext uri="{FF2B5EF4-FFF2-40B4-BE49-F238E27FC236}">
                <a16:creationId xmlns:a16="http://schemas.microsoft.com/office/drawing/2014/main" id="{486F4B17-2CD2-8076-DBF3-A60C18435DCC}"/>
              </a:ext>
            </a:extLst>
          </p:cNvPr>
          <p:cNvSpPr>
            <a:spLocks noGrp="1"/>
          </p:cNvSpPr>
          <p:nvPr>
            <p:ph type="title" hasCustomPrompt="1"/>
          </p:nvPr>
        </p:nvSpPr>
        <p:spPr>
          <a:xfrm>
            <a:off x="279933" y="320676"/>
            <a:ext cx="11645363" cy="1228992"/>
          </a:xfrm>
          <a:prstGeom prst="rect">
            <a:avLst/>
          </a:prstGeom>
        </p:spPr>
        <p:txBody>
          <a:bodyPr/>
          <a:lstStyle/>
          <a:p>
            <a:r>
              <a:rPr lang="en-US" dirty="0"/>
              <a:t>Click to edit title</a:t>
            </a:r>
          </a:p>
        </p:txBody>
      </p:sp>
      <p:sp>
        <p:nvSpPr>
          <p:cNvPr id="2" name="Footer Placeholder 3">
            <a:extLst>
              <a:ext uri="{FF2B5EF4-FFF2-40B4-BE49-F238E27FC236}">
                <a16:creationId xmlns:a16="http://schemas.microsoft.com/office/drawing/2014/main" id="{3CF36DFC-4F88-87D6-C11C-A197423D1ACA}"/>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Tree>
    <p:extLst>
      <p:ext uri="{BB962C8B-B14F-4D97-AF65-F5344CB8AC3E}">
        <p14:creationId xmlns:p14="http://schemas.microsoft.com/office/powerpoint/2010/main" val="3351608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870FF3D-4546-E9FC-9A88-A966F1503E42}"/>
              </a:ext>
            </a:extLst>
          </p:cNvPr>
          <p:cNvSpPr>
            <a:spLocks noGrp="1"/>
          </p:cNvSpPr>
          <p:nvPr>
            <p:ph type="body" idx="1"/>
          </p:nvPr>
        </p:nvSpPr>
        <p:spPr>
          <a:xfrm>
            <a:off x="839788" y="1681163"/>
            <a:ext cx="5157787" cy="823912"/>
          </a:xfrm>
          <a:prstGeom prst="rect">
            <a:avLst/>
          </a:prstGeom>
        </p:spPr>
        <p:txBody>
          <a:bodyPr anchor="b"/>
          <a:lstStyle>
            <a:lvl1pPr marL="0" indent="0">
              <a:buNone/>
              <a:defRPr sz="2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02A83288-8CB8-085E-205A-60EBC51F8DAD}"/>
              </a:ext>
            </a:extLst>
          </p:cNvPr>
          <p:cNvSpPr>
            <a:spLocks noGrp="1"/>
          </p:cNvSpPr>
          <p:nvPr>
            <p:ph sz="half" idx="2"/>
          </p:nvPr>
        </p:nvSpPr>
        <p:spPr>
          <a:xfrm>
            <a:off x="839788" y="2505075"/>
            <a:ext cx="5157787" cy="368458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9DC2C2-57C8-0478-CA69-3803494CEEB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21A1CF18-CBF2-3A58-4561-1CC0CF41423D}"/>
              </a:ext>
            </a:extLst>
          </p:cNvPr>
          <p:cNvSpPr>
            <a:spLocks noGrp="1"/>
          </p:cNvSpPr>
          <p:nvPr>
            <p:ph sz="quarter" idx="4"/>
          </p:nvPr>
        </p:nvSpPr>
        <p:spPr>
          <a:xfrm>
            <a:off x="6172200" y="2505075"/>
            <a:ext cx="5183188" cy="368458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A blue and red text with yellow and red dots&#10;&#10;AI-generated content may be incorrect.">
            <a:extLst>
              <a:ext uri="{FF2B5EF4-FFF2-40B4-BE49-F238E27FC236}">
                <a16:creationId xmlns:a16="http://schemas.microsoft.com/office/drawing/2014/main" id="{C78D3749-04B0-311C-AB03-4321BE0D384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13" name="Slide Number Placeholder 4">
            <a:extLst>
              <a:ext uri="{FF2B5EF4-FFF2-40B4-BE49-F238E27FC236}">
                <a16:creationId xmlns:a16="http://schemas.microsoft.com/office/drawing/2014/main" id="{D4B213BF-E315-7294-72E9-A28C977A53A8}"/>
              </a:ext>
            </a:extLst>
          </p:cNvPr>
          <p:cNvSpPr>
            <a:spLocks noGrp="1"/>
          </p:cNvSpPr>
          <p:nvPr>
            <p:ph type="sldNum" sz="quarter" idx="12"/>
          </p:nvPr>
        </p:nvSpPr>
        <p:spPr>
          <a:xfrm>
            <a:off x="9183300" y="6242935"/>
            <a:ext cx="2743200" cy="365125"/>
          </a:xfrm>
          <a:prstGeom prst="rect">
            <a:avLst/>
          </a:prstGeom>
        </p:spPr>
        <p:txBody>
          <a:bodyPr/>
          <a:lstStyle/>
          <a:p>
            <a:fld id="{D2746BFC-6E2B-CA4A-A7A0-4EBE4172E873}" type="slidenum">
              <a:rPr lang="en-US" smtClean="0"/>
              <a:t>‹#›</a:t>
            </a:fld>
            <a:endParaRPr lang="en-US" dirty="0"/>
          </a:p>
        </p:txBody>
      </p:sp>
      <p:sp>
        <p:nvSpPr>
          <p:cNvPr id="14" name="Title 1">
            <a:extLst>
              <a:ext uri="{FF2B5EF4-FFF2-40B4-BE49-F238E27FC236}">
                <a16:creationId xmlns:a16="http://schemas.microsoft.com/office/drawing/2014/main" id="{D73ECA1E-F35B-3525-88FB-2EC89F0524E2}"/>
              </a:ext>
            </a:extLst>
          </p:cNvPr>
          <p:cNvSpPr>
            <a:spLocks noGrp="1"/>
          </p:cNvSpPr>
          <p:nvPr>
            <p:ph type="title" hasCustomPrompt="1"/>
          </p:nvPr>
        </p:nvSpPr>
        <p:spPr>
          <a:xfrm>
            <a:off x="279933" y="320676"/>
            <a:ext cx="11645363" cy="1228992"/>
          </a:xfrm>
          <a:prstGeom prst="rect">
            <a:avLst/>
          </a:prstGeom>
        </p:spPr>
        <p:txBody>
          <a:bodyPr/>
          <a:lstStyle/>
          <a:p>
            <a:r>
              <a:rPr lang="en-US" dirty="0"/>
              <a:t>Click to edit title</a:t>
            </a:r>
          </a:p>
        </p:txBody>
      </p:sp>
      <p:sp>
        <p:nvSpPr>
          <p:cNvPr id="2" name="Footer Placeholder 3">
            <a:extLst>
              <a:ext uri="{FF2B5EF4-FFF2-40B4-BE49-F238E27FC236}">
                <a16:creationId xmlns:a16="http://schemas.microsoft.com/office/drawing/2014/main" id="{F108D31A-6DC5-AE86-C750-71833A7B06D2}"/>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Tree>
    <p:extLst>
      <p:ext uri="{BB962C8B-B14F-4D97-AF65-F5344CB8AC3E}">
        <p14:creationId xmlns:p14="http://schemas.microsoft.com/office/powerpoint/2010/main" val="10634234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95F7A-AA18-A325-218C-7D6BDD9B7C6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11AB0E-FCE6-435E-2C3B-E3B5776234F9}"/>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FFBF9A-FB66-63EB-D804-C55010BC530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solidFill>
                  <a:schemeClr val="accent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blue and red text with yellow and red dots&#10;&#10;AI-generated content may be incorrect.">
            <a:extLst>
              <a:ext uri="{FF2B5EF4-FFF2-40B4-BE49-F238E27FC236}">
                <a16:creationId xmlns:a16="http://schemas.microsoft.com/office/drawing/2014/main" id="{6884094E-25AF-384D-0B90-1F13C75144C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11" name="Slide Number Placeholder 4">
            <a:extLst>
              <a:ext uri="{FF2B5EF4-FFF2-40B4-BE49-F238E27FC236}">
                <a16:creationId xmlns:a16="http://schemas.microsoft.com/office/drawing/2014/main" id="{11A8EADB-32F3-6BE8-F930-1F13E6D237B3}"/>
              </a:ext>
            </a:extLst>
          </p:cNvPr>
          <p:cNvSpPr>
            <a:spLocks noGrp="1"/>
          </p:cNvSpPr>
          <p:nvPr>
            <p:ph type="sldNum" sz="quarter" idx="12"/>
          </p:nvPr>
        </p:nvSpPr>
        <p:spPr>
          <a:xfrm>
            <a:off x="9183300" y="6242935"/>
            <a:ext cx="2743200" cy="365125"/>
          </a:xfrm>
          <a:prstGeom prst="rect">
            <a:avLst/>
          </a:prstGeom>
        </p:spPr>
        <p:txBody>
          <a:bodyPr/>
          <a:lstStyle/>
          <a:p>
            <a:fld id="{D2746BFC-6E2B-CA4A-A7A0-4EBE4172E873}" type="slidenum">
              <a:rPr lang="en-US" smtClean="0"/>
              <a:t>‹#›</a:t>
            </a:fld>
            <a:endParaRPr lang="en-US" dirty="0"/>
          </a:p>
        </p:txBody>
      </p:sp>
      <p:sp>
        <p:nvSpPr>
          <p:cNvPr id="5" name="Footer Placeholder 3">
            <a:extLst>
              <a:ext uri="{FF2B5EF4-FFF2-40B4-BE49-F238E27FC236}">
                <a16:creationId xmlns:a16="http://schemas.microsoft.com/office/drawing/2014/main" id="{871BB9F3-E42D-189D-2164-BEF0BC3B544E}"/>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Tree>
    <p:extLst>
      <p:ext uri="{BB962C8B-B14F-4D97-AF65-F5344CB8AC3E}">
        <p14:creationId xmlns:p14="http://schemas.microsoft.com/office/powerpoint/2010/main" val="34581626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7" name="Picture 6" descr="A close-up of a globe&#10;&#10;AI-generated content may be incorrect.">
            <a:extLst>
              <a:ext uri="{FF2B5EF4-FFF2-40B4-BE49-F238E27FC236}">
                <a16:creationId xmlns:a16="http://schemas.microsoft.com/office/drawing/2014/main" id="{0773B5AF-F694-C14B-4C0C-90940D8110B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7710DD-EE4B-96B7-AF92-EE3D3F80D4FB}"/>
              </a:ext>
            </a:extLst>
          </p:cNvPr>
          <p:cNvSpPr>
            <a:spLocks noGrp="1"/>
          </p:cNvSpPr>
          <p:nvPr>
            <p:ph type="title" hasCustomPrompt="1"/>
          </p:nvPr>
        </p:nvSpPr>
        <p:spPr>
          <a:xfrm>
            <a:off x="838200" y="2766218"/>
            <a:ext cx="10515600" cy="1325563"/>
          </a:xfrm>
          <a:prstGeom prst="rect">
            <a:avLst/>
          </a:prstGeom>
        </p:spPr>
        <p:txBody>
          <a:bodyPr/>
          <a:lstStyle>
            <a:lvl1pPr algn="ctr">
              <a:defRPr/>
            </a:lvl1pPr>
          </a:lstStyle>
          <a:p>
            <a:r>
              <a:rPr lang="en-US" dirty="0"/>
              <a:t>Thank You!</a:t>
            </a:r>
          </a:p>
        </p:txBody>
      </p:sp>
      <p:sp>
        <p:nvSpPr>
          <p:cNvPr id="4" name="Footer Placeholder 3">
            <a:extLst>
              <a:ext uri="{FF2B5EF4-FFF2-40B4-BE49-F238E27FC236}">
                <a16:creationId xmlns:a16="http://schemas.microsoft.com/office/drawing/2014/main" id="{32CA62D5-3293-A5C5-990E-2EF0B747736B}"/>
              </a:ext>
            </a:extLst>
          </p:cNvPr>
          <p:cNvSpPr>
            <a:spLocks noGrp="1"/>
          </p:cNvSpPr>
          <p:nvPr>
            <p:ph type="ftr" sz="quarter" idx="11"/>
          </p:nvPr>
        </p:nvSpPr>
        <p:spPr>
          <a:xfrm>
            <a:off x="838200" y="6356349"/>
            <a:ext cx="4114800" cy="365125"/>
          </a:xfrm>
          <a:prstGeom prst="rect">
            <a:avLst/>
          </a:prstGeom>
        </p:spPr>
        <p:txBody>
          <a:bodyPr/>
          <a:lstStyle>
            <a:lvl1pPr algn="l">
              <a:defRPr/>
            </a:lvl1pPr>
          </a:lstStyle>
          <a:p>
            <a:pPr algn="l"/>
            <a:endParaRPr lang="en-US" dirty="0"/>
          </a:p>
        </p:txBody>
      </p:sp>
      <p:sp>
        <p:nvSpPr>
          <p:cNvPr id="5" name="Slide Number Placeholder 4">
            <a:extLst>
              <a:ext uri="{FF2B5EF4-FFF2-40B4-BE49-F238E27FC236}">
                <a16:creationId xmlns:a16="http://schemas.microsoft.com/office/drawing/2014/main" id="{E4E3CFE8-52A9-D93A-AF7F-6B5E0EFBA57D}"/>
              </a:ext>
            </a:extLst>
          </p:cNvPr>
          <p:cNvSpPr>
            <a:spLocks noGrp="1"/>
          </p:cNvSpPr>
          <p:nvPr>
            <p:ph type="sldNum" sz="quarter" idx="12"/>
          </p:nvPr>
        </p:nvSpPr>
        <p:spPr>
          <a:xfrm>
            <a:off x="8610600" y="6356350"/>
            <a:ext cx="2743200" cy="365125"/>
          </a:xfrm>
          <a:prstGeom prst="rect">
            <a:avLst/>
          </a:prstGeom>
        </p:spPr>
        <p:txBody>
          <a:bodyPr/>
          <a:lstStyle/>
          <a:p>
            <a:fld id="{D2746BFC-6E2B-CA4A-A7A0-4EBE4172E873}" type="slidenum">
              <a:rPr lang="en-US" smtClean="0"/>
              <a:pPr/>
              <a:t>‹#›</a:t>
            </a:fld>
            <a:endParaRPr lang="en-US" dirty="0"/>
          </a:p>
        </p:txBody>
      </p:sp>
    </p:spTree>
    <p:extLst>
      <p:ext uri="{BB962C8B-B14F-4D97-AF65-F5344CB8AC3E}">
        <p14:creationId xmlns:p14="http://schemas.microsoft.com/office/powerpoint/2010/main" val="9947987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pic>
        <p:nvPicPr>
          <p:cNvPr id="7" name="Picture 6" descr="A close-up of a globe&#10;&#10;AI-generated content may be incorrect.">
            <a:extLst>
              <a:ext uri="{FF2B5EF4-FFF2-40B4-BE49-F238E27FC236}">
                <a16:creationId xmlns:a16="http://schemas.microsoft.com/office/drawing/2014/main" id="{0773B5AF-F694-C14B-4C0C-90940D8110B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7710DD-EE4B-96B7-AF92-EE3D3F80D4FB}"/>
              </a:ext>
            </a:extLst>
          </p:cNvPr>
          <p:cNvSpPr>
            <a:spLocks noGrp="1"/>
          </p:cNvSpPr>
          <p:nvPr>
            <p:ph type="title" hasCustomPrompt="1"/>
          </p:nvPr>
        </p:nvSpPr>
        <p:spPr>
          <a:xfrm>
            <a:off x="838200" y="2766218"/>
            <a:ext cx="10515600" cy="1325563"/>
          </a:xfrm>
          <a:prstGeom prst="rect">
            <a:avLst/>
          </a:prstGeom>
        </p:spPr>
        <p:txBody>
          <a:bodyPr/>
          <a:lstStyle>
            <a:lvl1pPr algn="ctr">
              <a:defRPr/>
            </a:lvl1pPr>
          </a:lstStyle>
          <a:p>
            <a:r>
              <a:rPr lang="en-US" dirty="0"/>
              <a:t>Questions?</a:t>
            </a:r>
          </a:p>
        </p:txBody>
      </p:sp>
      <p:sp>
        <p:nvSpPr>
          <p:cNvPr id="11" name="Slide Number Placeholder 11">
            <a:extLst>
              <a:ext uri="{FF2B5EF4-FFF2-40B4-BE49-F238E27FC236}">
                <a16:creationId xmlns:a16="http://schemas.microsoft.com/office/drawing/2014/main" id="{A05062A2-4D2F-86FB-8C20-E2E97A98C7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
        <p:nvSpPr>
          <p:cNvPr id="3" name="Footer Placeholder 3">
            <a:extLst>
              <a:ext uri="{FF2B5EF4-FFF2-40B4-BE49-F238E27FC236}">
                <a16:creationId xmlns:a16="http://schemas.microsoft.com/office/drawing/2014/main" id="{2F6FCD5E-9483-91B9-EE24-C87AA9F3DBD6}"/>
              </a:ext>
            </a:extLst>
          </p:cNvPr>
          <p:cNvSpPr>
            <a:spLocks noGrp="1"/>
          </p:cNvSpPr>
          <p:nvPr>
            <p:ph type="ftr" sz="quarter" idx="11"/>
          </p:nvPr>
        </p:nvSpPr>
        <p:spPr>
          <a:xfrm>
            <a:off x="838200" y="6356349"/>
            <a:ext cx="4114800" cy="365125"/>
          </a:xfrm>
          <a:prstGeom prst="rect">
            <a:avLst/>
          </a:prstGeom>
        </p:spPr>
        <p:txBody>
          <a:bodyPr/>
          <a:lstStyle>
            <a:lvl1pPr algn="l">
              <a:defRPr/>
            </a:lvl1pPr>
          </a:lstStyle>
          <a:p>
            <a:pPr algn="l"/>
            <a:endParaRPr lang="en-US" dirty="0"/>
          </a:p>
        </p:txBody>
      </p:sp>
    </p:spTree>
    <p:extLst>
      <p:ext uri="{BB962C8B-B14F-4D97-AF65-F5344CB8AC3E}">
        <p14:creationId xmlns:p14="http://schemas.microsoft.com/office/powerpoint/2010/main" val="9135859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spiring Quote / Flex Space">
    <p:spTree>
      <p:nvGrpSpPr>
        <p:cNvPr id="1" name=""/>
        <p:cNvGrpSpPr/>
        <p:nvPr/>
      </p:nvGrpSpPr>
      <p:grpSpPr>
        <a:xfrm>
          <a:off x="0" y="0"/>
          <a:ext cx="0" cy="0"/>
          <a:chOff x="0" y="0"/>
          <a:chExt cx="0" cy="0"/>
        </a:xfrm>
      </p:grpSpPr>
      <p:pic>
        <p:nvPicPr>
          <p:cNvPr id="7" name="Picture 6" descr="A close-up of a globe&#10;&#10;AI-generated content may be incorrect.">
            <a:extLst>
              <a:ext uri="{FF2B5EF4-FFF2-40B4-BE49-F238E27FC236}">
                <a16:creationId xmlns:a16="http://schemas.microsoft.com/office/drawing/2014/main" id="{0773B5AF-F694-C14B-4C0C-90940D8110B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7710DD-EE4B-96B7-AF92-EE3D3F80D4FB}"/>
              </a:ext>
            </a:extLst>
          </p:cNvPr>
          <p:cNvSpPr>
            <a:spLocks noGrp="1"/>
          </p:cNvSpPr>
          <p:nvPr>
            <p:ph type="title" hasCustomPrompt="1"/>
          </p:nvPr>
        </p:nvSpPr>
        <p:spPr>
          <a:xfrm>
            <a:off x="728980" y="2766218"/>
            <a:ext cx="6619240" cy="1325563"/>
          </a:xfrm>
          <a:prstGeom prst="rect">
            <a:avLst/>
          </a:prstGeom>
        </p:spPr>
        <p:txBody>
          <a:bodyPr/>
          <a:lstStyle>
            <a:lvl1pPr algn="ctr">
              <a:defRPr b="0" i="1"/>
            </a:lvl1pPr>
          </a:lstStyle>
          <a:p>
            <a:r>
              <a:rPr lang="en-US" dirty="0"/>
              <a:t>“Inspiring Quote Can Go Here”</a:t>
            </a:r>
          </a:p>
        </p:txBody>
      </p:sp>
      <p:sp>
        <p:nvSpPr>
          <p:cNvPr id="11" name="Slide Number Placeholder 11">
            <a:extLst>
              <a:ext uri="{FF2B5EF4-FFF2-40B4-BE49-F238E27FC236}">
                <a16:creationId xmlns:a16="http://schemas.microsoft.com/office/drawing/2014/main" id="{A05062A2-4D2F-86FB-8C20-E2E97A98C7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
        <p:nvSpPr>
          <p:cNvPr id="3" name="Footer Placeholder 3">
            <a:extLst>
              <a:ext uri="{FF2B5EF4-FFF2-40B4-BE49-F238E27FC236}">
                <a16:creationId xmlns:a16="http://schemas.microsoft.com/office/drawing/2014/main" id="{2302F3F9-0010-D502-B1C2-145680FD939E}"/>
              </a:ext>
            </a:extLst>
          </p:cNvPr>
          <p:cNvSpPr>
            <a:spLocks noGrp="1"/>
          </p:cNvSpPr>
          <p:nvPr>
            <p:ph type="ftr" sz="quarter" idx="11"/>
          </p:nvPr>
        </p:nvSpPr>
        <p:spPr>
          <a:xfrm>
            <a:off x="838200" y="6356349"/>
            <a:ext cx="4114800" cy="365125"/>
          </a:xfrm>
          <a:prstGeom prst="rect">
            <a:avLst/>
          </a:prstGeom>
        </p:spPr>
        <p:txBody>
          <a:bodyPr/>
          <a:lstStyle>
            <a:lvl1pPr algn="l">
              <a:defRPr/>
            </a:lvl1pPr>
          </a:lstStyle>
          <a:p>
            <a:pPr algn="l"/>
            <a:endParaRPr lang="en-US" dirty="0"/>
          </a:p>
        </p:txBody>
      </p:sp>
    </p:spTree>
    <p:extLst>
      <p:ext uri="{BB962C8B-B14F-4D97-AF65-F5344CB8AC3E}">
        <p14:creationId xmlns:p14="http://schemas.microsoft.com/office/powerpoint/2010/main" val="29916284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026 India CDISC Day">
    <p:spTree>
      <p:nvGrpSpPr>
        <p:cNvPr id="1" name=""/>
        <p:cNvGrpSpPr/>
        <p:nvPr/>
      </p:nvGrpSpPr>
      <p:grpSpPr>
        <a:xfrm>
          <a:off x="0" y="0"/>
          <a:ext cx="0" cy="0"/>
          <a:chOff x="0" y="0"/>
          <a:chExt cx="0" cy="0"/>
        </a:xfrm>
      </p:grpSpPr>
      <p:pic>
        <p:nvPicPr>
          <p:cNvPr id="14" name="Picture 13" descr="A blue background with white text and colorful circles&#10;&#10;AI-generated content may be incorrect.">
            <a:extLst>
              <a:ext uri="{FF2B5EF4-FFF2-40B4-BE49-F238E27FC236}">
                <a16:creationId xmlns:a16="http://schemas.microsoft.com/office/drawing/2014/main" id="{60F7C83A-A16B-90CE-CF24-E4B6E96433C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itle 1">
            <a:extLst>
              <a:ext uri="{FF2B5EF4-FFF2-40B4-BE49-F238E27FC236}">
                <a16:creationId xmlns:a16="http://schemas.microsoft.com/office/drawing/2014/main" id="{A9F9EB31-F9A1-C18C-0F8F-2D13FFC617E9}"/>
              </a:ext>
            </a:extLst>
          </p:cNvPr>
          <p:cNvSpPr>
            <a:spLocks noGrp="1"/>
          </p:cNvSpPr>
          <p:nvPr>
            <p:ph type="ctrTitle" hasCustomPrompt="1"/>
          </p:nvPr>
        </p:nvSpPr>
        <p:spPr>
          <a:xfrm>
            <a:off x="2345748" y="4689850"/>
            <a:ext cx="7500504" cy="357241"/>
          </a:xfrm>
        </p:spPr>
        <p:txBody>
          <a:bodyPr anchor="ctr">
            <a:normAutofit/>
          </a:bodyPr>
          <a:lstStyle>
            <a:lvl1pPr algn="l">
              <a:defRPr sz="2667" b="1">
                <a:solidFill>
                  <a:schemeClr val="bg1"/>
                </a:solidFill>
              </a:defRPr>
            </a:lvl1pPr>
          </a:lstStyle>
          <a:p>
            <a:r>
              <a:rPr lang="en-US" dirty="0"/>
              <a:t>Presentation Title</a:t>
            </a:r>
          </a:p>
        </p:txBody>
      </p:sp>
      <p:sp>
        <p:nvSpPr>
          <p:cNvPr id="4" name="Subtitle 2">
            <a:extLst>
              <a:ext uri="{FF2B5EF4-FFF2-40B4-BE49-F238E27FC236}">
                <a16:creationId xmlns:a16="http://schemas.microsoft.com/office/drawing/2014/main" id="{050EBD24-5291-771A-C069-3FB4226079C4}"/>
              </a:ext>
            </a:extLst>
          </p:cNvPr>
          <p:cNvSpPr>
            <a:spLocks noGrp="1"/>
          </p:cNvSpPr>
          <p:nvPr>
            <p:ph type="subTitle" idx="1" hasCustomPrompt="1"/>
          </p:nvPr>
        </p:nvSpPr>
        <p:spPr>
          <a:xfrm>
            <a:off x="2345749" y="5219955"/>
            <a:ext cx="7500504" cy="704029"/>
          </a:xfrm>
        </p:spPr>
        <p:txBody>
          <a:bodyPr>
            <a:normAutofit/>
          </a:bodyPr>
          <a:lstStyle>
            <a:lvl1pPr marL="0" indent="0" algn="l">
              <a:lnSpc>
                <a:spcPct val="100000"/>
              </a:lnSpc>
              <a:spcBef>
                <a:spcPts val="0"/>
              </a:spcBef>
              <a:buNone/>
              <a:defRPr sz="16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Presented by John Smith, Job Title, Department, Company Name</a:t>
            </a:r>
          </a:p>
          <a:p>
            <a:r>
              <a:rPr lang="en-US" dirty="0"/>
              <a:t>Day Month 2026</a:t>
            </a:r>
          </a:p>
        </p:txBody>
      </p:sp>
    </p:spTree>
    <p:extLst>
      <p:ext uri="{BB962C8B-B14F-4D97-AF65-F5344CB8AC3E}">
        <p14:creationId xmlns:p14="http://schemas.microsoft.com/office/powerpoint/2010/main" val="35170850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026 Europe Interchange 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4504CE-24FF-0B1C-3D2B-C8377F04F2CB}"/>
              </a:ext>
            </a:extLst>
          </p:cNvPr>
          <p:cNvSpPr/>
          <p:nvPr userDrawn="1"/>
        </p:nvSpPr>
        <p:spPr>
          <a:xfrm>
            <a:off x="74507" y="6103720"/>
            <a:ext cx="2387600" cy="7040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Title 1">
            <a:extLst>
              <a:ext uri="{FF2B5EF4-FFF2-40B4-BE49-F238E27FC236}">
                <a16:creationId xmlns:a16="http://schemas.microsoft.com/office/drawing/2014/main" id="{1276289B-55C8-40FA-889A-2AECA774D218}"/>
              </a:ext>
            </a:extLst>
          </p:cNvPr>
          <p:cNvSpPr>
            <a:spLocks noGrp="1"/>
          </p:cNvSpPr>
          <p:nvPr>
            <p:ph type="ctrTitle" hasCustomPrompt="1"/>
          </p:nvPr>
        </p:nvSpPr>
        <p:spPr>
          <a:xfrm>
            <a:off x="4045004" y="5157701"/>
            <a:ext cx="7500504" cy="357241"/>
          </a:xfrm>
        </p:spPr>
        <p:txBody>
          <a:bodyPr anchor="ctr">
            <a:normAutofit/>
          </a:bodyPr>
          <a:lstStyle>
            <a:lvl1pPr algn="l">
              <a:defRPr sz="2667" b="1">
                <a:solidFill>
                  <a:schemeClr val="tx1"/>
                </a:solidFill>
              </a:defRPr>
            </a:lvl1pPr>
          </a:lstStyle>
          <a:p>
            <a:r>
              <a:rPr lang="en-US" dirty="0"/>
              <a:t>Presentation Title</a:t>
            </a:r>
          </a:p>
        </p:txBody>
      </p:sp>
      <p:sp>
        <p:nvSpPr>
          <p:cNvPr id="8" name="Subtitle 2">
            <a:extLst>
              <a:ext uri="{FF2B5EF4-FFF2-40B4-BE49-F238E27FC236}">
                <a16:creationId xmlns:a16="http://schemas.microsoft.com/office/drawing/2014/main" id="{8FBB06B2-CEED-4837-A8D1-3F28461021FA}"/>
              </a:ext>
            </a:extLst>
          </p:cNvPr>
          <p:cNvSpPr>
            <a:spLocks noGrp="1"/>
          </p:cNvSpPr>
          <p:nvPr>
            <p:ph type="subTitle" idx="1" hasCustomPrompt="1"/>
          </p:nvPr>
        </p:nvSpPr>
        <p:spPr>
          <a:xfrm>
            <a:off x="4045005" y="5687806"/>
            <a:ext cx="7500504" cy="704029"/>
          </a:xfrm>
        </p:spPr>
        <p:txBody>
          <a:bodyPr>
            <a:normAutofit/>
          </a:bodyPr>
          <a:lstStyle>
            <a:lvl1pPr marL="0" indent="0" algn="l">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Presented by John Smith, Job Title, Department, Company Name</a:t>
            </a:r>
          </a:p>
          <a:p>
            <a:r>
              <a:rPr lang="en-US" dirty="0"/>
              <a:t>Day Month 2026</a:t>
            </a:r>
          </a:p>
        </p:txBody>
      </p:sp>
      <p:pic>
        <p:nvPicPr>
          <p:cNvPr id="10" name="Picture 9">
            <a:extLst>
              <a:ext uri="{FF2B5EF4-FFF2-40B4-BE49-F238E27FC236}">
                <a16:creationId xmlns:a16="http://schemas.microsoft.com/office/drawing/2014/main" id="{EB12381A-54CA-3596-81CF-D81754AD43A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2905"/>
            <a:ext cx="12192000" cy="379760"/>
          </a:xfrm>
          <a:prstGeom prst="rect">
            <a:avLst/>
          </a:prstGeom>
        </p:spPr>
      </p:pic>
      <p:pic>
        <p:nvPicPr>
          <p:cNvPr id="11" name="Picture 10">
            <a:extLst>
              <a:ext uri="{FF2B5EF4-FFF2-40B4-BE49-F238E27FC236}">
                <a16:creationId xmlns:a16="http://schemas.microsoft.com/office/drawing/2014/main" id="{A6193E57-2E58-64C4-CD10-BA3194E1D77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6519635"/>
            <a:ext cx="12192000" cy="338247"/>
          </a:xfrm>
          <a:prstGeom prst="rect">
            <a:avLst/>
          </a:prstGeom>
        </p:spPr>
      </p:pic>
      <p:sp>
        <p:nvSpPr>
          <p:cNvPr id="12" name="TextBox 11">
            <a:extLst>
              <a:ext uri="{FF2B5EF4-FFF2-40B4-BE49-F238E27FC236}">
                <a16:creationId xmlns:a16="http://schemas.microsoft.com/office/drawing/2014/main" id="{A9E1DF4D-2170-CE0D-FB12-9CE9B4EDA629}"/>
              </a:ext>
            </a:extLst>
          </p:cNvPr>
          <p:cNvSpPr txBox="1"/>
          <p:nvPr userDrawn="1"/>
        </p:nvSpPr>
        <p:spPr>
          <a:xfrm>
            <a:off x="5587698" y="1161465"/>
            <a:ext cx="5392245" cy="646331"/>
          </a:xfrm>
          <a:prstGeom prst="rect">
            <a:avLst/>
          </a:prstGeom>
          <a:noFill/>
        </p:spPr>
        <p:txBody>
          <a:bodyPr wrap="none" rtlCol="0">
            <a:spAutoFit/>
          </a:bodyPr>
          <a:lstStyle/>
          <a:p>
            <a:r>
              <a:rPr lang="en-US" sz="3600" b="1" kern="0" spc="-133" baseline="0" dirty="0">
                <a:latin typeface="Arial" panose="020B0604020202020204" pitchFamily="34" charset="0"/>
                <a:cs typeface="Arial" panose="020B0604020202020204" pitchFamily="34" charset="0"/>
              </a:rPr>
              <a:t>2026 Europe Interchange </a:t>
            </a:r>
          </a:p>
        </p:txBody>
      </p:sp>
      <p:sp>
        <p:nvSpPr>
          <p:cNvPr id="13" name="TextBox 12">
            <a:extLst>
              <a:ext uri="{FF2B5EF4-FFF2-40B4-BE49-F238E27FC236}">
                <a16:creationId xmlns:a16="http://schemas.microsoft.com/office/drawing/2014/main" id="{B3507873-3435-18ED-FFFC-B07E35A8A657}"/>
              </a:ext>
            </a:extLst>
          </p:cNvPr>
          <p:cNvSpPr txBox="1"/>
          <p:nvPr userDrawn="1"/>
        </p:nvSpPr>
        <p:spPr>
          <a:xfrm>
            <a:off x="5587698" y="1734487"/>
            <a:ext cx="5195525" cy="225767"/>
          </a:xfrm>
          <a:prstGeom prst="rect">
            <a:avLst/>
          </a:prstGeom>
          <a:noFill/>
        </p:spPr>
        <p:txBody>
          <a:bodyPr wrap="none" rtlCol="0">
            <a:spAutoFit/>
          </a:bodyPr>
          <a:lstStyle/>
          <a:p>
            <a:r>
              <a:rPr lang="en-US" sz="867" cap="all" spc="13" baseline="0" dirty="0">
                <a:solidFill>
                  <a:srgbClr val="5C7FA2"/>
                </a:solidFill>
              </a:rPr>
              <a:t>The Future Is Connected: Standards and AI Powering Digital Transformation</a:t>
            </a:r>
          </a:p>
        </p:txBody>
      </p:sp>
      <p:pic>
        <p:nvPicPr>
          <p:cNvPr id="21" name="Picture 20" descr="A city skyline with buildings in the background&#10;&#10;AI-generated content may be incorrect.">
            <a:extLst>
              <a:ext uri="{FF2B5EF4-FFF2-40B4-BE49-F238E27FC236}">
                <a16:creationId xmlns:a16="http://schemas.microsoft.com/office/drawing/2014/main" id="{1D4E8D17-2F9F-D657-42BC-92D5EBF4469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638795" y="2271534"/>
            <a:ext cx="9553077" cy="2261537"/>
          </a:xfrm>
          <a:prstGeom prst="rect">
            <a:avLst/>
          </a:prstGeom>
        </p:spPr>
      </p:pic>
      <p:pic>
        <p:nvPicPr>
          <p:cNvPr id="19" name="Picture 18" descr="A black and white cityscape&#10;&#10;AI-generated content may be incorrect.">
            <a:extLst>
              <a:ext uri="{FF2B5EF4-FFF2-40B4-BE49-F238E27FC236}">
                <a16:creationId xmlns:a16="http://schemas.microsoft.com/office/drawing/2014/main" id="{BC052E5C-F8F7-ACEA-C6B9-97D69C8C3C4E}"/>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2638795" y="2279016"/>
            <a:ext cx="9553077" cy="2157517"/>
          </a:xfrm>
          <a:prstGeom prst="rect">
            <a:avLst/>
          </a:prstGeom>
        </p:spPr>
      </p:pic>
      <p:sp>
        <p:nvSpPr>
          <p:cNvPr id="14" name="TextBox 13">
            <a:extLst>
              <a:ext uri="{FF2B5EF4-FFF2-40B4-BE49-F238E27FC236}">
                <a16:creationId xmlns:a16="http://schemas.microsoft.com/office/drawing/2014/main" id="{769E77A3-B24D-2720-5E96-42FC1FC6AD2D}"/>
              </a:ext>
            </a:extLst>
          </p:cNvPr>
          <p:cNvSpPr txBox="1"/>
          <p:nvPr userDrawn="1"/>
        </p:nvSpPr>
        <p:spPr>
          <a:xfrm>
            <a:off x="4434603" y="4153007"/>
            <a:ext cx="5892960" cy="241156"/>
          </a:xfrm>
          <a:prstGeom prst="rect">
            <a:avLst/>
          </a:prstGeom>
          <a:noFill/>
        </p:spPr>
        <p:txBody>
          <a:bodyPr wrap="none" rtlCol="0">
            <a:spAutoFit/>
          </a:bodyPr>
          <a:lstStyle/>
          <a:p>
            <a:r>
              <a:rPr lang="en-US" sz="967" cap="all" baseline="0" dirty="0">
                <a:solidFill>
                  <a:schemeClr val="accent2">
                    <a:lumMod val="40000"/>
                    <a:lumOff val="60000"/>
                  </a:schemeClr>
                </a:solidFill>
              </a:rPr>
              <a:t>MILan, italy  |  Main Conference: 20-21 May  |  Trainings &amp; Workshops: 18, 19, &amp; 22 May</a:t>
            </a:r>
          </a:p>
        </p:txBody>
      </p:sp>
      <p:pic>
        <p:nvPicPr>
          <p:cNvPr id="3" name="Picture 2" descr="A white sphere with colorful dots and lines&#10;&#10;AI-generated content may be incorrect.">
            <a:extLst>
              <a:ext uri="{FF2B5EF4-FFF2-40B4-BE49-F238E27FC236}">
                <a16:creationId xmlns:a16="http://schemas.microsoft.com/office/drawing/2014/main" id="{3BFF97FE-E506-B8EF-8A24-C27A87D705D6}"/>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a:fillRect/>
          </a:stretch>
        </p:blipFill>
        <p:spPr>
          <a:xfrm>
            <a:off x="1" y="1230760"/>
            <a:ext cx="3403601" cy="4729773"/>
          </a:xfrm>
          <a:prstGeom prst="rect">
            <a:avLst/>
          </a:prstGeom>
        </p:spPr>
      </p:pic>
      <p:pic>
        <p:nvPicPr>
          <p:cNvPr id="5" name="Picture 4" descr="A blue and red text on a black background&#10;&#10;AI-generated content may be incorrect.">
            <a:extLst>
              <a:ext uri="{FF2B5EF4-FFF2-40B4-BE49-F238E27FC236}">
                <a16:creationId xmlns:a16="http://schemas.microsoft.com/office/drawing/2014/main" id="{93E81821-4895-5520-2F19-1D3D6D335761}"/>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833687" y="1087121"/>
            <a:ext cx="2703496" cy="819736"/>
          </a:xfrm>
          <a:prstGeom prst="rect">
            <a:avLst/>
          </a:prstGeom>
        </p:spPr>
      </p:pic>
    </p:spTree>
    <p:extLst>
      <p:ext uri="{BB962C8B-B14F-4D97-AF65-F5344CB8AC3E}">
        <p14:creationId xmlns:p14="http://schemas.microsoft.com/office/powerpoint/2010/main" val="8718907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026 US Interchange 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737F137-197F-F1BD-E93C-32CA601ADA4F}"/>
              </a:ext>
            </a:extLst>
          </p:cNvPr>
          <p:cNvSpPr/>
          <p:nvPr userDrawn="1"/>
        </p:nvSpPr>
        <p:spPr>
          <a:xfrm>
            <a:off x="0" y="5905500"/>
            <a:ext cx="2387600" cy="9523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7" name="Picture 16" descr="A city skyline with trees in the background&#10;&#10;AI-generated content may be incorrect.">
            <a:extLst>
              <a:ext uri="{FF2B5EF4-FFF2-40B4-BE49-F238E27FC236}">
                <a16:creationId xmlns:a16="http://schemas.microsoft.com/office/drawing/2014/main" id="{C3E63EC1-0BCC-24CF-83F5-8593389ADA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712720" y="2266227"/>
            <a:ext cx="9479280" cy="2297835"/>
          </a:xfrm>
          <a:prstGeom prst="rect">
            <a:avLst/>
          </a:prstGeom>
        </p:spPr>
      </p:pic>
      <p:pic>
        <p:nvPicPr>
          <p:cNvPr id="19" name="Picture 18" descr="A black and white image of a city&#10;&#10;AI-generated content may be incorrect.">
            <a:extLst>
              <a:ext uri="{FF2B5EF4-FFF2-40B4-BE49-F238E27FC236}">
                <a16:creationId xmlns:a16="http://schemas.microsoft.com/office/drawing/2014/main" id="{A37E3970-0A47-7F72-5744-396E7FE28F9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472277" y="2287786"/>
            <a:ext cx="9725900" cy="2108108"/>
          </a:xfrm>
          <a:prstGeom prst="rect">
            <a:avLst/>
          </a:prstGeom>
        </p:spPr>
      </p:pic>
      <p:pic>
        <p:nvPicPr>
          <p:cNvPr id="22" name="Picture 21" descr="A blue and red text on a black background&#10;&#10;AI-generated content may be incorrect.">
            <a:extLst>
              <a:ext uri="{FF2B5EF4-FFF2-40B4-BE49-F238E27FC236}">
                <a16:creationId xmlns:a16="http://schemas.microsoft.com/office/drawing/2014/main" id="{F02E28AD-2148-B2C6-11A5-266E1D266AB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833687" y="1087121"/>
            <a:ext cx="2703496" cy="819736"/>
          </a:xfrm>
          <a:prstGeom prst="rect">
            <a:avLst/>
          </a:prstGeom>
        </p:spPr>
      </p:pic>
      <p:sp>
        <p:nvSpPr>
          <p:cNvPr id="27" name="TextBox 26">
            <a:extLst>
              <a:ext uri="{FF2B5EF4-FFF2-40B4-BE49-F238E27FC236}">
                <a16:creationId xmlns:a16="http://schemas.microsoft.com/office/drawing/2014/main" id="{5475D693-9F94-F896-03D1-945678DD6B67}"/>
              </a:ext>
            </a:extLst>
          </p:cNvPr>
          <p:cNvSpPr txBox="1"/>
          <p:nvPr userDrawn="1"/>
        </p:nvSpPr>
        <p:spPr>
          <a:xfrm>
            <a:off x="5607050" y="1123364"/>
            <a:ext cx="5371983" cy="707886"/>
          </a:xfrm>
          <a:prstGeom prst="rect">
            <a:avLst/>
          </a:prstGeom>
          <a:noFill/>
        </p:spPr>
        <p:txBody>
          <a:bodyPr wrap="none" rtlCol="0">
            <a:spAutoFit/>
          </a:bodyPr>
          <a:lstStyle/>
          <a:p>
            <a:r>
              <a:rPr lang="en-US" sz="4000" b="1" dirty="0">
                <a:latin typeface="+mj-lt"/>
              </a:rPr>
              <a:t>2026 US Interchange </a:t>
            </a:r>
          </a:p>
        </p:txBody>
      </p:sp>
      <p:sp>
        <p:nvSpPr>
          <p:cNvPr id="28" name="TextBox 27">
            <a:extLst>
              <a:ext uri="{FF2B5EF4-FFF2-40B4-BE49-F238E27FC236}">
                <a16:creationId xmlns:a16="http://schemas.microsoft.com/office/drawing/2014/main" id="{6DE5E666-82D4-64C5-1DA4-F50A5216E5A5}"/>
              </a:ext>
            </a:extLst>
          </p:cNvPr>
          <p:cNvSpPr txBox="1"/>
          <p:nvPr userDrawn="1"/>
        </p:nvSpPr>
        <p:spPr>
          <a:xfrm>
            <a:off x="5607050" y="1734487"/>
            <a:ext cx="5195525" cy="225767"/>
          </a:xfrm>
          <a:prstGeom prst="rect">
            <a:avLst/>
          </a:prstGeom>
          <a:noFill/>
        </p:spPr>
        <p:txBody>
          <a:bodyPr wrap="none" rtlCol="0">
            <a:spAutoFit/>
          </a:bodyPr>
          <a:lstStyle/>
          <a:p>
            <a:r>
              <a:rPr lang="en-US" sz="867" cap="all" spc="13" baseline="0" dirty="0">
                <a:solidFill>
                  <a:srgbClr val="5C7FA2"/>
                </a:solidFill>
              </a:rPr>
              <a:t>The Future Is Connected: Standards and AI Powering Digital Transformation</a:t>
            </a:r>
          </a:p>
        </p:txBody>
      </p:sp>
      <p:sp>
        <p:nvSpPr>
          <p:cNvPr id="29" name="TextBox 28">
            <a:extLst>
              <a:ext uri="{FF2B5EF4-FFF2-40B4-BE49-F238E27FC236}">
                <a16:creationId xmlns:a16="http://schemas.microsoft.com/office/drawing/2014/main" id="{099B7E1B-C1EA-88D4-C130-9A5CC9A3563E}"/>
              </a:ext>
            </a:extLst>
          </p:cNvPr>
          <p:cNvSpPr txBox="1"/>
          <p:nvPr userDrawn="1"/>
        </p:nvSpPr>
        <p:spPr>
          <a:xfrm>
            <a:off x="4320297" y="4180331"/>
            <a:ext cx="5945858" cy="246221"/>
          </a:xfrm>
          <a:prstGeom prst="rect">
            <a:avLst/>
          </a:prstGeom>
          <a:noFill/>
        </p:spPr>
        <p:txBody>
          <a:bodyPr wrap="none" rtlCol="0">
            <a:spAutoFit/>
          </a:bodyPr>
          <a:lstStyle/>
          <a:p>
            <a:r>
              <a:rPr lang="en-US" sz="1000" cap="all" baseline="0" dirty="0">
                <a:solidFill>
                  <a:schemeClr val="accent2">
                    <a:lumMod val="40000"/>
                    <a:lumOff val="60000"/>
                  </a:schemeClr>
                </a:solidFill>
              </a:rPr>
              <a:t>DENVER, COLORADO  |  Main Conference: 5-6 OCT  |  Trainings &amp; Workshops: 7-9 OCT</a:t>
            </a:r>
          </a:p>
        </p:txBody>
      </p:sp>
      <p:pic>
        <p:nvPicPr>
          <p:cNvPr id="2" name="Picture 1" descr="A white sphere with colorful dots and lines&#10;&#10;AI-generated content may be incorrect.">
            <a:extLst>
              <a:ext uri="{FF2B5EF4-FFF2-40B4-BE49-F238E27FC236}">
                <a16:creationId xmlns:a16="http://schemas.microsoft.com/office/drawing/2014/main" id="{91CF16DD-F3D5-2B7B-4DCB-0B5917C62B19}"/>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a:xfrm>
            <a:off x="1" y="1230760"/>
            <a:ext cx="3403601" cy="4729773"/>
          </a:xfrm>
          <a:prstGeom prst="rect">
            <a:avLst/>
          </a:prstGeom>
        </p:spPr>
      </p:pic>
      <p:sp>
        <p:nvSpPr>
          <p:cNvPr id="3" name="Title 1">
            <a:extLst>
              <a:ext uri="{FF2B5EF4-FFF2-40B4-BE49-F238E27FC236}">
                <a16:creationId xmlns:a16="http://schemas.microsoft.com/office/drawing/2014/main" id="{A9F9EB31-F9A1-C18C-0F8F-2D13FFC617E9}"/>
              </a:ext>
            </a:extLst>
          </p:cNvPr>
          <p:cNvSpPr>
            <a:spLocks noGrp="1"/>
          </p:cNvSpPr>
          <p:nvPr>
            <p:ph type="ctrTitle" hasCustomPrompt="1"/>
          </p:nvPr>
        </p:nvSpPr>
        <p:spPr>
          <a:xfrm>
            <a:off x="4045004" y="5157701"/>
            <a:ext cx="7500504" cy="357241"/>
          </a:xfrm>
        </p:spPr>
        <p:txBody>
          <a:bodyPr anchor="ctr">
            <a:normAutofit/>
          </a:bodyPr>
          <a:lstStyle>
            <a:lvl1pPr algn="l">
              <a:defRPr sz="2667" b="1">
                <a:solidFill>
                  <a:schemeClr val="tx1"/>
                </a:solidFill>
              </a:defRPr>
            </a:lvl1pPr>
          </a:lstStyle>
          <a:p>
            <a:r>
              <a:rPr lang="en-US" dirty="0"/>
              <a:t>Presentation Title</a:t>
            </a:r>
          </a:p>
        </p:txBody>
      </p:sp>
      <p:sp>
        <p:nvSpPr>
          <p:cNvPr id="4" name="Subtitle 2">
            <a:extLst>
              <a:ext uri="{FF2B5EF4-FFF2-40B4-BE49-F238E27FC236}">
                <a16:creationId xmlns:a16="http://schemas.microsoft.com/office/drawing/2014/main" id="{050EBD24-5291-771A-C069-3FB4226079C4}"/>
              </a:ext>
            </a:extLst>
          </p:cNvPr>
          <p:cNvSpPr>
            <a:spLocks noGrp="1"/>
          </p:cNvSpPr>
          <p:nvPr>
            <p:ph type="subTitle" idx="1" hasCustomPrompt="1"/>
          </p:nvPr>
        </p:nvSpPr>
        <p:spPr>
          <a:xfrm>
            <a:off x="4045005" y="5687806"/>
            <a:ext cx="7500504" cy="704029"/>
          </a:xfrm>
        </p:spPr>
        <p:txBody>
          <a:bodyPr>
            <a:normAutofit/>
          </a:bodyPr>
          <a:lstStyle>
            <a:lvl1pPr marL="0" indent="0" algn="l">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Presented by John Smith, Job Title, Department, Company Name</a:t>
            </a:r>
          </a:p>
          <a:p>
            <a:r>
              <a:rPr lang="en-US" dirty="0"/>
              <a:t>Day Month 2026</a:t>
            </a:r>
          </a:p>
        </p:txBody>
      </p:sp>
      <p:pic>
        <p:nvPicPr>
          <p:cNvPr id="6" name="Picture 5">
            <a:extLst>
              <a:ext uri="{FF2B5EF4-FFF2-40B4-BE49-F238E27FC236}">
                <a16:creationId xmlns:a16="http://schemas.microsoft.com/office/drawing/2014/main" id="{7E4C5324-3B40-46A6-7ADE-7F1A02A4D785}"/>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0" y="-2905"/>
            <a:ext cx="12192000" cy="379760"/>
          </a:xfrm>
          <a:prstGeom prst="rect">
            <a:avLst/>
          </a:prstGeom>
        </p:spPr>
      </p:pic>
      <p:pic>
        <p:nvPicPr>
          <p:cNvPr id="9" name="Picture 8">
            <a:extLst>
              <a:ext uri="{FF2B5EF4-FFF2-40B4-BE49-F238E27FC236}">
                <a16:creationId xmlns:a16="http://schemas.microsoft.com/office/drawing/2014/main" id="{74223B7D-955C-8EB7-14DA-C83B6008AD2F}"/>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0" y="6519635"/>
            <a:ext cx="12192000" cy="338247"/>
          </a:xfrm>
          <a:prstGeom prst="rect">
            <a:avLst/>
          </a:prstGeom>
        </p:spPr>
      </p:pic>
    </p:spTree>
    <p:extLst>
      <p:ext uri="{BB962C8B-B14F-4D97-AF65-F5344CB8AC3E}">
        <p14:creationId xmlns:p14="http://schemas.microsoft.com/office/powerpoint/2010/main" val="28644358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026 India CDISC Day">
    <p:spTree>
      <p:nvGrpSpPr>
        <p:cNvPr id="1" name=""/>
        <p:cNvGrpSpPr/>
        <p:nvPr/>
      </p:nvGrpSpPr>
      <p:grpSpPr>
        <a:xfrm>
          <a:off x="0" y="0"/>
          <a:ext cx="0" cy="0"/>
          <a:chOff x="0" y="0"/>
          <a:chExt cx="0" cy="0"/>
        </a:xfrm>
      </p:grpSpPr>
      <p:pic>
        <p:nvPicPr>
          <p:cNvPr id="14" name="Picture 13" descr="A blue background with white text and colorful circles&#10;&#10;AI-generated content may be incorrect.">
            <a:extLst>
              <a:ext uri="{FF2B5EF4-FFF2-40B4-BE49-F238E27FC236}">
                <a16:creationId xmlns:a16="http://schemas.microsoft.com/office/drawing/2014/main" id="{60F7C83A-A16B-90CE-CF24-E4B6E96433C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itle 1">
            <a:extLst>
              <a:ext uri="{FF2B5EF4-FFF2-40B4-BE49-F238E27FC236}">
                <a16:creationId xmlns:a16="http://schemas.microsoft.com/office/drawing/2014/main" id="{A9F9EB31-F9A1-C18C-0F8F-2D13FFC617E9}"/>
              </a:ext>
            </a:extLst>
          </p:cNvPr>
          <p:cNvSpPr>
            <a:spLocks noGrp="1"/>
          </p:cNvSpPr>
          <p:nvPr>
            <p:ph type="ctrTitle" hasCustomPrompt="1"/>
          </p:nvPr>
        </p:nvSpPr>
        <p:spPr>
          <a:xfrm>
            <a:off x="2345748" y="4689850"/>
            <a:ext cx="7500504" cy="357241"/>
          </a:xfrm>
        </p:spPr>
        <p:txBody>
          <a:bodyPr anchor="ctr">
            <a:normAutofit/>
          </a:bodyPr>
          <a:lstStyle>
            <a:lvl1pPr algn="l">
              <a:defRPr sz="2667" b="1">
                <a:solidFill>
                  <a:schemeClr val="bg1"/>
                </a:solidFill>
              </a:defRPr>
            </a:lvl1pPr>
          </a:lstStyle>
          <a:p>
            <a:r>
              <a:rPr lang="en-US" dirty="0"/>
              <a:t>Presentation Title</a:t>
            </a:r>
          </a:p>
        </p:txBody>
      </p:sp>
      <p:sp>
        <p:nvSpPr>
          <p:cNvPr id="4" name="Subtitle 2">
            <a:extLst>
              <a:ext uri="{FF2B5EF4-FFF2-40B4-BE49-F238E27FC236}">
                <a16:creationId xmlns:a16="http://schemas.microsoft.com/office/drawing/2014/main" id="{050EBD24-5291-771A-C069-3FB4226079C4}"/>
              </a:ext>
            </a:extLst>
          </p:cNvPr>
          <p:cNvSpPr>
            <a:spLocks noGrp="1"/>
          </p:cNvSpPr>
          <p:nvPr>
            <p:ph type="subTitle" idx="1" hasCustomPrompt="1"/>
          </p:nvPr>
        </p:nvSpPr>
        <p:spPr>
          <a:xfrm>
            <a:off x="2345749" y="5219955"/>
            <a:ext cx="7500504" cy="704029"/>
          </a:xfrm>
        </p:spPr>
        <p:txBody>
          <a:bodyPr>
            <a:normAutofit/>
          </a:bodyPr>
          <a:lstStyle>
            <a:lvl1pPr marL="0" indent="0" algn="l">
              <a:lnSpc>
                <a:spcPct val="100000"/>
              </a:lnSpc>
              <a:spcBef>
                <a:spcPts val="0"/>
              </a:spcBef>
              <a:buNone/>
              <a:defRPr sz="16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Presented by John Smith, Job Title, Department, Company Name</a:t>
            </a:r>
          </a:p>
          <a:p>
            <a:r>
              <a:rPr lang="en-US" dirty="0"/>
              <a:t>Day Month 2026</a:t>
            </a:r>
          </a:p>
        </p:txBody>
      </p:sp>
    </p:spTree>
    <p:extLst>
      <p:ext uri="{BB962C8B-B14F-4D97-AF65-F5344CB8AC3E}">
        <p14:creationId xmlns:p14="http://schemas.microsoft.com/office/powerpoint/2010/main" val="10805394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DISC Summary">
    <p:spTree>
      <p:nvGrpSpPr>
        <p:cNvPr id="1" name=""/>
        <p:cNvGrpSpPr/>
        <p:nvPr/>
      </p:nvGrpSpPr>
      <p:grpSpPr>
        <a:xfrm>
          <a:off x="0" y="0"/>
          <a:ext cx="0" cy="0"/>
          <a:chOff x="0" y="0"/>
          <a:chExt cx="0" cy="0"/>
        </a:xfrm>
      </p:grpSpPr>
      <p:pic>
        <p:nvPicPr>
          <p:cNvPr id="9" name="Picture 8" descr="A logo for a company&#10;&#10;AI-generated content may be incorrect.">
            <a:extLst>
              <a:ext uri="{FF2B5EF4-FFF2-40B4-BE49-F238E27FC236}">
                <a16:creationId xmlns:a16="http://schemas.microsoft.com/office/drawing/2014/main" id="{C9681E14-B3FE-E042-C5B8-F8177FE73FF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730234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ducation">
    <p:spTree>
      <p:nvGrpSpPr>
        <p:cNvPr id="1" name=""/>
        <p:cNvGrpSpPr/>
        <p:nvPr/>
      </p:nvGrpSpPr>
      <p:grpSpPr>
        <a:xfrm>
          <a:off x="0" y="0"/>
          <a:ext cx="0" cy="0"/>
          <a:chOff x="0" y="0"/>
          <a:chExt cx="0" cy="0"/>
        </a:xfrm>
      </p:grpSpPr>
      <p:pic>
        <p:nvPicPr>
          <p:cNvPr id="9" name="Picture 8" descr="A screenshot of a web page&#10;&#10;AI-generated content may be incorrect.">
            <a:extLst>
              <a:ext uri="{FF2B5EF4-FFF2-40B4-BE49-F238E27FC236}">
                <a16:creationId xmlns:a16="http://schemas.microsoft.com/office/drawing/2014/main" id="{663278CC-4CCB-5D61-9D7D-8101C1DEA2F0}"/>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1498291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USDM">
    <p:spTree>
      <p:nvGrpSpPr>
        <p:cNvPr id="1" name=""/>
        <p:cNvGrpSpPr/>
        <p:nvPr/>
      </p:nvGrpSpPr>
      <p:grpSpPr>
        <a:xfrm>
          <a:off x="0" y="0"/>
          <a:ext cx="0" cy="0"/>
          <a:chOff x="0" y="0"/>
          <a:chExt cx="0" cy="0"/>
        </a:xfrm>
      </p:grpSpPr>
      <p:pic>
        <p:nvPicPr>
          <p:cNvPr id="9" name="Picture 8" descr="A blue and white poster with icons and text&#10;&#10;AI-generated content may be incorrect.">
            <a:extLst>
              <a:ext uri="{FF2B5EF4-FFF2-40B4-BE49-F238E27FC236}">
                <a16:creationId xmlns:a16="http://schemas.microsoft.com/office/drawing/2014/main" id="{45626BA3-136C-D9F4-A116-DB95D67FA013}"/>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67873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vents">
    <p:spTree>
      <p:nvGrpSpPr>
        <p:cNvPr id="1" name=""/>
        <p:cNvGrpSpPr/>
        <p:nvPr/>
      </p:nvGrpSpPr>
      <p:grpSpPr>
        <a:xfrm>
          <a:off x="0" y="0"/>
          <a:ext cx="0" cy="0"/>
          <a:chOff x="0" y="0"/>
          <a:chExt cx="0" cy="0"/>
        </a:xfrm>
      </p:grpSpPr>
      <p:pic>
        <p:nvPicPr>
          <p:cNvPr id="9" name="Picture 8" descr="A blue and white website with a few images of buildings&#10;&#10;AI-generated content may be incorrect.">
            <a:extLst>
              <a:ext uri="{FF2B5EF4-FFF2-40B4-BE49-F238E27FC236}">
                <a16:creationId xmlns:a16="http://schemas.microsoft.com/office/drawing/2014/main" id="{99BDABBC-9179-4D5C-51F3-CDFFF44ACBAF}"/>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2516595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artnerships">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A25C5EFB-930B-3056-3550-02D67352BB33}"/>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2521941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ndustry Sectors">
    <p:spTree>
      <p:nvGrpSpPr>
        <p:cNvPr id="1" name=""/>
        <p:cNvGrpSpPr/>
        <p:nvPr/>
      </p:nvGrpSpPr>
      <p:grpSpPr>
        <a:xfrm>
          <a:off x="0" y="0"/>
          <a:ext cx="0" cy="0"/>
          <a:chOff x="0" y="0"/>
          <a:chExt cx="0" cy="0"/>
        </a:xfrm>
      </p:grpSpPr>
      <p:pic>
        <p:nvPicPr>
          <p:cNvPr id="7" name="Picture 6" descr="A close-up of a pie chart&#10;&#10;AI-generated content may be incorrect.">
            <a:extLst>
              <a:ext uri="{FF2B5EF4-FFF2-40B4-BE49-F238E27FC236}">
                <a16:creationId xmlns:a16="http://schemas.microsoft.com/office/drawing/2014/main" id="{4BE472CD-6235-FDD2-630E-DE95E94E7A6C}"/>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0776824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Member Map">
    <p:spTree>
      <p:nvGrpSpPr>
        <p:cNvPr id="1" name=""/>
        <p:cNvGrpSpPr/>
        <p:nvPr/>
      </p:nvGrpSpPr>
      <p:grpSpPr>
        <a:xfrm>
          <a:off x="0" y="0"/>
          <a:ext cx="0" cy="0"/>
          <a:chOff x="0" y="0"/>
          <a:chExt cx="0" cy="0"/>
        </a:xfrm>
      </p:grpSpPr>
      <p:pic>
        <p:nvPicPr>
          <p:cNvPr id="7" name="Picture 6" descr="A map of the world with red circles and white text&#10;&#10;AI-generated content may be incorrect.">
            <a:extLst>
              <a:ext uri="{FF2B5EF4-FFF2-40B4-BE49-F238E27FC236}">
                <a16:creationId xmlns:a16="http://schemas.microsoft.com/office/drawing/2014/main" id="{58EAF52A-9601-E251-C690-71DCD0F78DC8}"/>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977902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Member List">
    <p:spTree>
      <p:nvGrpSpPr>
        <p:cNvPr id="1" name=""/>
        <p:cNvGrpSpPr/>
        <p:nvPr/>
      </p:nvGrpSpPr>
      <p:grpSpPr>
        <a:xfrm>
          <a:off x="0" y="0"/>
          <a:ext cx="0" cy="0"/>
          <a:chOff x="0" y="0"/>
          <a:chExt cx="0" cy="0"/>
        </a:xfrm>
      </p:grpSpPr>
      <p:pic>
        <p:nvPicPr>
          <p:cNvPr id="7" name="Picture 6" descr="A close-up of a computer screen&#10;&#10;AI-generated content may be incorrect.">
            <a:extLst>
              <a:ext uri="{FF2B5EF4-FFF2-40B4-BE49-F238E27FC236}">
                <a16:creationId xmlns:a16="http://schemas.microsoft.com/office/drawing/2014/main" id="{0569ABDE-DB67-6D73-1D2B-FCD17D7E1BD3}"/>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944023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 Id="rId5" Type="http://schemas.openxmlformats.org/officeDocument/2006/relationships/image" Target="../media/image9.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8">
            <a:extLst>
              <a:ext uri="{FF2B5EF4-FFF2-40B4-BE49-F238E27FC236}">
                <a16:creationId xmlns:a16="http://schemas.microsoft.com/office/drawing/2014/main" id="{A281660A-8757-EE1C-F596-19764D32A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11" name="Footer Placeholder 10">
            <a:extLst>
              <a:ext uri="{FF2B5EF4-FFF2-40B4-BE49-F238E27FC236}">
                <a16:creationId xmlns:a16="http://schemas.microsoft.com/office/drawing/2014/main" id="{C50522A0-D06F-BDC9-44DF-8101FB801CD9}"/>
              </a:ext>
            </a:extLst>
          </p:cNvPr>
          <p:cNvSpPr>
            <a:spLocks noGrp="1"/>
          </p:cNvSpPr>
          <p:nvPr>
            <p:ph type="ftr" sz="quarter" idx="3"/>
          </p:nvPr>
        </p:nvSpPr>
        <p:spPr>
          <a:xfrm>
            <a:off x="838200" y="6361596"/>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endParaRPr lang="en-US" i="1" dirty="0"/>
          </a:p>
        </p:txBody>
      </p:sp>
      <p:sp>
        <p:nvSpPr>
          <p:cNvPr id="12" name="Slide Number Placeholder 11">
            <a:extLst>
              <a:ext uri="{FF2B5EF4-FFF2-40B4-BE49-F238E27FC236}">
                <a16:creationId xmlns:a16="http://schemas.microsoft.com/office/drawing/2014/main" id="{0C986F05-C189-34BC-3DF9-51AB9758D0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
        <p:nvSpPr>
          <p:cNvPr id="13" name="Text Placeholder 12">
            <a:extLst>
              <a:ext uri="{FF2B5EF4-FFF2-40B4-BE49-F238E27FC236}">
                <a16:creationId xmlns:a16="http://schemas.microsoft.com/office/drawing/2014/main" id="{7368168F-AACE-36CB-D947-3FC495187A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9350716"/>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77" r:id="rId3"/>
    <p:sldLayoutId id="2147483679" r:id="rId4"/>
    <p:sldLayoutId id="2147483681" r:id="rId5"/>
    <p:sldLayoutId id="2147483650" r:id="rId6"/>
    <p:sldLayoutId id="2147483654" r:id="rId7"/>
    <p:sldLayoutId id="2147483655" r:id="rId8"/>
    <p:sldLayoutId id="2147483678" r:id="rId9"/>
    <p:sldLayoutId id="2147483660" r:id="rId10"/>
    <p:sldLayoutId id="2147483656" r:id="rId11"/>
    <p:sldLayoutId id="2147483652" r:id="rId12"/>
    <p:sldLayoutId id="2147483653" r:id="rId13"/>
    <p:sldLayoutId id="2147483657" r:id="rId14"/>
    <p:sldLayoutId id="2147483661" r:id="rId15"/>
    <p:sldLayoutId id="2147483662" r:id="rId16"/>
    <p:sldLayoutId id="2147483680" r:id="rId17"/>
    <p:sldLayoutId id="2147483699" r:id="rId18"/>
  </p:sldLayoutIdLst>
  <p:hf sldNum="0" hdr="0" ftr="0" dt="0"/>
  <p:txStyles>
    <p:titleStyle>
      <a:lvl1pPr algn="l" defTabSz="914400" rtl="0" eaLnBrk="1" latinLnBrk="0" hangingPunct="1">
        <a:lnSpc>
          <a:spcPct val="90000"/>
        </a:lnSpc>
        <a:spcBef>
          <a:spcPct val="0"/>
        </a:spcBef>
        <a:buNone/>
        <a:defRPr sz="3600" b="1" kern="1200">
          <a:solidFill>
            <a:srgbClr val="004578"/>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00"/>
        </a:spcBef>
        <a:spcAft>
          <a:spcPts val="100"/>
        </a:spcAft>
        <a:buFont typeface="Arial" panose="020B0604020202020204" pitchFamily="34" charset="0"/>
        <a:buChar char="•"/>
        <a:defRPr sz="2800" b="0" i="0" kern="1200">
          <a:solidFill>
            <a:schemeClr val="accent1"/>
          </a:solidFill>
          <a:latin typeface="Arial" panose="020B0604020202020204" pitchFamily="34" charset="0"/>
          <a:ea typeface="+mn-ea"/>
          <a:cs typeface="+mn-cs"/>
        </a:defRPr>
      </a:lvl1pPr>
      <a:lvl2pPr marL="685800" indent="-228600" algn="l" defTabSz="914400" rtl="0" eaLnBrk="1" latinLnBrk="0" hangingPunct="1">
        <a:lnSpc>
          <a:spcPct val="100000"/>
        </a:lnSpc>
        <a:spcBef>
          <a:spcPts val="100"/>
        </a:spcBef>
        <a:spcAft>
          <a:spcPts val="100"/>
        </a:spcAft>
        <a:buFont typeface="Arial" panose="020B0604020202020204" pitchFamily="34" charset="0"/>
        <a:buChar char="•"/>
        <a:defRPr sz="2400" b="0" i="0" kern="1200">
          <a:solidFill>
            <a:schemeClr val="accent1"/>
          </a:solidFill>
          <a:latin typeface="Arial" panose="020B0604020202020204" pitchFamily="34" charset="0"/>
          <a:ea typeface="+mn-ea"/>
          <a:cs typeface="+mn-cs"/>
        </a:defRPr>
      </a:lvl2pPr>
      <a:lvl3pPr marL="1143000" indent="-228600" algn="l" defTabSz="914400" rtl="0" eaLnBrk="1" latinLnBrk="0" hangingPunct="1">
        <a:lnSpc>
          <a:spcPct val="100000"/>
        </a:lnSpc>
        <a:spcBef>
          <a:spcPts val="100"/>
        </a:spcBef>
        <a:spcAft>
          <a:spcPts val="100"/>
        </a:spcAft>
        <a:buFont typeface="Arial" panose="020B0604020202020204" pitchFamily="34" charset="0"/>
        <a:buChar char="•"/>
        <a:defRPr sz="2000" b="0" i="0" kern="1200">
          <a:solidFill>
            <a:schemeClr val="accent1"/>
          </a:solidFill>
          <a:latin typeface="Arial" panose="020B0604020202020204" pitchFamily="34" charset="0"/>
          <a:ea typeface="+mn-ea"/>
          <a:cs typeface="+mn-cs"/>
        </a:defRPr>
      </a:lvl3pPr>
      <a:lvl4pPr marL="1600200" indent="-228600" algn="l" defTabSz="914400" rtl="0" eaLnBrk="1" latinLnBrk="0" hangingPunct="1">
        <a:lnSpc>
          <a:spcPct val="100000"/>
        </a:lnSpc>
        <a:spcBef>
          <a:spcPts val="100"/>
        </a:spcBef>
        <a:spcAft>
          <a:spcPts val="100"/>
        </a:spcAft>
        <a:buFont typeface="Arial" panose="020B0604020202020204" pitchFamily="34" charset="0"/>
        <a:buChar char="•"/>
        <a:defRPr sz="1800" b="0" i="0" kern="1200">
          <a:solidFill>
            <a:schemeClr val="accent1"/>
          </a:solidFill>
          <a:latin typeface="Arial" panose="020B0604020202020204" pitchFamily="34" charset="0"/>
          <a:ea typeface="+mn-ea"/>
          <a:cs typeface="+mn-cs"/>
        </a:defRPr>
      </a:lvl4pPr>
      <a:lvl5pPr marL="2057400" indent="-228600" algn="l" defTabSz="914400" rtl="0" eaLnBrk="1" latinLnBrk="0" hangingPunct="1">
        <a:lnSpc>
          <a:spcPct val="100000"/>
        </a:lnSpc>
        <a:spcBef>
          <a:spcPts val="100"/>
        </a:spcBef>
        <a:spcAft>
          <a:spcPts val="100"/>
        </a:spcAft>
        <a:buFont typeface="Arial" panose="020B0604020202020204" pitchFamily="34" charset="0"/>
        <a:buChar char="•"/>
        <a:defRPr sz="1800" b="0" i="0" kern="1200">
          <a:solidFill>
            <a:schemeClr val="accent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325563"/>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09600" y="1481668"/>
            <a:ext cx="10972800" cy="4695297"/>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blue and red text on a black background&#10;&#10;AI-generated content may be incorrect.">
            <a:extLst>
              <a:ext uri="{FF2B5EF4-FFF2-40B4-BE49-F238E27FC236}">
                <a16:creationId xmlns:a16="http://schemas.microsoft.com/office/drawing/2014/main" id="{FAA6947A-88AC-58E6-32D1-F69966939910}"/>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608647" y="6316137"/>
            <a:ext cx="998421" cy="302735"/>
          </a:xfrm>
          <a:prstGeom prst="rect">
            <a:avLst/>
          </a:prstGeom>
        </p:spPr>
      </p:pic>
    </p:spTree>
    <p:extLst>
      <p:ext uri="{BB962C8B-B14F-4D97-AF65-F5344CB8AC3E}">
        <p14:creationId xmlns:p14="http://schemas.microsoft.com/office/powerpoint/2010/main" val="243978119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Lst>
  <p:hf sldNum="0" hdr="0" ftr="0" dt="0"/>
  <p:txStyles>
    <p:titleStyle>
      <a:lvl1pPr algn="l" defTabSz="914377"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594" indent="-228594" algn="l" defTabSz="914377"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783" indent="-228594" algn="l" defTabSz="914377" rtl="0" eaLnBrk="1" latinLnBrk="0" hangingPunct="1">
        <a:lnSpc>
          <a:spcPct val="100000"/>
        </a:lnSpc>
        <a:spcBef>
          <a:spcPts val="500"/>
        </a:spcBef>
        <a:buFont typeface="Arial" panose="020B0604020202020204" pitchFamily="34" charset="0"/>
        <a:buChar char="•"/>
        <a:defRPr sz="1867" kern="1200">
          <a:solidFill>
            <a:schemeClr val="tx1"/>
          </a:solidFill>
          <a:latin typeface="+mn-lt"/>
          <a:ea typeface="+mn-ea"/>
          <a:cs typeface="+mn-cs"/>
        </a:defRPr>
      </a:lvl2pPr>
      <a:lvl3pPr marL="1142971" indent="-228594" algn="l" defTabSz="914377" rtl="0" eaLnBrk="1" latinLnBrk="0" hangingPunct="1">
        <a:lnSpc>
          <a:spcPct val="100000"/>
        </a:lnSpc>
        <a:spcBef>
          <a:spcPts val="500"/>
        </a:spcBef>
        <a:buFont typeface="Arial" panose="020B0604020202020204" pitchFamily="34" charset="0"/>
        <a:buChar char="•"/>
        <a:defRPr sz="1867"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867"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867"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910">
          <p15:clr>
            <a:srgbClr val="F26B43"/>
          </p15:clr>
        </p15:guide>
        <p15:guide id="2" pos="5472">
          <p15:clr>
            <a:srgbClr val="F26B43"/>
          </p15:clr>
        </p15:guide>
        <p15:guide id="3" pos="504">
          <p15:clr>
            <a:srgbClr val="F26B43"/>
          </p15:clr>
        </p15:guide>
        <p15:guide id="4" pos="3054">
          <p15:clr>
            <a:srgbClr val="F26B43"/>
          </p15:clr>
        </p15:guide>
        <p15:guide id="5" pos="3198">
          <p15:clr>
            <a:srgbClr val="F26B43"/>
          </p15:clr>
        </p15:guide>
        <p15:guide id="6" pos="288">
          <p15:clr>
            <a:srgbClr val="F26B43"/>
          </p15:clr>
        </p15:guide>
        <p15:guide id="7" orient="horz" pos="70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C86468-8A2B-6153-F617-953E2EE39F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DD67B3-AAEC-95D2-781F-6DFB3AC917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302DD03-F651-5463-9181-9FD9301768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1E506B7-332F-CE1D-B5F5-9C74D7C452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59C3FD-9B60-0C4F-8666-AAFEDBA8752F}" type="slidenum">
              <a:rPr lang="en-US" smtClean="0"/>
              <a:t>‹#›</a:t>
            </a:fld>
            <a:endParaRPr lang="en-US"/>
          </a:p>
        </p:txBody>
      </p:sp>
    </p:spTree>
    <p:extLst>
      <p:ext uri="{BB962C8B-B14F-4D97-AF65-F5344CB8AC3E}">
        <p14:creationId xmlns:p14="http://schemas.microsoft.com/office/powerpoint/2010/main" val="2671879298"/>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2" r:id="rId3"/>
    <p:sldLayoutId id="2147483693" r:id="rId4"/>
    <p:sldLayoutId id="2147483694" r:id="rId5"/>
    <p:sldLayoutId id="2147483695" r:id="rId6"/>
    <p:sldLayoutId id="2147483696" r:id="rId7"/>
    <p:sldLayoutId id="2147483698" r:id="rId8"/>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hyperlink" Target="https://wiki.cdisc.org/display/ARSP/Analysis+Results+Standard+User+Guide+v1.0"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hyperlink" Target="https://cdisc-org.github.io/analysis-results-standard/" TargetMode="External"/><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7.png"/><Relationship Id="rId7"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7.png"/><Relationship Id="rId7"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notesSlide" Target="../notesSlides/notesSlide11.xml"/><Relationship Id="rId16" Type="http://schemas.openxmlformats.org/officeDocument/2006/relationships/diagramColors" Target="../diagrams/colors3.xml"/><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CF067-C970-F1A3-3AD5-B5048FBFE52E}"/>
              </a:ext>
            </a:extLst>
          </p:cNvPr>
          <p:cNvSpPr>
            <a:spLocks noGrp="1"/>
          </p:cNvSpPr>
          <p:nvPr>
            <p:ph type="ctrTitle"/>
          </p:nvPr>
        </p:nvSpPr>
        <p:spPr>
          <a:xfrm>
            <a:off x="2345747" y="4343062"/>
            <a:ext cx="9425949" cy="704029"/>
          </a:xfrm>
        </p:spPr>
        <p:txBody>
          <a:bodyPr>
            <a:normAutofit fontScale="90000"/>
          </a:bodyPr>
          <a:lstStyle/>
          <a:p>
            <a:r>
              <a:rPr lang="en-GB" dirty="0"/>
              <a:t>Analysis Concepts</a:t>
            </a:r>
            <a:br>
              <a:rPr lang="en-GB" dirty="0"/>
            </a:br>
            <a:r>
              <a:rPr lang="en-GB" dirty="0"/>
              <a:t>Initial Perspectives from the CDISC Working Group</a:t>
            </a:r>
          </a:p>
        </p:txBody>
      </p:sp>
      <p:sp>
        <p:nvSpPr>
          <p:cNvPr id="3" name="Subtitle 2">
            <a:extLst>
              <a:ext uri="{FF2B5EF4-FFF2-40B4-BE49-F238E27FC236}">
                <a16:creationId xmlns:a16="http://schemas.microsoft.com/office/drawing/2014/main" id="{755D7A29-DF34-AEAB-E27C-FE5E544BDBC3}"/>
              </a:ext>
            </a:extLst>
          </p:cNvPr>
          <p:cNvSpPr>
            <a:spLocks noGrp="1"/>
          </p:cNvSpPr>
          <p:nvPr>
            <p:ph type="subTitle" idx="1"/>
          </p:nvPr>
        </p:nvSpPr>
        <p:spPr/>
        <p:txBody>
          <a:bodyPr/>
          <a:lstStyle/>
          <a:p>
            <a:r>
              <a:rPr lang="en-US" dirty="0"/>
              <a:t>Stuart Malcolm, Head of Standards, Efficiency and Automation, </a:t>
            </a:r>
            <a:r>
              <a:rPr lang="en-US" dirty="0" err="1"/>
              <a:t>Veramed</a:t>
            </a:r>
            <a:r>
              <a:rPr lang="en-US" dirty="0"/>
              <a:t>.</a:t>
            </a:r>
          </a:p>
        </p:txBody>
      </p:sp>
    </p:spTree>
    <p:extLst>
      <p:ext uri="{BB962C8B-B14F-4D97-AF65-F5344CB8AC3E}">
        <p14:creationId xmlns:p14="http://schemas.microsoft.com/office/powerpoint/2010/main" val="4218661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B6B75-E142-593A-AE4A-0C0955FC84BD}"/>
              </a:ext>
            </a:extLst>
          </p:cNvPr>
          <p:cNvSpPr>
            <a:spLocks noGrp="1"/>
          </p:cNvSpPr>
          <p:nvPr>
            <p:ph type="title"/>
          </p:nvPr>
        </p:nvSpPr>
        <p:spPr/>
        <p:txBody>
          <a:bodyPr/>
          <a:lstStyle/>
          <a:p>
            <a:r>
              <a:rPr lang="en-US" dirty="0"/>
              <a:t>Meet the speaker</a:t>
            </a:r>
          </a:p>
        </p:txBody>
      </p:sp>
      <p:sp>
        <p:nvSpPr>
          <p:cNvPr id="3" name="Content Placeholder 2">
            <a:extLst>
              <a:ext uri="{FF2B5EF4-FFF2-40B4-BE49-F238E27FC236}">
                <a16:creationId xmlns:a16="http://schemas.microsoft.com/office/drawing/2014/main" id="{E5B6C827-0B85-F160-8944-90A86735AE9F}"/>
              </a:ext>
            </a:extLst>
          </p:cNvPr>
          <p:cNvSpPr>
            <a:spLocks noGrp="1"/>
          </p:cNvSpPr>
          <p:nvPr>
            <p:ph sz="half" idx="2"/>
          </p:nvPr>
        </p:nvSpPr>
        <p:spPr>
          <a:xfrm>
            <a:off x="2646948" y="4318688"/>
            <a:ext cx="2791326" cy="1765308"/>
          </a:xfrm>
        </p:spPr>
        <p:txBody>
          <a:bodyPr>
            <a:normAutofit/>
          </a:bodyPr>
          <a:lstStyle/>
          <a:p>
            <a:pPr algn="ctr"/>
            <a:r>
              <a:rPr lang="en-US" dirty="0"/>
              <a:t>Stuart Malcolm</a:t>
            </a:r>
          </a:p>
          <a:p>
            <a:pPr algn="ctr"/>
            <a:r>
              <a:rPr lang="en-US" sz="1600" dirty="0"/>
              <a:t>Head of Standards, Efficiency and Automation</a:t>
            </a:r>
          </a:p>
          <a:p>
            <a:pPr algn="ctr"/>
            <a:r>
              <a:rPr lang="en-US" sz="1600" b="1" dirty="0" err="1"/>
              <a:t>Veramed</a:t>
            </a:r>
            <a:endParaRPr lang="en-US" sz="2800" b="1" dirty="0"/>
          </a:p>
        </p:txBody>
      </p:sp>
      <p:pic>
        <p:nvPicPr>
          <p:cNvPr id="7" name="Picture Placeholder 6" descr="A person in a brown jacket&#10;&#10;AI-generated content may be incorrect.">
            <a:extLst>
              <a:ext uri="{FF2B5EF4-FFF2-40B4-BE49-F238E27FC236}">
                <a16:creationId xmlns:a16="http://schemas.microsoft.com/office/drawing/2014/main" id="{99EE7838-E6D8-2E0E-5DC2-BBF7409E0A4D}"/>
              </a:ext>
            </a:extLst>
          </p:cNvPr>
          <p:cNvPicPr>
            <a:picLocks noGrp="1" noChangeAspect="1"/>
          </p:cNvPicPr>
          <p:nvPr>
            <p:ph type="pic" sz="quarter" idx="12"/>
          </p:nvPr>
        </p:nvPicPr>
        <p:blipFill>
          <a:blip r:embed="rId2"/>
          <a:srcRect t="8651" b="8651"/>
          <a:stretch>
            <a:fillRect/>
          </a:stretch>
        </p:blipFill>
        <p:spPr>
          <a:xfrm>
            <a:off x="3224463" y="2419537"/>
            <a:ext cx="1876927" cy="1785006"/>
          </a:xfrm>
        </p:spPr>
      </p:pic>
      <p:sp>
        <p:nvSpPr>
          <p:cNvPr id="5" name="Text Placeholder 4">
            <a:extLst>
              <a:ext uri="{FF2B5EF4-FFF2-40B4-BE49-F238E27FC236}">
                <a16:creationId xmlns:a16="http://schemas.microsoft.com/office/drawing/2014/main" id="{686B2942-7B7C-AD73-35FF-C4848A472CB8}"/>
              </a:ext>
            </a:extLst>
          </p:cNvPr>
          <p:cNvSpPr>
            <a:spLocks noGrp="1"/>
          </p:cNvSpPr>
          <p:nvPr>
            <p:ph type="body" sz="quarter" idx="13"/>
          </p:nvPr>
        </p:nvSpPr>
        <p:spPr/>
        <p:txBody>
          <a:bodyPr>
            <a:normAutofit fontScale="85000" lnSpcReduction="20000"/>
          </a:bodyPr>
          <a:lstStyle/>
          <a:p>
            <a:r>
              <a:rPr lang="en-GB" dirty="0"/>
              <a:t>Stuart has over 30 years’ experience in regulated industries including healthcare, telecommunications, finance and media.</a:t>
            </a:r>
          </a:p>
          <a:p>
            <a:r>
              <a:rPr lang="en-GB" dirty="0"/>
              <a:t>He is co-chair of the PHUSE Emerging Trends and Innovation working group, was co-lead of the Dataset-JSON project and a member of the CDISC 360i Analysis Concept project</a:t>
            </a:r>
            <a:endParaRPr lang="en-US" dirty="0"/>
          </a:p>
        </p:txBody>
      </p:sp>
    </p:spTree>
    <p:extLst>
      <p:ext uri="{BB962C8B-B14F-4D97-AF65-F5344CB8AC3E}">
        <p14:creationId xmlns:p14="http://schemas.microsoft.com/office/powerpoint/2010/main" val="3457742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AF746F0-FD1B-65A1-7F3F-56D370AD1AA9}"/>
              </a:ext>
            </a:extLst>
          </p:cNvPr>
          <p:cNvSpPr>
            <a:spLocks noGrp="1"/>
          </p:cNvSpPr>
          <p:nvPr>
            <p:ph idx="1"/>
          </p:nvPr>
        </p:nvSpPr>
        <p:spPr/>
        <p:txBody>
          <a:bodyPr/>
          <a:lstStyle/>
          <a:p>
            <a:r>
              <a:rPr lang="en-US" i="1" dirty="0"/>
              <a:t>The views and opinions expressed in this presentation are those of the authors and do not necessarily reflect the official policy or position of CDISC or </a:t>
            </a:r>
            <a:r>
              <a:rPr lang="en-US" i="1" dirty="0" err="1"/>
              <a:t>Veramed</a:t>
            </a:r>
            <a:r>
              <a:rPr lang="en-US" i="1" dirty="0"/>
              <a:t>.</a:t>
            </a:r>
          </a:p>
          <a:p>
            <a:endParaRPr lang="en-US" i="1" dirty="0"/>
          </a:p>
          <a:p>
            <a:r>
              <a:rPr lang="en-US" i="1" dirty="0"/>
              <a:t>The authors have no real or apparent conflicts of interest to report.</a:t>
            </a:r>
            <a:endParaRPr lang="en-US" dirty="0"/>
          </a:p>
        </p:txBody>
      </p:sp>
      <p:sp>
        <p:nvSpPr>
          <p:cNvPr id="6" name="Title 5">
            <a:extLst>
              <a:ext uri="{FF2B5EF4-FFF2-40B4-BE49-F238E27FC236}">
                <a16:creationId xmlns:a16="http://schemas.microsoft.com/office/drawing/2014/main" id="{23198ED8-8AE7-80C8-D116-26A5FE49C537}"/>
              </a:ext>
            </a:extLst>
          </p:cNvPr>
          <p:cNvSpPr>
            <a:spLocks noGrp="1"/>
          </p:cNvSpPr>
          <p:nvPr>
            <p:ph type="title"/>
          </p:nvPr>
        </p:nvSpPr>
        <p:spPr/>
        <p:txBody>
          <a:bodyPr/>
          <a:lstStyle/>
          <a:p>
            <a:r>
              <a:rPr lang="en-US" dirty="0"/>
              <a:t>Disclaimer and Disclosures</a:t>
            </a:r>
          </a:p>
        </p:txBody>
      </p:sp>
    </p:spTree>
    <p:extLst>
      <p:ext uri="{BB962C8B-B14F-4D97-AF65-F5344CB8AC3E}">
        <p14:creationId xmlns:p14="http://schemas.microsoft.com/office/powerpoint/2010/main" val="980874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4DB31E-E2F5-9154-7AD4-C3BB6F9B1D40}"/>
              </a:ext>
            </a:extLst>
          </p:cNvPr>
          <p:cNvSpPr>
            <a:spLocks noGrp="1"/>
          </p:cNvSpPr>
          <p:nvPr>
            <p:ph sz="half" idx="2"/>
          </p:nvPr>
        </p:nvSpPr>
        <p:spPr/>
        <p:txBody>
          <a:bodyPr/>
          <a:lstStyle/>
          <a:p>
            <a:r>
              <a:rPr lang="en-US" dirty="0"/>
              <a:t>Problem</a:t>
            </a:r>
          </a:p>
          <a:p>
            <a:r>
              <a:rPr lang="en-US" dirty="0"/>
              <a:t>Solution</a:t>
            </a:r>
          </a:p>
          <a:p>
            <a:r>
              <a:rPr lang="en-US" dirty="0"/>
              <a:t>Next Steps</a:t>
            </a:r>
          </a:p>
          <a:p>
            <a:r>
              <a:rPr lang="en-US" dirty="0"/>
              <a:t>Questions</a:t>
            </a:r>
          </a:p>
        </p:txBody>
      </p:sp>
      <p:sp>
        <p:nvSpPr>
          <p:cNvPr id="3" name="Title 2">
            <a:extLst>
              <a:ext uri="{FF2B5EF4-FFF2-40B4-BE49-F238E27FC236}">
                <a16:creationId xmlns:a16="http://schemas.microsoft.com/office/drawing/2014/main" id="{9CD8FE70-0481-E664-4F59-6997CFFE6389}"/>
              </a:ext>
            </a:extLst>
          </p:cNvPr>
          <p:cNvSpPr>
            <a:spLocks noGrp="1"/>
          </p:cNvSpPr>
          <p:nvPr>
            <p:ph type="title"/>
          </p:nvPr>
        </p:nvSpPr>
        <p:spPr/>
        <p:txBody>
          <a:bodyPr/>
          <a:lstStyle/>
          <a:p>
            <a:r>
              <a:rPr lang="en-US" dirty="0"/>
              <a:t>Agenda</a:t>
            </a:r>
          </a:p>
        </p:txBody>
      </p:sp>
    </p:spTree>
    <p:extLst>
      <p:ext uri="{BB962C8B-B14F-4D97-AF65-F5344CB8AC3E}">
        <p14:creationId xmlns:p14="http://schemas.microsoft.com/office/powerpoint/2010/main" val="4167222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BDEE63-B231-818B-EDEA-C71F0DC34699}"/>
              </a:ext>
            </a:extLst>
          </p:cNvPr>
          <p:cNvSpPr>
            <a:spLocks noGrp="1"/>
          </p:cNvSpPr>
          <p:nvPr>
            <p:ph sz="half" idx="2"/>
          </p:nvPr>
        </p:nvSpPr>
        <p:spPr/>
        <p:txBody>
          <a:bodyPr/>
          <a:lstStyle/>
          <a:p>
            <a:r>
              <a:rPr lang="en-US" dirty="0"/>
              <a:t>Data Standards Are Evolving…</a:t>
            </a:r>
          </a:p>
        </p:txBody>
      </p:sp>
      <p:sp>
        <p:nvSpPr>
          <p:cNvPr id="3" name="Title 2">
            <a:extLst>
              <a:ext uri="{FF2B5EF4-FFF2-40B4-BE49-F238E27FC236}">
                <a16:creationId xmlns:a16="http://schemas.microsoft.com/office/drawing/2014/main" id="{D028264B-0C58-F415-C275-8126DE9A84B6}"/>
              </a:ext>
            </a:extLst>
          </p:cNvPr>
          <p:cNvSpPr>
            <a:spLocks noGrp="1"/>
          </p:cNvSpPr>
          <p:nvPr>
            <p:ph type="title"/>
          </p:nvPr>
        </p:nvSpPr>
        <p:spPr/>
        <p:txBody>
          <a:bodyPr/>
          <a:lstStyle/>
          <a:p>
            <a:r>
              <a:rPr lang="en-US" dirty="0"/>
              <a:t>Problem Statement</a:t>
            </a:r>
          </a:p>
        </p:txBody>
      </p:sp>
    </p:spTree>
    <p:extLst>
      <p:ext uri="{BB962C8B-B14F-4D97-AF65-F5344CB8AC3E}">
        <p14:creationId xmlns:p14="http://schemas.microsoft.com/office/powerpoint/2010/main" val="1970827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1f0ee8e2a_1_0"/>
          <p:cNvSpPr txBox="1">
            <a:spLocks noGrp="1"/>
          </p:cNvSpPr>
          <p:nvPr>
            <p:ph type="sldNum" idx="12"/>
          </p:nvPr>
        </p:nvSpPr>
        <p:spPr>
          <a:xfrm>
            <a:off x="11174027" y="6360835"/>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6</a:t>
            </a:fld>
            <a:endParaRPr/>
          </a:p>
        </p:txBody>
      </p:sp>
      <p:grpSp>
        <p:nvGrpSpPr>
          <p:cNvPr id="170" name="Google Shape;170;g381f0ee8e2a_1_0"/>
          <p:cNvGrpSpPr/>
          <p:nvPr/>
        </p:nvGrpSpPr>
        <p:grpSpPr>
          <a:xfrm>
            <a:off x="802643" y="4466863"/>
            <a:ext cx="11175468" cy="933015"/>
            <a:chOff x="601982" y="3350147"/>
            <a:chExt cx="8381601" cy="699761"/>
          </a:xfrm>
        </p:grpSpPr>
        <p:sp>
          <p:nvSpPr>
            <p:cNvPr id="171" name="Google Shape;171;g381f0ee8e2a_1_0"/>
            <p:cNvSpPr/>
            <p:nvPr/>
          </p:nvSpPr>
          <p:spPr>
            <a:xfrm>
              <a:off x="601982" y="3350157"/>
              <a:ext cx="1044300" cy="683400"/>
            </a:xfrm>
            <a:prstGeom prst="roundRect">
              <a:avLst>
                <a:gd name="adj" fmla="val 16667"/>
              </a:avLst>
            </a:prstGeom>
            <a:solidFill>
              <a:srgbClr val="A9AE37"/>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a:solidFill>
                    <a:schemeClr val="lt1"/>
                  </a:solidFill>
                </a:rPr>
                <a:t>Protocol</a:t>
              </a:r>
              <a:endParaRPr sz="1600">
                <a:solidFill>
                  <a:schemeClr val="lt1"/>
                </a:solidFill>
              </a:endParaRPr>
            </a:p>
          </p:txBody>
        </p:sp>
        <p:sp>
          <p:nvSpPr>
            <p:cNvPr id="172" name="Google Shape;172;g381f0ee8e2a_1_0"/>
            <p:cNvSpPr/>
            <p:nvPr/>
          </p:nvSpPr>
          <p:spPr>
            <a:xfrm>
              <a:off x="7939283" y="3366489"/>
              <a:ext cx="1044300" cy="6834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CSR</a:t>
              </a:r>
              <a:endParaRPr sz="1600" dirty="0">
                <a:solidFill>
                  <a:schemeClr val="lt1"/>
                </a:solidFill>
              </a:endParaRPr>
            </a:p>
          </p:txBody>
        </p:sp>
        <p:cxnSp>
          <p:nvCxnSpPr>
            <p:cNvPr id="173" name="Google Shape;173;g381f0ee8e2a_1_0"/>
            <p:cNvCxnSpPr>
              <a:stCxn id="171" idx="3"/>
              <a:endCxn id="172" idx="1"/>
            </p:cNvCxnSpPr>
            <p:nvPr/>
          </p:nvCxnSpPr>
          <p:spPr>
            <a:xfrm>
              <a:off x="1646282" y="3691857"/>
              <a:ext cx="6293100" cy="16200"/>
            </a:xfrm>
            <a:prstGeom prst="straightConnector1">
              <a:avLst/>
            </a:prstGeom>
            <a:noFill/>
            <a:ln w="28575" cap="flat" cmpd="sng">
              <a:solidFill>
                <a:schemeClr val="tx1"/>
              </a:solidFill>
              <a:prstDash val="solid"/>
              <a:round/>
              <a:headEnd type="none" w="med" len="med"/>
              <a:tailEnd type="none" w="med" len="med"/>
            </a:ln>
          </p:spPr>
        </p:cxnSp>
        <p:sp>
          <p:nvSpPr>
            <p:cNvPr id="174" name="Google Shape;174;g381f0ee8e2a_1_0"/>
            <p:cNvSpPr/>
            <p:nvPr/>
          </p:nvSpPr>
          <p:spPr>
            <a:xfrm>
              <a:off x="1836374" y="3350147"/>
              <a:ext cx="1044300" cy="683400"/>
            </a:xfrm>
            <a:prstGeom prst="roundRect">
              <a:avLst>
                <a:gd name="adj" fmla="val 16667"/>
              </a:avLst>
            </a:prstGeom>
            <a:solidFill>
              <a:srgbClr val="9D2E2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Data collection</a:t>
              </a:r>
              <a:endParaRPr sz="1600" dirty="0">
                <a:solidFill>
                  <a:schemeClr val="lt1"/>
                </a:solidFill>
              </a:endParaRPr>
            </a:p>
          </p:txBody>
        </p:sp>
        <p:sp>
          <p:nvSpPr>
            <p:cNvPr id="175" name="Google Shape;175;g381f0ee8e2a_1_0"/>
            <p:cNvSpPr/>
            <p:nvPr/>
          </p:nvSpPr>
          <p:spPr>
            <a:xfrm>
              <a:off x="3070778" y="3350150"/>
              <a:ext cx="1088400" cy="683400"/>
            </a:xfrm>
            <a:prstGeom prst="roundRect">
              <a:avLst>
                <a:gd name="adj" fmla="val 16667"/>
              </a:avLst>
            </a:prstGeom>
            <a:solidFill>
              <a:srgbClr val="13467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GB" sz="1600" dirty="0">
                  <a:solidFill>
                    <a:schemeClr val="lt1"/>
                  </a:solidFill>
                </a:rPr>
                <a:t>Data</a:t>
              </a:r>
              <a:endParaRPr sz="1600" dirty="0">
                <a:solidFill>
                  <a:schemeClr val="lt1"/>
                </a:solidFill>
              </a:endParaRPr>
            </a:p>
            <a:p>
              <a:pPr algn="ctr"/>
              <a:r>
                <a:rPr lang="en-US" sz="1600" dirty="0">
                  <a:solidFill>
                    <a:schemeClr val="lt1"/>
                  </a:solidFill>
                </a:rPr>
                <a:t>tabulation</a:t>
              </a:r>
              <a:endParaRPr sz="1600" dirty="0">
                <a:solidFill>
                  <a:schemeClr val="lt1"/>
                </a:solidFill>
              </a:endParaRPr>
            </a:p>
          </p:txBody>
        </p:sp>
        <p:sp>
          <p:nvSpPr>
            <p:cNvPr id="163" name="Google Shape;163;g381f0ee8e2a_1_0"/>
            <p:cNvSpPr/>
            <p:nvPr/>
          </p:nvSpPr>
          <p:spPr>
            <a:xfrm>
              <a:off x="4349275" y="3366507"/>
              <a:ext cx="1044300" cy="683400"/>
            </a:xfrm>
            <a:prstGeom prst="roundRect">
              <a:avLst>
                <a:gd name="adj" fmla="val 16667"/>
              </a:avLst>
            </a:prstGeom>
            <a:solidFill>
              <a:srgbClr val="9DD0C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data</a:t>
              </a:r>
              <a:endParaRPr sz="1600" dirty="0">
                <a:solidFill>
                  <a:schemeClr val="lt1"/>
                </a:solidFill>
              </a:endParaRPr>
            </a:p>
          </p:txBody>
        </p:sp>
        <p:sp>
          <p:nvSpPr>
            <p:cNvPr id="167" name="Google Shape;167;g381f0ee8e2a_1_0"/>
            <p:cNvSpPr/>
            <p:nvPr/>
          </p:nvSpPr>
          <p:spPr>
            <a:xfrm>
              <a:off x="5583675" y="3366507"/>
              <a:ext cx="1044300" cy="683400"/>
            </a:xfrm>
            <a:prstGeom prst="roundRect">
              <a:avLst>
                <a:gd name="adj" fmla="val 16667"/>
              </a:avLst>
            </a:prstGeom>
            <a:solidFill>
              <a:srgbClr val="54347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results</a:t>
              </a:r>
              <a:endParaRPr sz="1600" dirty="0">
                <a:solidFill>
                  <a:schemeClr val="lt1"/>
                </a:solidFill>
              </a:endParaRPr>
            </a:p>
          </p:txBody>
        </p:sp>
        <p:sp>
          <p:nvSpPr>
            <p:cNvPr id="169" name="Google Shape;169;g381f0ee8e2a_1_0"/>
            <p:cNvSpPr/>
            <p:nvPr/>
          </p:nvSpPr>
          <p:spPr>
            <a:xfrm>
              <a:off x="6761478" y="3366500"/>
              <a:ext cx="1044300" cy="683400"/>
            </a:xfrm>
            <a:prstGeom prst="roundRect">
              <a:avLst>
                <a:gd name="adj" fmla="val 16667"/>
              </a:avLst>
            </a:prstGeom>
            <a:solidFill>
              <a:schemeClr val="accent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outputs</a:t>
              </a:r>
              <a:endParaRPr sz="1600" dirty="0">
                <a:solidFill>
                  <a:schemeClr val="lt1"/>
                </a:solidFill>
              </a:endParaRPr>
            </a:p>
          </p:txBody>
        </p:sp>
        <p:cxnSp>
          <p:nvCxnSpPr>
            <p:cNvPr id="176" name="Google Shape;176;g381f0ee8e2a_1_0"/>
            <p:cNvCxnSpPr>
              <a:stCxn id="171" idx="2"/>
              <a:endCxn id="172" idx="2"/>
            </p:cNvCxnSpPr>
            <p:nvPr/>
          </p:nvCxnSpPr>
          <p:spPr>
            <a:xfrm rot="-5400000" flipH="1">
              <a:off x="4784732" y="372957"/>
              <a:ext cx="16200" cy="7337400"/>
            </a:xfrm>
            <a:prstGeom prst="bentConnector3">
              <a:avLst>
                <a:gd name="adj1" fmla="val 1570723"/>
              </a:avLst>
            </a:prstGeom>
            <a:noFill/>
            <a:ln w="28575" cap="flat" cmpd="sng">
              <a:solidFill>
                <a:schemeClr val="tx1"/>
              </a:solidFill>
              <a:prstDash val="solid"/>
              <a:round/>
              <a:headEnd type="none" w="med" len="med"/>
              <a:tailEnd type="stealth" w="med" len="med"/>
            </a:ln>
          </p:spPr>
        </p:cxnSp>
      </p:grpSp>
      <p:sp>
        <p:nvSpPr>
          <p:cNvPr id="177" name="Google Shape;177;g381f0ee8e2a_1_0"/>
          <p:cNvSpPr txBox="1">
            <a:spLocks noGrp="1"/>
          </p:cNvSpPr>
          <p:nvPr>
            <p:ph type="title"/>
          </p:nvPr>
        </p:nvSpPr>
        <p:spPr>
          <a:xfrm>
            <a:off x="988817" y="22281"/>
            <a:ext cx="10515600" cy="908400"/>
          </a:xfrm>
          <a:prstGeom prst="rect">
            <a:avLst/>
          </a:prstGeom>
        </p:spPr>
        <p:txBody>
          <a:bodyPr spcFirstLastPara="1" vert="horz" wrap="square" lIns="0" tIns="0" rIns="0" bIns="0" rtlCol="0" anchor="ctr" anchorCtr="0">
            <a:normAutofit/>
          </a:bodyPr>
          <a:lstStyle/>
          <a:p>
            <a:pPr>
              <a:spcBef>
                <a:spcPts val="0"/>
              </a:spcBef>
            </a:pPr>
            <a:r>
              <a:rPr lang="en-US" sz="2533" dirty="0"/>
              <a:t>CDISC Standards – November 2025</a:t>
            </a:r>
            <a:endParaRPr sz="2533" dirty="0"/>
          </a:p>
        </p:txBody>
      </p:sp>
      <p:pic>
        <p:nvPicPr>
          <p:cNvPr id="3" name="Picture 2">
            <a:extLst>
              <a:ext uri="{FF2B5EF4-FFF2-40B4-BE49-F238E27FC236}">
                <a16:creationId xmlns:a16="http://schemas.microsoft.com/office/drawing/2014/main" id="{7AD1C6FC-A94C-4E0C-B3E4-006230F0AA6E}"/>
              </a:ext>
            </a:extLst>
          </p:cNvPr>
          <p:cNvPicPr>
            <a:picLocks noChangeAspect="1"/>
          </p:cNvPicPr>
          <p:nvPr/>
        </p:nvPicPr>
        <p:blipFill>
          <a:blip r:embed="rId3"/>
          <a:stretch>
            <a:fillRect/>
          </a:stretch>
        </p:blipFill>
        <p:spPr>
          <a:xfrm>
            <a:off x="802643" y="2548839"/>
            <a:ext cx="1392400" cy="1589135"/>
          </a:xfrm>
          <a:prstGeom prst="rect">
            <a:avLst/>
          </a:prstGeom>
        </p:spPr>
      </p:pic>
      <p:pic>
        <p:nvPicPr>
          <p:cNvPr id="5" name="Picture 4">
            <a:extLst>
              <a:ext uri="{FF2B5EF4-FFF2-40B4-BE49-F238E27FC236}">
                <a16:creationId xmlns:a16="http://schemas.microsoft.com/office/drawing/2014/main" id="{790A4F9A-92AB-4ED1-B220-777B7913B5EF}"/>
              </a:ext>
            </a:extLst>
          </p:cNvPr>
          <p:cNvPicPr>
            <a:picLocks noChangeAspect="1"/>
          </p:cNvPicPr>
          <p:nvPr/>
        </p:nvPicPr>
        <p:blipFill>
          <a:blip r:embed="rId4"/>
          <a:stretch>
            <a:fillRect/>
          </a:stretch>
        </p:blipFill>
        <p:spPr>
          <a:xfrm>
            <a:off x="2448499" y="2527241"/>
            <a:ext cx="1391687" cy="1589135"/>
          </a:xfrm>
          <a:prstGeom prst="rect">
            <a:avLst/>
          </a:prstGeom>
        </p:spPr>
      </p:pic>
      <p:pic>
        <p:nvPicPr>
          <p:cNvPr id="7" name="Picture 6">
            <a:extLst>
              <a:ext uri="{FF2B5EF4-FFF2-40B4-BE49-F238E27FC236}">
                <a16:creationId xmlns:a16="http://schemas.microsoft.com/office/drawing/2014/main" id="{0EC35AA8-72C7-4E5F-BF04-8135C30DFD31}"/>
              </a:ext>
            </a:extLst>
          </p:cNvPr>
          <p:cNvPicPr>
            <a:picLocks noChangeAspect="1"/>
          </p:cNvPicPr>
          <p:nvPr/>
        </p:nvPicPr>
        <p:blipFill>
          <a:blip r:embed="rId5"/>
          <a:stretch>
            <a:fillRect/>
          </a:stretch>
        </p:blipFill>
        <p:spPr>
          <a:xfrm>
            <a:off x="4131183" y="2502399"/>
            <a:ext cx="1377575" cy="1572216"/>
          </a:xfrm>
          <a:prstGeom prst="rect">
            <a:avLst/>
          </a:prstGeom>
        </p:spPr>
      </p:pic>
      <p:pic>
        <p:nvPicPr>
          <p:cNvPr id="9" name="Picture 8">
            <a:extLst>
              <a:ext uri="{FF2B5EF4-FFF2-40B4-BE49-F238E27FC236}">
                <a16:creationId xmlns:a16="http://schemas.microsoft.com/office/drawing/2014/main" id="{86506BD4-B223-4E38-BD74-BBF1A3AD7283}"/>
              </a:ext>
            </a:extLst>
          </p:cNvPr>
          <p:cNvPicPr>
            <a:picLocks noChangeAspect="1"/>
          </p:cNvPicPr>
          <p:nvPr/>
        </p:nvPicPr>
        <p:blipFill>
          <a:blip r:embed="rId6"/>
          <a:stretch>
            <a:fillRect/>
          </a:stretch>
        </p:blipFill>
        <p:spPr>
          <a:xfrm>
            <a:off x="5798327" y="2500769"/>
            <a:ext cx="1379004" cy="1573847"/>
          </a:xfrm>
          <a:prstGeom prst="rect">
            <a:avLst/>
          </a:prstGeom>
        </p:spPr>
      </p:pic>
      <p:cxnSp>
        <p:nvCxnSpPr>
          <p:cNvPr id="48" name="Google Shape;176;g381f0ee8e2a_1_0">
            <a:extLst>
              <a:ext uri="{FF2B5EF4-FFF2-40B4-BE49-F238E27FC236}">
                <a16:creationId xmlns:a16="http://schemas.microsoft.com/office/drawing/2014/main" id="{4C83E601-FCAB-480A-82A3-834EE4093672}"/>
              </a:ext>
            </a:extLst>
          </p:cNvPr>
          <p:cNvCxnSpPr>
            <a:cxnSpLocks/>
            <a:stCxn id="3" idx="2"/>
            <a:endCxn id="171" idx="0"/>
          </p:cNvCxnSpPr>
          <p:nvPr/>
        </p:nvCxnSpPr>
        <p:spPr>
          <a:xfrm>
            <a:off x="1498843" y="4137974"/>
            <a:ext cx="0" cy="328903"/>
          </a:xfrm>
          <a:prstGeom prst="straightConnector1">
            <a:avLst/>
          </a:prstGeom>
          <a:noFill/>
          <a:ln w="28575" cap="flat" cmpd="sng">
            <a:solidFill>
              <a:schemeClr val="tx1"/>
            </a:solidFill>
            <a:prstDash val="solid"/>
            <a:round/>
            <a:headEnd type="none" w="med" len="med"/>
            <a:tailEnd type="stealth" w="med" len="med"/>
          </a:ln>
        </p:spPr>
      </p:cxnSp>
      <p:cxnSp>
        <p:nvCxnSpPr>
          <p:cNvPr id="55" name="Google Shape;176;g381f0ee8e2a_1_0">
            <a:extLst>
              <a:ext uri="{FF2B5EF4-FFF2-40B4-BE49-F238E27FC236}">
                <a16:creationId xmlns:a16="http://schemas.microsoft.com/office/drawing/2014/main" id="{2C33DAD4-9DC5-4E78-BA0F-633C35BF43A2}"/>
              </a:ext>
            </a:extLst>
          </p:cNvPr>
          <p:cNvCxnSpPr>
            <a:cxnSpLocks/>
            <a:stCxn id="5" idx="2"/>
            <a:endCxn id="174" idx="0"/>
          </p:cNvCxnSpPr>
          <p:nvPr/>
        </p:nvCxnSpPr>
        <p:spPr>
          <a:xfrm>
            <a:off x="3144343" y="4116375"/>
            <a:ext cx="356" cy="350488"/>
          </a:xfrm>
          <a:prstGeom prst="straightConnector1">
            <a:avLst/>
          </a:prstGeom>
          <a:noFill/>
          <a:ln w="28575" cap="flat" cmpd="sng">
            <a:solidFill>
              <a:schemeClr val="tx1"/>
            </a:solidFill>
            <a:prstDash val="solid"/>
            <a:round/>
            <a:headEnd type="none" w="med" len="med"/>
            <a:tailEnd type="stealth" w="med" len="med"/>
          </a:ln>
        </p:spPr>
      </p:cxnSp>
      <p:cxnSp>
        <p:nvCxnSpPr>
          <p:cNvPr id="58" name="Google Shape;176;g381f0ee8e2a_1_0">
            <a:extLst>
              <a:ext uri="{FF2B5EF4-FFF2-40B4-BE49-F238E27FC236}">
                <a16:creationId xmlns:a16="http://schemas.microsoft.com/office/drawing/2014/main" id="{EC225AF4-FFE5-4850-B2F7-541F8D33C05C}"/>
              </a:ext>
            </a:extLst>
          </p:cNvPr>
          <p:cNvCxnSpPr>
            <a:cxnSpLocks/>
            <a:stCxn id="7" idx="2"/>
            <a:endCxn id="175" idx="0"/>
          </p:cNvCxnSpPr>
          <p:nvPr/>
        </p:nvCxnSpPr>
        <p:spPr>
          <a:xfrm>
            <a:off x="4819971" y="4074615"/>
            <a:ext cx="0" cy="392252"/>
          </a:xfrm>
          <a:prstGeom prst="straightConnector1">
            <a:avLst/>
          </a:prstGeom>
          <a:noFill/>
          <a:ln w="28575" cap="flat" cmpd="sng">
            <a:solidFill>
              <a:schemeClr val="tx1"/>
            </a:solidFill>
            <a:prstDash val="solid"/>
            <a:round/>
            <a:headEnd type="none" w="med" len="med"/>
            <a:tailEnd type="stealth" w="med" len="med"/>
          </a:ln>
        </p:spPr>
      </p:cxnSp>
      <p:cxnSp>
        <p:nvCxnSpPr>
          <p:cNvPr id="66" name="Google Shape;176;g381f0ee8e2a_1_0">
            <a:extLst>
              <a:ext uri="{FF2B5EF4-FFF2-40B4-BE49-F238E27FC236}">
                <a16:creationId xmlns:a16="http://schemas.microsoft.com/office/drawing/2014/main" id="{F8EAECB3-522B-4FDC-AB3B-663924A547E0}"/>
              </a:ext>
            </a:extLst>
          </p:cNvPr>
          <p:cNvCxnSpPr>
            <a:cxnSpLocks/>
            <a:stCxn id="9" idx="2"/>
            <a:endCxn id="163" idx="0"/>
          </p:cNvCxnSpPr>
          <p:nvPr/>
        </p:nvCxnSpPr>
        <p:spPr>
          <a:xfrm>
            <a:off x="6487830" y="4074615"/>
            <a:ext cx="7404" cy="414061"/>
          </a:xfrm>
          <a:prstGeom prst="straightConnector1">
            <a:avLst/>
          </a:prstGeom>
          <a:noFill/>
          <a:ln w="28575" cap="flat" cmpd="sng">
            <a:solidFill>
              <a:schemeClr val="tx1"/>
            </a:solidFill>
            <a:prstDash val="solid"/>
            <a:round/>
            <a:headEnd type="none" w="med" len="med"/>
            <a:tailEnd type="stealth"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37e86ecc977_1_0"/>
          <p:cNvSpPr txBox="1">
            <a:spLocks noGrp="1"/>
          </p:cNvSpPr>
          <p:nvPr>
            <p:ph type="sldNum" idx="12"/>
          </p:nvPr>
        </p:nvSpPr>
        <p:spPr>
          <a:xfrm>
            <a:off x="11174027" y="6356351"/>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7</a:t>
            </a:fld>
            <a:endParaRPr/>
          </a:p>
        </p:txBody>
      </p:sp>
      <p:pic>
        <p:nvPicPr>
          <p:cNvPr id="137" name="Google Shape;137;g37e86ecc977_1_0"/>
          <p:cNvPicPr preferRelativeResize="0"/>
          <p:nvPr/>
        </p:nvPicPr>
        <p:blipFill>
          <a:blip r:embed="rId3">
            <a:alphaModFix/>
          </a:blip>
          <a:stretch>
            <a:fillRect/>
          </a:stretch>
        </p:blipFill>
        <p:spPr>
          <a:xfrm>
            <a:off x="234494" y="181533"/>
            <a:ext cx="10939533" cy="6494933"/>
          </a:xfrm>
          <a:prstGeom prst="rect">
            <a:avLst/>
          </a:prstGeom>
          <a:noFill/>
          <a:ln>
            <a:noFill/>
          </a:ln>
        </p:spPr>
      </p:pic>
      <p:sp>
        <p:nvSpPr>
          <p:cNvPr id="4" name="Google Shape;155;g381f0ee8e2a_1_0">
            <a:extLst>
              <a:ext uri="{FF2B5EF4-FFF2-40B4-BE49-F238E27FC236}">
                <a16:creationId xmlns:a16="http://schemas.microsoft.com/office/drawing/2014/main" id="{12F543B6-E51F-4C75-9E31-7940936113AC}"/>
              </a:ext>
            </a:extLst>
          </p:cNvPr>
          <p:cNvSpPr txBox="1">
            <a:spLocks/>
          </p:cNvSpPr>
          <p:nvPr/>
        </p:nvSpPr>
        <p:spPr>
          <a:xfrm>
            <a:off x="11174027" y="6373668"/>
            <a:ext cx="408400" cy="365200"/>
          </a:xfrm>
          <a:prstGeom prst="rect">
            <a:avLst/>
          </a:prstGeom>
        </p:spPr>
        <p:txBody>
          <a:bodyPr spcFirstLastPara="1" vert="horz" wrap="square" lIns="0" tIns="0" rIns="0" bIns="0" rtlCol="0" anchor="ctr" anchorCtr="0">
            <a:noAutofit/>
          </a:bodyPr>
          <a:lstStyle>
            <a:defPPr>
              <a:defRPr lang="en-US"/>
            </a:defPPr>
            <a:lvl1pPr marL="0" algn="r" defTabSz="914400" rtl="0" eaLnBrk="1" latinLnBrk="0" hangingPunct="1">
              <a:defRPr sz="8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Clr>
                <a:srgbClr val="000000"/>
              </a:buClr>
              <a:buFont typeface="Arial"/>
              <a:buNone/>
            </a:pPr>
            <a:fld id="{00000000-1234-1234-1234-123412341234}" type="slidenum">
              <a:rPr lang="en-US" sz="1067"/>
              <a:pPr>
                <a:buClr>
                  <a:srgbClr val="000000"/>
                </a:buClr>
                <a:buFont typeface="Arial"/>
                <a:buNone/>
              </a:pPr>
              <a:t>7</a:t>
            </a:fld>
            <a:endParaRPr lang="en-US" sz="1067"/>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1f0ee8e2a_1_0"/>
          <p:cNvSpPr txBox="1">
            <a:spLocks noGrp="1"/>
          </p:cNvSpPr>
          <p:nvPr>
            <p:ph type="sldNum" idx="12"/>
          </p:nvPr>
        </p:nvSpPr>
        <p:spPr>
          <a:xfrm>
            <a:off x="11174027" y="6360835"/>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8</a:t>
            </a:fld>
            <a:endParaRPr dirty="0"/>
          </a:p>
        </p:txBody>
      </p:sp>
      <p:grpSp>
        <p:nvGrpSpPr>
          <p:cNvPr id="170" name="Google Shape;170;g381f0ee8e2a_1_0"/>
          <p:cNvGrpSpPr/>
          <p:nvPr/>
        </p:nvGrpSpPr>
        <p:grpSpPr>
          <a:xfrm>
            <a:off x="802643" y="4466863"/>
            <a:ext cx="11175468" cy="933015"/>
            <a:chOff x="601982" y="3350147"/>
            <a:chExt cx="8381601" cy="699761"/>
          </a:xfrm>
        </p:grpSpPr>
        <p:sp>
          <p:nvSpPr>
            <p:cNvPr id="171" name="Google Shape;171;g381f0ee8e2a_1_0"/>
            <p:cNvSpPr/>
            <p:nvPr/>
          </p:nvSpPr>
          <p:spPr>
            <a:xfrm>
              <a:off x="601982" y="3350157"/>
              <a:ext cx="1044300" cy="683400"/>
            </a:xfrm>
            <a:prstGeom prst="roundRect">
              <a:avLst>
                <a:gd name="adj" fmla="val 16667"/>
              </a:avLst>
            </a:prstGeom>
            <a:solidFill>
              <a:srgbClr val="A9AE37"/>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a:solidFill>
                    <a:schemeClr val="lt1"/>
                  </a:solidFill>
                </a:rPr>
                <a:t>Protocol</a:t>
              </a:r>
              <a:endParaRPr sz="1600">
                <a:solidFill>
                  <a:schemeClr val="lt1"/>
                </a:solidFill>
              </a:endParaRPr>
            </a:p>
          </p:txBody>
        </p:sp>
        <p:sp>
          <p:nvSpPr>
            <p:cNvPr id="172" name="Google Shape;172;g381f0ee8e2a_1_0"/>
            <p:cNvSpPr/>
            <p:nvPr/>
          </p:nvSpPr>
          <p:spPr>
            <a:xfrm>
              <a:off x="7939283" y="3366489"/>
              <a:ext cx="1044300" cy="6834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CSR</a:t>
              </a:r>
              <a:endParaRPr sz="1600" dirty="0">
                <a:solidFill>
                  <a:schemeClr val="lt1"/>
                </a:solidFill>
              </a:endParaRPr>
            </a:p>
          </p:txBody>
        </p:sp>
        <p:cxnSp>
          <p:nvCxnSpPr>
            <p:cNvPr id="173" name="Google Shape;173;g381f0ee8e2a_1_0"/>
            <p:cNvCxnSpPr>
              <a:stCxn id="171" idx="3"/>
              <a:endCxn id="172" idx="1"/>
            </p:cNvCxnSpPr>
            <p:nvPr/>
          </p:nvCxnSpPr>
          <p:spPr>
            <a:xfrm>
              <a:off x="1646282" y="3691857"/>
              <a:ext cx="6293100" cy="16200"/>
            </a:xfrm>
            <a:prstGeom prst="straightConnector1">
              <a:avLst/>
            </a:prstGeom>
            <a:noFill/>
            <a:ln w="28575" cap="flat" cmpd="sng">
              <a:solidFill>
                <a:schemeClr val="tx1"/>
              </a:solidFill>
              <a:prstDash val="solid"/>
              <a:round/>
              <a:headEnd type="none" w="med" len="med"/>
              <a:tailEnd type="none" w="med" len="med"/>
            </a:ln>
          </p:spPr>
        </p:cxnSp>
        <p:sp>
          <p:nvSpPr>
            <p:cNvPr id="174" name="Google Shape;174;g381f0ee8e2a_1_0"/>
            <p:cNvSpPr/>
            <p:nvPr/>
          </p:nvSpPr>
          <p:spPr>
            <a:xfrm>
              <a:off x="1836374" y="3350147"/>
              <a:ext cx="1044300" cy="683400"/>
            </a:xfrm>
            <a:prstGeom prst="roundRect">
              <a:avLst>
                <a:gd name="adj" fmla="val 16667"/>
              </a:avLst>
            </a:prstGeom>
            <a:solidFill>
              <a:srgbClr val="9D2E2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Data collection</a:t>
              </a:r>
              <a:endParaRPr sz="1600" dirty="0">
                <a:solidFill>
                  <a:schemeClr val="lt1"/>
                </a:solidFill>
              </a:endParaRPr>
            </a:p>
          </p:txBody>
        </p:sp>
        <p:sp>
          <p:nvSpPr>
            <p:cNvPr id="175" name="Google Shape;175;g381f0ee8e2a_1_0"/>
            <p:cNvSpPr/>
            <p:nvPr/>
          </p:nvSpPr>
          <p:spPr>
            <a:xfrm>
              <a:off x="3070778" y="3350150"/>
              <a:ext cx="1088400" cy="683400"/>
            </a:xfrm>
            <a:prstGeom prst="roundRect">
              <a:avLst>
                <a:gd name="adj" fmla="val 16667"/>
              </a:avLst>
            </a:prstGeom>
            <a:solidFill>
              <a:srgbClr val="13467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GB" sz="1600" dirty="0">
                  <a:solidFill>
                    <a:schemeClr val="lt1"/>
                  </a:solidFill>
                </a:rPr>
                <a:t>Data</a:t>
              </a:r>
              <a:endParaRPr sz="1600" dirty="0">
                <a:solidFill>
                  <a:schemeClr val="lt1"/>
                </a:solidFill>
              </a:endParaRPr>
            </a:p>
            <a:p>
              <a:pPr algn="ctr"/>
              <a:r>
                <a:rPr lang="en-US" sz="1600" dirty="0">
                  <a:solidFill>
                    <a:schemeClr val="lt1"/>
                  </a:solidFill>
                </a:rPr>
                <a:t>tabulation</a:t>
              </a:r>
              <a:endParaRPr sz="1600" dirty="0">
                <a:solidFill>
                  <a:schemeClr val="lt1"/>
                </a:solidFill>
              </a:endParaRPr>
            </a:p>
          </p:txBody>
        </p:sp>
        <p:sp>
          <p:nvSpPr>
            <p:cNvPr id="163" name="Google Shape;163;g381f0ee8e2a_1_0"/>
            <p:cNvSpPr/>
            <p:nvPr/>
          </p:nvSpPr>
          <p:spPr>
            <a:xfrm>
              <a:off x="4349275" y="3366507"/>
              <a:ext cx="1044300" cy="683400"/>
            </a:xfrm>
            <a:prstGeom prst="roundRect">
              <a:avLst>
                <a:gd name="adj" fmla="val 16667"/>
              </a:avLst>
            </a:prstGeom>
            <a:solidFill>
              <a:srgbClr val="9DD0C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data</a:t>
              </a:r>
              <a:endParaRPr sz="1600" dirty="0">
                <a:solidFill>
                  <a:schemeClr val="lt1"/>
                </a:solidFill>
              </a:endParaRPr>
            </a:p>
          </p:txBody>
        </p:sp>
        <p:sp>
          <p:nvSpPr>
            <p:cNvPr id="167" name="Google Shape;167;g381f0ee8e2a_1_0"/>
            <p:cNvSpPr/>
            <p:nvPr/>
          </p:nvSpPr>
          <p:spPr>
            <a:xfrm>
              <a:off x="5583675" y="3366507"/>
              <a:ext cx="1044300" cy="683400"/>
            </a:xfrm>
            <a:prstGeom prst="roundRect">
              <a:avLst>
                <a:gd name="adj" fmla="val 16667"/>
              </a:avLst>
            </a:prstGeom>
            <a:solidFill>
              <a:srgbClr val="54347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results</a:t>
              </a:r>
              <a:endParaRPr sz="1600" dirty="0">
                <a:solidFill>
                  <a:schemeClr val="lt1"/>
                </a:solidFill>
              </a:endParaRPr>
            </a:p>
          </p:txBody>
        </p:sp>
        <p:sp>
          <p:nvSpPr>
            <p:cNvPr id="169" name="Google Shape;169;g381f0ee8e2a_1_0"/>
            <p:cNvSpPr/>
            <p:nvPr/>
          </p:nvSpPr>
          <p:spPr>
            <a:xfrm>
              <a:off x="6761478" y="3366500"/>
              <a:ext cx="1044300" cy="683400"/>
            </a:xfrm>
            <a:prstGeom prst="roundRect">
              <a:avLst>
                <a:gd name="adj" fmla="val 16667"/>
              </a:avLst>
            </a:prstGeom>
            <a:solidFill>
              <a:schemeClr val="accent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outputs</a:t>
              </a:r>
              <a:endParaRPr sz="1600" dirty="0">
                <a:solidFill>
                  <a:schemeClr val="lt1"/>
                </a:solidFill>
              </a:endParaRPr>
            </a:p>
          </p:txBody>
        </p:sp>
        <p:cxnSp>
          <p:nvCxnSpPr>
            <p:cNvPr id="176" name="Google Shape;176;g381f0ee8e2a_1_0"/>
            <p:cNvCxnSpPr>
              <a:stCxn id="171" idx="2"/>
              <a:endCxn id="172" idx="2"/>
            </p:cNvCxnSpPr>
            <p:nvPr/>
          </p:nvCxnSpPr>
          <p:spPr>
            <a:xfrm rot="-5400000" flipH="1">
              <a:off x="4784732" y="372957"/>
              <a:ext cx="16200" cy="7337400"/>
            </a:xfrm>
            <a:prstGeom prst="bentConnector3">
              <a:avLst>
                <a:gd name="adj1" fmla="val 1570723"/>
              </a:avLst>
            </a:prstGeom>
            <a:noFill/>
            <a:ln w="28575" cap="flat" cmpd="sng">
              <a:solidFill>
                <a:schemeClr val="tx1"/>
              </a:solidFill>
              <a:prstDash val="solid"/>
              <a:round/>
              <a:headEnd type="none" w="med" len="med"/>
              <a:tailEnd type="stealth" w="med" len="med"/>
            </a:ln>
          </p:spPr>
        </p:cxnSp>
      </p:grpSp>
      <p:sp>
        <p:nvSpPr>
          <p:cNvPr id="177" name="Google Shape;177;g381f0ee8e2a_1_0"/>
          <p:cNvSpPr txBox="1">
            <a:spLocks noGrp="1"/>
          </p:cNvSpPr>
          <p:nvPr>
            <p:ph type="title"/>
          </p:nvPr>
        </p:nvSpPr>
        <p:spPr>
          <a:xfrm>
            <a:off x="988817" y="22281"/>
            <a:ext cx="10515600" cy="908400"/>
          </a:xfrm>
          <a:prstGeom prst="rect">
            <a:avLst/>
          </a:prstGeom>
        </p:spPr>
        <p:txBody>
          <a:bodyPr spcFirstLastPara="1" vert="horz" wrap="square" lIns="0" tIns="0" rIns="0" bIns="0" rtlCol="0" anchor="ctr" anchorCtr="0">
            <a:normAutofit/>
          </a:bodyPr>
          <a:lstStyle/>
          <a:p>
            <a:pPr>
              <a:spcBef>
                <a:spcPts val="0"/>
              </a:spcBef>
            </a:pPr>
            <a:r>
              <a:rPr lang="en-US" sz="2533" dirty="0"/>
              <a:t>CDISC Standards – November 2025</a:t>
            </a:r>
            <a:endParaRPr sz="2533" dirty="0"/>
          </a:p>
        </p:txBody>
      </p:sp>
      <p:pic>
        <p:nvPicPr>
          <p:cNvPr id="3" name="Picture 2">
            <a:extLst>
              <a:ext uri="{FF2B5EF4-FFF2-40B4-BE49-F238E27FC236}">
                <a16:creationId xmlns:a16="http://schemas.microsoft.com/office/drawing/2014/main" id="{7AD1C6FC-A94C-4E0C-B3E4-006230F0AA6E}"/>
              </a:ext>
            </a:extLst>
          </p:cNvPr>
          <p:cNvPicPr>
            <a:picLocks noChangeAspect="1"/>
          </p:cNvPicPr>
          <p:nvPr/>
        </p:nvPicPr>
        <p:blipFill>
          <a:blip r:embed="rId3"/>
          <a:stretch>
            <a:fillRect/>
          </a:stretch>
        </p:blipFill>
        <p:spPr>
          <a:xfrm>
            <a:off x="802643" y="2548839"/>
            <a:ext cx="1392400" cy="1589135"/>
          </a:xfrm>
          <a:prstGeom prst="rect">
            <a:avLst/>
          </a:prstGeom>
        </p:spPr>
      </p:pic>
      <p:pic>
        <p:nvPicPr>
          <p:cNvPr id="5" name="Picture 4">
            <a:extLst>
              <a:ext uri="{FF2B5EF4-FFF2-40B4-BE49-F238E27FC236}">
                <a16:creationId xmlns:a16="http://schemas.microsoft.com/office/drawing/2014/main" id="{790A4F9A-92AB-4ED1-B220-777B7913B5EF}"/>
              </a:ext>
            </a:extLst>
          </p:cNvPr>
          <p:cNvPicPr>
            <a:picLocks noChangeAspect="1"/>
          </p:cNvPicPr>
          <p:nvPr/>
        </p:nvPicPr>
        <p:blipFill>
          <a:blip r:embed="rId4"/>
          <a:stretch>
            <a:fillRect/>
          </a:stretch>
        </p:blipFill>
        <p:spPr>
          <a:xfrm>
            <a:off x="2448499" y="2527241"/>
            <a:ext cx="1391687" cy="1589135"/>
          </a:xfrm>
          <a:prstGeom prst="rect">
            <a:avLst/>
          </a:prstGeom>
        </p:spPr>
      </p:pic>
      <p:pic>
        <p:nvPicPr>
          <p:cNvPr id="7" name="Picture 6">
            <a:extLst>
              <a:ext uri="{FF2B5EF4-FFF2-40B4-BE49-F238E27FC236}">
                <a16:creationId xmlns:a16="http://schemas.microsoft.com/office/drawing/2014/main" id="{0EC35AA8-72C7-4E5F-BF04-8135C30DFD31}"/>
              </a:ext>
            </a:extLst>
          </p:cNvPr>
          <p:cNvPicPr>
            <a:picLocks noChangeAspect="1"/>
          </p:cNvPicPr>
          <p:nvPr/>
        </p:nvPicPr>
        <p:blipFill>
          <a:blip r:embed="rId5"/>
          <a:stretch>
            <a:fillRect/>
          </a:stretch>
        </p:blipFill>
        <p:spPr>
          <a:xfrm>
            <a:off x="4131183" y="2502399"/>
            <a:ext cx="1377575" cy="1572216"/>
          </a:xfrm>
          <a:prstGeom prst="rect">
            <a:avLst/>
          </a:prstGeom>
        </p:spPr>
      </p:pic>
      <p:pic>
        <p:nvPicPr>
          <p:cNvPr id="9" name="Picture 8">
            <a:extLst>
              <a:ext uri="{FF2B5EF4-FFF2-40B4-BE49-F238E27FC236}">
                <a16:creationId xmlns:a16="http://schemas.microsoft.com/office/drawing/2014/main" id="{86506BD4-B223-4E38-BD74-BBF1A3AD7283}"/>
              </a:ext>
            </a:extLst>
          </p:cNvPr>
          <p:cNvPicPr>
            <a:picLocks noChangeAspect="1"/>
          </p:cNvPicPr>
          <p:nvPr/>
        </p:nvPicPr>
        <p:blipFill>
          <a:blip r:embed="rId6"/>
          <a:stretch>
            <a:fillRect/>
          </a:stretch>
        </p:blipFill>
        <p:spPr>
          <a:xfrm>
            <a:off x="5798327" y="2500769"/>
            <a:ext cx="1379004" cy="1573847"/>
          </a:xfrm>
          <a:prstGeom prst="rect">
            <a:avLst/>
          </a:prstGeom>
        </p:spPr>
      </p:pic>
      <p:pic>
        <p:nvPicPr>
          <p:cNvPr id="11" name="Picture 10">
            <a:extLst>
              <a:ext uri="{FF2B5EF4-FFF2-40B4-BE49-F238E27FC236}">
                <a16:creationId xmlns:a16="http://schemas.microsoft.com/office/drawing/2014/main" id="{E0A4D458-A2D5-48B4-859A-D56D15476A44}"/>
              </a:ext>
            </a:extLst>
          </p:cNvPr>
          <p:cNvPicPr>
            <a:picLocks noChangeAspect="1"/>
          </p:cNvPicPr>
          <p:nvPr/>
        </p:nvPicPr>
        <p:blipFill>
          <a:blip r:embed="rId7"/>
          <a:stretch>
            <a:fillRect/>
          </a:stretch>
        </p:blipFill>
        <p:spPr>
          <a:xfrm>
            <a:off x="7458212" y="2500671"/>
            <a:ext cx="1379089" cy="1573944"/>
          </a:xfrm>
          <a:prstGeom prst="rect">
            <a:avLst/>
          </a:prstGeom>
        </p:spPr>
      </p:pic>
      <p:cxnSp>
        <p:nvCxnSpPr>
          <p:cNvPr id="48" name="Google Shape;176;g381f0ee8e2a_1_0">
            <a:extLst>
              <a:ext uri="{FF2B5EF4-FFF2-40B4-BE49-F238E27FC236}">
                <a16:creationId xmlns:a16="http://schemas.microsoft.com/office/drawing/2014/main" id="{4C83E601-FCAB-480A-82A3-834EE4093672}"/>
              </a:ext>
            </a:extLst>
          </p:cNvPr>
          <p:cNvCxnSpPr>
            <a:cxnSpLocks/>
            <a:stCxn id="3" idx="2"/>
            <a:endCxn id="171" idx="0"/>
          </p:cNvCxnSpPr>
          <p:nvPr/>
        </p:nvCxnSpPr>
        <p:spPr>
          <a:xfrm>
            <a:off x="1498843" y="4137974"/>
            <a:ext cx="0" cy="328903"/>
          </a:xfrm>
          <a:prstGeom prst="straightConnector1">
            <a:avLst/>
          </a:prstGeom>
          <a:noFill/>
          <a:ln w="28575" cap="flat" cmpd="sng">
            <a:solidFill>
              <a:schemeClr val="tx1"/>
            </a:solidFill>
            <a:prstDash val="solid"/>
            <a:round/>
            <a:headEnd type="none" w="med" len="med"/>
            <a:tailEnd type="stealth" w="med" len="med"/>
          </a:ln>
        </p:spPr>
      </p:cxnSp>
      <p:cxnSp>
        <p:nvCxnSpPr>
          <p:cNvPr id="55" name="Google Shape;176;g381f0ee8e2a_1_0">
            <a:extLst>
              <a:ext uri="{FF2B5EF4-FFF2-40B4-BE49-F238E27FC236}">
                <a16:creationId xmlns:a16="http://schemas.microsoft.com/office/drawing/2014/main" id="{2C33DAD4-9DC5-4E78-BA0F-633C35BF43A2}"/>
              </a:ext>
            </a:extLst>
          </p:cNvPr>
          <p:cNvCxnSpPr>
            <a:cxnSpLocks/>
            <a:stCxn id="5" idx="2"/>
            <a:endCxn id="174" idx="0"/>
          </p:cNvCxnSpPr>
          <p:nvPr/>
        </p:nvCxnSpPr>
        <p:spPr>
          <a:xfrm>
            <a:off x="3144343" y="4116375"/>
            <a:ext cx="356" cy="350488"/>
          </a:xfrm>
          <a:prstGeom prst="straightConnector1">
            <a:avLst/>
          </a:prstGeom>
          <a:noFill/>
          <a:ln w="28575" cap="flat" cmpd="sng">
            <a:solidFill>
              <a:schemeClr val="tx1"/>
            </a:solidFill>
            <a:prstDash val="solid"/>
            <a:round/>
            <a:headEnd type="none" w="med" len="med"/>
            <a:tailEnd type="stealth" w="med" len="med"/>
          </a:ln>
        </p:spPr>
      </p:cxnSp>
      <p:cxnSp>
        <p:nvCxnSpPr>
          <p:cNvPr id="58" name="Google Shape;176;g381f0ee8e2a_1_0">
            <a:extLst>
              <a:ext uri="{FF2B5EF4-FFF2-40B4-BE49-F238E27FC236}">
                <a16:creationId xmlns:a16="http://schemas.microsoft.com/office/drawing/2014/main" id="{EC225AF4-FFE5-4850-B2F7-541F8D33C05C}"/>
              </a:ext>
            </a:extLst>
          </p:cNvPr>
          <p:cNvCxnSpPr>
            <a:cxnSpLocks/>
            <a:stCxn id="7" idx="2"/>
            <a:endCxn id="175" idx="0"/>
          </p:cNvCxnSpPr>
          <p:nvPr/>
        </p:nvCxnSpPr>
        <p:spPr>
          <a:xfrm>
            <a:off x="4819971" y="4074615"/>
            <a:ext cx="0" cy="392252"/>
          </a:xfrm>
          <a:prstGeom prst="straightConnector1">
            <a:avLst/>
          </a:prstGeom>
          <a:noFill/>
          <a:ln w="28575" cap="flat" cmpd="sng">
            <a:solidFill>
              <a:schemeClr val="tx1"/>
            </a:solidFill>
            <a:prstDash val="solid"/>
            <a:round/>
            <a:headEnd type="none" w="med" len="med"/>
            <a:tailEnd type="stealth" w="med" len="med"/>
          </a:ln>
        </p:spPr>
      </p:cxnSp>
      <p:cxnSp>
        <p:nvCxnSpPr>
          <p:cNvPr id="66" name="Google Shape;176;g381f0ee8e2a_1_0">
            <a:extLst>
              <a:ext uri="{FF2B5EF4-FFF2-40B4-BE49-F238E27FC236}">
                <a16:creationId xmlns:a16="http://schemas.microsoft.com/office/drawing/2014/main" id="{F8EAECB3-522B-4FDC-AB3B-663924A547E0}"/>
              </a:ext>
            </a:extLst>
          </p:cNvPr>
          <p:cNvCxnSpPr>
            <a:cxnSpLocks/>
            <a:stCxn id="9" idx="2"/>
            <a:endCxn id="163" idx="0"/>
          </p:cNvCxnSpPr>
          <p:nvPr/>
        </p:nvCxnSpPr>
        <p:spPr>
          <a:xfrm>
            <a:off x="6487830" y="4074615"/>
            <a:ext cx="7404" cy="414061"/>
          </a:xfrm>
          <a:prstGeom prst="straightConnector1">
            <a:avLst/>
          </a:prstGeom>
          <a:noFill/>
          <a:ln w="28575" cap="flat" cmpd="sng">
            <a:solidFill>
              <a:schemeClr val="tx1"/>
            </a:solidFill>
            <a:prstDash val="solid"/>
            <a:round/>
            <a:headEnd type="none" w="med" len="med"/>
            <a:tailEnd type="stealth" w="med" len="med"/>
          </a:ln>
        </p:spPr>
      </p:cxnSp>
      <p:cxnSp>
        <p:nvCxnSpPr>
          <p:cNvPr id="74" name="Google Shape;176;g381f0ee8e2a_1_0">
            <a:extLst>
              <a:ext uri="{FF2B5EF4-FFF2-40B4-BE49-F238E27FC236}">
                <a16:creationId xmlns:a16="http://schemas.microsoft.com/office/drawing/2014/main" id="{018128C3-634A-4BC1-B7CD-219A739D6EB8}"/>
              </a:ext>
            </a:extLst>
          </p:cNvPr>
          <p:cNvCxnSpPr>
            <a:cxnSpLocks/>
            <a:stCxn id="11" idx="2"/>
            <a:endCxn id="167" idx="0"/>
          </p:cNvCxnSpPr>
          <p:nvPr/>
        </p:nvCxnSpPr>
        <p:spPr>
          <a:xfrm flipH="1">
            <a:off x="8141100" y="4074615"/>
            <a:ext cx="6656" cy="414061"/>
          </a:xfrm>
          <a:prstGeom prst="straightConnector1">
            <a:avLst/>
          </a:prstGeom>
          <a:noFill/>
          <a:ln w="28575" cap="flat" cmpd="sng">
            <a:solidFill>
              <a:schemeClr val="tx1"/>
            </a:solidFill>
            <a:prstDash val="solid"/>
            <a:round/>
            <a:headEnd type="none" w="med" len="med"/>
            <a:tailEnd type="stealth" w="med" len="med"/>
          </a:ln>
        </p:spPr>
      </p:cxnSp>
    </p:spTree>
    <p:extLst>
      <p:ext uri="{BB962C8B-B14F-4D97-AF65-F5344CB8AC3E}">
        <p14:creationId xmlns:p14="http://schemas.microsoft.com/office/powerpoint/2010/main" val="3594305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6"/>
          <p:cNvSpPr txBox="1">
            <a:spLocks noGrp="1"/>
          </p:cNvSpPr>
          <p:nvPr>
            <p:ph type="title"/>
          </p:nvPr>
        </p:nvSpPr>
        <p:spPr>
          <a:xfrm>
            <a:off x="1066799" y="-80209"/>
            <a:ext cx="10706000" cy="1325600"/>
          </a:xfrm>
          <a:prstGeom prst="rect">
            <a:avLst/>
          </a:prstGeom>
          <a:noFill/>
          <a:ln>
            <a:noFill/>
          </a:ln>
        </p:spPr>
        <p:txBody>
          <a:bodyPr spcFirstLastPara="1" vert="horz" wrap="square" lIns="0" tIns="0" rIns="0" bIns="0" rtlCol="0" anchor="ctr" anchorCtr="0">
            <a:normAutofit/>
          </a:bodyPr>
          <a:lstStyle/>
          <a:p>
            <a:pPr>
              <a:spcBef>
                <a:spcPts val="0"/>
              </a:spcBef>
              <a:buClr>
                <a:schemeClr val="dk1"/>
              </a:buClr>
              <a:buSzPts val="2200"/>
            </a:pPr>
            <a:r>
              <a:rPr lang="en-US" sz="2933" dirty="0"/>
              <a:t>CDISC Analysis Result Standards – Released 2024</a:t>
            </a:r>
            <a:endParaRPr dirty="0"/>
          </a:p>
        </p:txBody>
      </p:sp>
      <p:pic>
        <p:nvPicPr>
          <p:cNvPr id="143" name="Google Shape;143;p16"/>
          <p:cNvPicPr preferRelativeResize="0"/>
          <p:nvPr/>
        </p:nvPicPr>
        <p:blipFill rotWithShape="1">
          <a:blip r:embed="rId3">
            <a:alphaModFix/>
          </a:blip>
          <a:srcRect/>
          <a:stretch/>
        </p:blipFill>
        <p:spPr>
          <a:xfrm>
            <a:off x="1066800" y="1063473"/>
            <a:ext cx="3680307" cy="5010455"/>
          </a:xfrm>
          <a:prstGeom prst="rect">
            <a:avLst/>
          </a:prstGeom>
          <a:noFill/>
          <a:ln>
            <a:noFill/>
          </a:ln>
        </p:spPr>
      </p:pic>
      <p:grpSp>
        <p:nvGrpSpPr>
          <p:cNvPr id="144" name="Google Shape;144;p16"/>
          <p:cNvGrpSpPr/>
          <p:nvPr/>
        </p:nvGrpSpPr>
        <p:grpSpPr>
          <a:xfrm>
            <a:off x="5350095" y="1063474"/>
            <a:ext cx="6703931" cy="4768986"/>
            <a:chOff x="3944233" y="1861586"/>
            <a:chExt cx="5027948" cy="3576740"/>
          </a:xfrm>
        </p:grpSpPr>
        <p:pic>
          <p:nvPicPr>
            <p:cNvPr id="145" name="Google Shape;145;p16"/>
            <p:cNvPicPr preferRelativeResize="0"/>
            <p:nvPr/>
          </p:nvPicPr>
          <p:blipFill rotWithShape="1">
            <a:blip r:embed="rId4">
              <a:alphaModFix/>
            </a:blip>
            <a:srcRect l="11889" r="11896"/>
            <a:stretch/>
          </p:blipFill>
          <p:spPr>
            <a:xfrm>
              <a:off x="4012571" y="2094103"/>
              <a:ext cx="3089357" cy="2280110"/>
            </a:xfrm>
            <a:prstGeom prst="rect">
              <a:avLst/>
            </a:prstGeom>
            <a:solidFill>
              <a:schemeClr val="lt1"/>
            </a:solidFill>
            <a:ln w="12700" cap="sq" cmpd="sng">
              <a:solidFill>
                <a:srgbClr val="000000"/>
              </a:solidFill>
              <a:prstDash val="solid"/>
              <a:miter lim="800000"/>
              <a:headEnd type="none" w="sm" len="sm"/>
              <a:tailEnd type="none" w="sm" len="sm"/>
            </a:ln>
            <a:effectLst>
              <a:outerShdw blurRad="50800" dist="38100" dir="2700000" algn="tl" rotWithShape="0">
                <a:srgbClr val="000000">
                  <a:alpha val="42750"/>
                </a:srgbClr>
              </a:outerShdw>
            </a:effectLst>
          </p:spPr>
        </p:pic>
        <p:sp>
          <p:nvSpPr>
            <p:cNvPr id="146" name="Google Shape;146;p16"/>
            <p:cNvSpPr txBox="1"/>
            <p:nvPr/>
          </p:nvSpPr>
          <p:spPr>
            <a:xfrm>
              <a:off x="3944233" y="1861586"/>
              <a:ext cx="3400200" cy="219250"/>
            </a:xfrm>
            <a:prstGeom prst="rect">
              <a:avLst/>
            </a:prstGeom>
            <a:noFill/>
            <a:ln>
              <a:noFill/>
            </a:ln>
          </p:spPr>
          <p:txBody>
            <a:bodyPr spcFirstLastPara="1" wrap="square" lIns="121900" tIns="60933" rIns="121900" bIns="60933" anchor="t" anchorCtr="0">
              <a:spAutoFit/>
            </a:bodyPr>
            <a:lstStyle/>
            <a:p>
              <a:r>
                <a:rPr lang="en-US" sz="1100" u="sng">
                  <a:solidFill>
                    <a:srgbClr val="134678"/>
                  </a:solidFill>
                  <a:latin typeface="Arial"/>
                  <a:ea typeface="Arial"/>
                  <a:cs typeface="Arial"/>
                  <a:sym typeface="Arial"/>
                  <a:hlinkClick r:id="rId5">
                    <a:extLst>
                      <a:ext uri="{A12FA001-AC4F-418D-AE19-62706E023703}">
                        <ahyp:hlinkClr xmlns:ahyp="http://schemas.microsoft.com/office/drawing/2018/hyperlinkcolor" val="tx"/>
                      </a:ext>
                    </a:extLst>
                  </a:hlinkClick>
                </a:rPr>
                <a:t>https://cdisc-org.github.io/analysis-results-standard/</a:t>
              </a:r>
              <a:endParaRPr sz="1100">
                <a:solidFill>
                  <a:srgbClr val="134678"/>
                </a:solidFill>
                <a:latin typeface="Arial"/>
                <a:ea typeface="Arial"/>
                <a:cs typeface="Arial"/>
                <a:sym typeface="Arial"/>
              </a:endParaRPr>
            </a:p>
          </p:txBody>
        </p:sp>
        <p:pic>
          <p:nvPicPr>
            <p:cNvPr id="147" name="Google Shape;147;p16"/>
            <p:cNvPicPr preferRelativeResize="0"/>
            <p:nvPr/>
          </p:nvPicPr>
          <p:blipFill rotWithShape="1">
            <a:blip r:embed="rId6">
              <a:alphaModFix/>
            </a:blip>
            <a:srcRect/>
            <a:stretch/>
          </p:blipFill>
          <p:spPr>
            <a:xfrm>
              <a:off x="6235311" y="3422974"/>
              <a:ext cx="2496274" cy="1729157"/>
            </a:xfrm>
            <a:prstGeom prst="rect">
              <a:avLst/>
            </a:prstGeom>
            <a:no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pic>
        <p:sp>
          <p:nvSpPr>
            <p:cNvPr id="148" name="Google Shape;148;p16"/>
            <p:cNvSpPr txBox="1"/>
            <p:nvPr/>
          </p:nvSpPr>
          <p:spPr>
            <a:xfrm>
              <a:off x="5094081" y="5224751"/>
              <a:ext cx="3878100" cy="213575"/>
            </a:xfrm>
            <a:prstGeom prst="rect">
              <a:avLst/>
            </a:prstGeom>
            <a:noFill/>
            <a:ln>
              <a:noFill/>
            </a:ln>
          </p:spPr>
          <p:txBody>
            <a:bodyPr spcFirstLastPara="1" wrap="square" lIns="121900" tIns="60933" rIns="121900" bIns="60933" anchor="t" anchorCtr="0">
              <a:spAutoFit/>
            </a:bodyPr>
            <a:lstStyle/>
            <a:p>
              <a:r>
                <a:rPr lang="en-US" sz="1051" u="sng">
                  <a:solidFill>
                    <a:srgbClr val="134678"/>
                  </a:solidFill>
                  <a:latin typeface="Arial"/>
                  <a:ea typeface="Arial"/>
                  <a:cs typeface="Arial"/>
                  <a:sym typeface="Arial"/>
                  <a:hlinkClick r:id="rId7">
                    <a:extLst>
                      <a:ext uri="{A12FA001-AC4F-418D-AE19-62706E023703}">
                        <ahyp:hlinkClr xmlns:ahyp="http://schemas.microsoft.com/office/drawing/2018/hyperlinkcolor" val="tx"/>
                      </a:ext>
                    </a:extLst>
                  </a:hlinkClick>
                </a:rPr>
                <a:t>https://wiki.cdisc.org/display/ARSP/Analysis+Results+Standard+User+Guide+v1.0</a:t>
              </a:r>
              <a:endParaRPr sz="1051">
                <a:solidFill>
                  <a:srgbClr val="134678"/>
                </a:solidFill>
                <a:latin typeface="Arial"/>
                <a:ea typeface="Arial"/>
                <a:cs typeface="Arial"/>
                <a:sym typeface="Arial"/>
              </a:endParaRPr>
            </a:p>
          </p:txBody>
        </p:sp>
      </p:grpSp>
      <p:cxnSp>
        <p:nvCxnSpPr>
          <p:cNvPr id="149" name="Google Shape;149;p16"/>
          <p:cNvCxnSpPr/>
          <p:nvPr/>
        </p:nvCxnSpPr>
        <p:spPr>
          <a:xfrm>
            <a:off x="5054339" y="1209667"/>
            <a:ext cx="0" cy="4928800"/>
          </a:xfrm>
          <a:prstGeom prst="straightConnector1">
            <a:avLst/>
          </a:prstGeom>
          <a:noFill/>
          <a:ln w="19050" cap="flat" cmpd="sng">
            <a:solidFill>
              <a:schemeClr val="accent1"/>
            </a:solidFill>
            <a:prstDash val="solid"/>
            <a:miter lim="800000"/>
            <a:headEnd type="none" w="sm" len="sm"/>
            <a:tailEnd type="none" w="sm" len="sm"/>
          </a:ln>
        </p:spPr>
      </p:cxnSp>
      <p:sp>
        <p:nvSpPr>
          <p:cNvPr id="10" name="Google Shape;155;g381f0ee8e2a_1_0">
            <a:extLst>
              <a:ext uri="{FF2B5EF4-FFF2-40B4-BE49-F238E27FC236}">
                <a16:creationId xmlns:a16="http://schemas.microsoft.com/office/drawing/2014/main" id="{E3676D6A-67ED-408F-8DC8-EF6D62969B28}"/>
              </a:ext>
            </a:extLst>
          </p:cNvPr>
          <p:cNvSpPr txBox="1">
            <a:spLocks noGrp="1"/>
          </p:cNvSpPr>
          <p:nvPr>
            <p:ph type="sldNum" idx="12"/>
          </p:nvPr>
        </p:nvSpPr>
        <p:spPr>
          <a:xfrm>
            <a:off x="11174027" y="6360835"/>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9</a:t>
            </a:fld>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1f0ee8e2a_1_0"/>
          <p:cNvSpPr txBox="1">
            <a:spLocks noGrp="1"/>
          </p:cNvSpPr>
          <p:nvPr>
            <p:ph type="sldNum" idx="12"/>
          </p:nvPr>
        </p:nvSpPr>
        <p:spPr>
          <a:xfrm>
            <a:off x="11174027" y="6322333"/>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10</a:t>
            </a:fld>
            <a:endParaRPr/>
          </a:p>
        </p:txBody>
      </p:sp>
      <p:grpSp>
        <p:nvGrpSpPr>
          <p:cNvPr id="170" name="Google Shape;170;g381f0ee8e2a_1_0"/>
          <p:cNvGrpSpPr/>
          <p:nvPr/>
        </p:nvGrpSpPr>
        <p:grpSpPr>
          <a:xfrm>
            <a:off x="802643" y="4466863"/>
            <a:ext cx="11175468" cy="933015"/>
            <a:chOff x="601982" y="3350147"/>
            <a:chExt cx="8381601" cy="699761"/>
          </a:xfrm>
        </p:grpSpPr>
        <p:sp>
          <p:nvSpPr>
            <p:cNvPr id="171" name="Google Shape;171;g381f0ee8e2a_1_0"/>
            <p:cNvSpPr/>
            <p:nvPr/>
          </p:nvSpPr>
          <p:spPr>
            <a:xfrm>
              <a:off x="601982" y="3350157"/>
              <a:ext cx="1044300" cy="683400"/>
            </a:xfrm>
            <a:prstGeom prst="roundRect">
              <a:avLst>
                <a:gd name="adj" fmla="val 16667"/>
              </a:avLst>
            </a:prstGeom>
            <a:solidFill>
              <a:srgbClr val="A9AE37"/>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a:solidFill>
                    <a:schemeClr val="lt1"/>
                  </a:solidFill>
                </a:rPr>
                <a:t>Protocol</a:t>
              </a:r>
              <a:endParaRPr sz="1600">
                <a:solidFill>
                  <a:schemeClr val="lt1"/>
                </a:solidFill>
              </a:endParaRPr>
            </a:p>
          </p:txBody>
        </p:sp>
        <p:sp>
          <p:nvSpPr>
            <p:cNvPr id="172" name="Google Shape;172;g381f0ee8e2a_1_0"/>
            <p:cNvSpPr/>
            <p:nvPr/>
          </p:nvSpPr>
          <p:spPr>
            <a:xfrm>
              <a:off x="7939283" y="3366489"/>
              <a:ext cx="1044300" cy="6834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CSR</a:t>
              </a:r>
              <a:endParaRPr sz="1600" dirty="0">
                <a:solidFill>
                  <a:schemeClr val="lt1"/>
                </a:solidFill>
              </a:endParaRPr>
            </a:p>
          </p:txBody>
        </p:sp>
        <p:cxnSp>
          <p:nvCxnSpPr>
            <p:cNvPr id="173" name="Google Shape;173;g381f0ee8e2a_1_0"/>
            <p:cNvCxnSpPr>
              <a:stCxn id="171" idx="3"/>
              <a:endCxn id="172" idx="1"/>
            </p:cNvCxnSpPr>
            <p:nvPr/>
          </p:nvCxnSpPr>
          <p:spPr>
            <a:xfrm>
              <a:off x="1646282" y="3691857"/>
              <a:ext cx="6293100" cy="16200"/>
            </a:xfrm>
            <a:prstGeom prst="straightConnector1">
              <a:avLst/>
            </a:prstGeom>
            <a:noFill/>
            <a:ln w="28575" cap="flat" cmpd="sng">
              <a:solidFill>
                <a:schemeClr val="tx1"/>
              </a:solidFill>
              <a:prstDash val="solid"/>
              <a:round/>
              <a:headEnd type="none" w="med" len="med"/>
              <a:tailEnd type="none" w="med" len="med"/>
            </a:ln>
          </p:spPr>
        </p:cxnSp>
        <p:sp>
          <p:nvSpPr>
            <p:cNvPr id="174" name="Google Shape;174;g381f0ee8e2a_1_0"/>
            <p:cNvSpPr/>
            <p:nvPr/>
          </p:nvSpPr>
          <p:spPr>
            <a:xfrm>
              <a:off x="1836374" y="3350147"/>
              <a:ext cx="1044300" cy="683400"/>
            </a:xfrm>
            <a:prstGeom prst="roundRect">
              <a:avLst>
                <a:gd name="adj" fmla="val 16667"/>
              </a:avLst>
            </a:prstGeom>
            <a:solidFill>
              <a:srgbClr val="9D2E2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Data collection</a:t>
              </a:r>
              <a:endParaRPr sz="1600" dirty="0">
                <a:solidFill>
                  <a:schemeClr val="lt1"/>
                </a:solidFill>
              </a:endParaRPr>
            </a:p>
          </p:txBody>
        </p:sp>
        <p:sp>
          <p:nvSpPr>
            <p:cNvPr id="175" name="Google Shape;175;g381f0ee8e2a_1_0"/>
            <p:cNvSpPr/>
            <p:nvPr/>
          </p:nvSpPr>
          <p:spPr>
            <a:xfrm>
              <a:off x="3070778" y="3350150"/>
              <a:ext cx="1088400" cy="683400"/>
            </a:xfrm>
            <a:prstGeom prst="roundRect">
              <a:avLst>
                <a:gd name="adj" fmla="val 16667"/>
              </a:avLst>
            </a:prstGeom>
            <a:solidFill>
              <a:srgbClr val="13467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GB" sz="1600" dirty="0">
                  <a:solidFill>
                    <a:schemeClr val="lt1"/>
                  </a:solidFill>
                </a:rPr>
                <a:t>Data</a:t>
              </a:r>
              <a:endParaRPr sz="1600" dirty="0">
                <a:solidFill>
                  <a:schemeClr val="lt1"/>
                </a:solidFill>
              </a:endParaRPr>
            </a:p>
            <a:p>
              <a:pPr algn="ctr"/>
              <a:r>
                <a:rPr lang="en-US" sz="1600" dirty="0">
                  <a:solidFill>
                    <a:schemeClr val="lt1"/>
                  </a:solidFill>
                </a:rPr>
                <a:t>tabulation</a:t>
              </a:r>
              <a:endParaRPr sz="1600" dirty="0">
                <a:solidFill>
                  <a:schemeClr val="lt1"/>
                </a:solidFill>
              </a:endParaRPr>
            </a:p>
          </p:txBody>
        </p:sp>
        <p:sp>
          <p:nvSpPr>
            <p:cNvPr id="163" name="Google Shape;163;g381f0ee8e2a_1_0"/>
            <p:cNvSpPr/>
            <p:nvPr/>
          </p:nvSpPr>
          <p:spPr>
            <a:xfrm>
              <a:off x="4349275" y="3366507"/>
              <a:ext cx="1044300" cy="683400"/>
            </a:xfrm>
            <a:prstGeom prst="roundRect">
              <a:avLst>
                <a:gd name="adj" fmla="val 16667"/>
              </a:avLst>
            </a:prstGeom>
            <a:solidFill>
              <a:srgbClr val="9DD0C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data</a:t>
              </a:r>
              <a:endParaRPr sz="1600" dirty="0">
                <a:solidFill>
                  <a:schemeClr val="lt1"/>
                </a:solidFill>
              </a:endParaRPr>
            </a:p>
          </p:txBody>
        </p:sp>
        <p:sp>
          <p:nvSpPr>
            <p:cNvPr id="167" name="Google Shape;167;g381f0ee8e2a_1_0"/>
            <p:cNvSpPr/>
            <p:nvPr/>
          </p:nvSpPr>
          <p:spPr>
            <a:xfrm>
              <a:off x="5583675" y="3366507"/>
              <a:ext cx="1044300" cy="683400"/>
            </a:xfrm>
            <a:prstGeom prst="roundRect">
              <a:avLst>
                <a:gd name="adj" fmla="val 16667"/>
              </a:avLst>
            </a:prstGeom>
            <a:solidFill>
              <a:srgbClr val="54347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results</a:t>
              </a:r>
              <a:endParaRPr sz="1600" dirty="0">
                <a:solidFill>
                  <a:schemeClr val="lt1"/>
                </a:solidFill>
              </a:endParaRPr>
            </a:p>
          </p:txBody>
        </p:sp>
        <p:sp>
          <p:nvSpPr>
            <p:cNvPr id="169" name="Google Shape;169;g381f0ee8e2a_1_0"/>
            <p:cNvSpPr/>
            <p:nvPr/>
          </p:nvSpPr>
          <p:spPr>
            <a:xfrm>
              <a:off x="6761478" y="3366500"/>
              <a:ext cx="1044300" cy="683400"/>
            </a:xfrm>
            <a:prstGeom prst="roundRect">
              <a:avLst>
                <a:gd name="adj" fmla="val 16667"/>
              </a:avLst>
            </a:prstGeom>
            <a:solidFill>
              <a:schemeClr val="accent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outputs</a:t>
              </a:r>
              <a:endParaRPr sz="1600" dirty="0">
                <a:solidFill>
                  <a:schemeClr val="lt1"/>
                </a:solidFill>
              </a:endParaRPr>
            </a:p>
          </p:txBody>
        </p:sp>
        <p:cxnSp>
          <p:nvCxnSpPr>
            <p:cNvPr id="176" name="Google Shape;176;g381f0ee8e2a_1_0"/>
            <p:cNvCxnSpPr>
              <a:stCxn id="171" idx="2"/>
              <a:endCxn id="172" idx="2"/>
            </p:cNvCxnSpPr>
            <p:nvPr/>
          </p:nvCxnSpPr>
          <p:spPr>
            <a:xfrm rot="-5400000" flipH="1">
              <a:off x="4784732" y="372957"/>
              <a:ext cx="16200" cy="7337400"/>
            </a:xfrm>
            <a:prstGeom prst="bentConnector3">
              <a:avLst>
                <a:gd name="adj1" fmla="val 1570723"/>
              </a:avLst>
            </a:prstGeom>
            <a:noFill/>
            <a:ln w="28575" cap="flat" cmpd="sng">
              <a:solidFill>
                <a:schemeClr val="tx1"/>
              </a:solidFill>
              <a:prstDash val="solid"/>
              <a:round/>
              <a:headEnd type="none" w="med" len="med"/>
              <a:tailEnd type="stealth" w="med" len="med"/>
            </a:ln>
          </p:spPr>
        </p:cxnSp>
      </p:grpSp>
      <p:sp>
        <p:nvSpPr>
          <p:cNvPr id="177" name="Google Shape;177;g381f0ee8e2a_1_0"/>
          <p:cNvSpPr txBox="1">
            <a:spLocks noGrp="1"/>
          </p:cNvSpPr>
          <p:nvPr>
            <p:ph type="title"/>
          </p:nvPr>
        </p:nvSpPr>
        <p:spPr>
          <a:xfrm>
            <a:off x="988817" y="22281"/>
            <a:ext cx="10515600" cy="908400"/>
          </a:xfrm>
          <a:prstGeom prst="rect">
            <a:avLst/>
          </a:prstGeom>
        </p:spPr>
        <p:txBody>
          <a:bodyPr spcFirstLastPara="1" vert="horz" wrap="square" lIns="0" tIns="0" rIns="0" bIns="0" rtlCol="0" anchor="ctr" anchorCtr="0">
            <a:normAutofit/>
          </a:bodyPr>
          <a:lstStyle/>
          <a:p>
            <a:pPr>
              <a:spcBef>
                <a:spcPts val="0"/>
              </a:spcBef>
            </a:pPr>
            <a:r>
              <a:rPr lang="en-US" sz="2533" dirty="0"/>
              <a:t>CDISC Standards – November 2025</a:t>
            </a:r>
            <a:endParaRPr sz="2533" dirty="0"/>
          </a:p>
        </p:txBody>
      </p:sp>
      <p:pic>
        <p:nvPicPr>
          <p:cNvPr id="3" name="Picture 2">
            <a:extLst>
              <a:ext uri="{FF2B5EF4-FFF2-40B4-BE49-F238E27FC236}">
                <a16:creationId xmlns:a16="http://schemas.microsoft.com/office/drawing/2014/main" id="{7AD1C6FC-A94C-4E0C-B3E4-006230F0AA6E}"/>
              </a:ext>
            </a:extLst>
          </p:cNvPr>
          <p:cNvPicPr>
            <a:picLocks noChangeAspect="1"/>
          </p:cNvPicPr>
          <p:nvPr/>
        </p:nvPicPr>
        <p:blipFill>
          <a:blip r:embed="rId3"/>
          <a:stretch>
            <a:fillRect/>
          </a:stretch>
        </p:blipFill>
        <p:spPr>
          <a:xfrm>
            <a:off x="802643" y="2548839"/>
            <a:ext cx="1392400" cy="1589135"/>
          </a:xfrm>
          <a:prstGeom prst="rect">
            <a:avLst/>
          </a:prstGeom>
        </p:spPr>
      </p:pic>
      <p:pic>
        <p:nvPicPr>
          <p:cNvPr id="5" name="Picture 4">
            <a:extLst>
              <a:ext uri="{FF2B5EF4-FFF2-40B4-BE49-F238E27FC236}">
                <a16:creationId xmlns:a16="http://schemas.microsoft.com/office/drawing/2014/main" id="{790A4F9A-92AB-4ED1-B220-777B7913B5EF}"/>
              </a:ext>
            </a:extLst>
          </p:cNvPr>
          <p:cNvPicPr>
            <a:picLocks noChangeAspect="1"/>
          </p:cNvPicPr>
          <p:nvPr/>
        </p:nvPicPr>
        <p:blipFill>
          <a:blip r:embed="rId4"/>
          <a:stretch>
            <a:fillRect/>
          </a:stretch>
        </p:blipFill>
        <p:spPr>
          <a:xfrm>
            <a:off x="2448499" y="2527241"/>
            <a:ext cx="1391687" cy="1589135"/>
          </a:xfrm>
          <a:prstGeom prst="rect">
            <a:avLst/>
          </a:prstGeom>
        </p:spPr>
      </p:pic>
      <p:pic>
        <p:nvPicPr>
          <p:cNvPr id="7" name="Picture 6">
            <a:extLst>
              <a:ext uri="{FF2B5EF4-FFF2-40B4-BE49-F238E27FC236}">
                <a16:creationId xmlns:a16="http://schemas.microsoft.com/office/drawing/2014/main" id="{0EC35AA8-72C7-4E5F-BF04-8135C30DFD31}"/>
              </a:ext>
            </a:extLst>
          </p:cNvPr>
          <p:cNvPicPr>
            <a:picLocks noChangeAspect="1"/>
          </p:cNvPicPr>
          <p:nvPr/>
        </p:nvPicPr>
        <p:blipFill>
          <a:blip r:embed="rId5"/>
          <a:stretch>
            <a:fillRect/>
          </a:stretch>
        </p:blipFill>
        <p:spPr>
          <a:xfrm>
            <a:off x="4131183" y="2502399"/>
            <a:ext cx="1377575" cy="1572216"/>
          </a:xfrm>
          <a:prstGeom prst="rect">
            <a:avLst/>
          </a:prstGeom>
        </p:spPr>
      </p:pic>
      <p:pic>
        <p:nvPicPr>
          <p:cNvPr id="9" name="Picture 8">
            <a:extLst>
              <a:ext uri="{FF2B5EF4-FFF2-40B4-BE49-F238E27FC236}">
                <a16:creationId xmlns:a16="http://schemas.microsoft.com/office/drawing/2014/main" id="{86506BD4-B223-4E38-BD74-BBF1A3AD7283}"/>
              </a:ext>
            </a:extLst>
          </p:cNvPr>
          <p:cNvPicPr>
            <a:picLocks noChangeAspect="1"/>
          </p:cNvPicPr>
          <p:nvPr/>
        </p:nvPicPr>
        <p:blipFill>
          <a:blip r:embed="rId6"/>
          <a:stretch>
            <a:fillRect/>
          </a:stretch>
        </p:blipFill>
        <p:spPr>
          <a:xfrm>
            <a:off x="5798327" y="2500769"/>
            <a:ext cx="1379004" cy="1573847"/>
          </a:xfrm>
          <a:prstGeom prst="rect">
            <a:avLst/>
          </a:prstGeom>
        </p:spPr>
      </p:pic>
      <p:pic>
        <p:nvPicPr>
          <p:cNvPr id="11" name="Picture 10">
            <a:extLst>
              <a:ext uri="{FF2B5EF4-FFF2-40B4-BE49-F238E27FC236}">
                <a16:creationId xmlns:a16="http://schemas.microsoft.com/office/drawing/2014/main" id="{E0A4D458-A2D5-48B4-859A-D56D15476A44}"/>
              </a:ext>
            </a:extLst>
          </p:cNvPr>
          <p:cNvPicPr>
            <a:picLocks noChangeAspect="1"/>
          </p:cNvPicPr>
          <p:nvPr/>
        </p:nvPicPr>
        <p:blipFill>
          <a:blip r:embed="rId7"/>
          <a:stretch>
            <a:fillRect/>
          </a:stretch>
        </p:blipFill>
        <p:spPr>
          <a:xfrm>
            <a:off x="7458212" y="2500671"/>
            <a:ext cx="1379089" cy="1573944"/>
          </a:xfrm>
          <a:prstGeom prst="rect">
            <a:avLst/>
          </a:prstGeom>
        </p:spPr>
      </p:pic>
      <p:cxnSp>
        <p:nvCxnSpPr>
          <p:cNvPr id="48" name="Google Shape;176;g381f0ee8e2a_1_0">
            <a:extLst>
              <a:ext uri="{FF2B5EF4-FFF2-40B4-BE49-F238E27FC236}">
                <a16:creationId xmlns:a16="http://schemas.microsoft.com/office/drawing/2014/main" id="{4C83E601-FCAB-480A-82A3-834EE4093672}"/>
              </a:ext>
            </a:extLst>
          </p:cNvPr>
          <p:cNvCxnSpPr>
            <a:cxnSpLocks/>
            <a:stCxn id="3" idx="2"/>
            <a:endCxn id="171" idx="0"/>
          </p:cNvCxnSpPr>
          <p:nvPr/>
        </p:nvCxnSpPr>
        <p:spPr>
          <a:xfrm>
            <a:off x="1498843" y="4137974"/>
            <a:ext cx="0" cy="328903"/>
          </a:xfrm>
          <a:prstGeom prst="straightConnector1">
            <a:avLst/>
          </a:prstGeom>
          <a:noFill/>
          <a:ln w="28575" cap="flat" cmpd="sng">
            <a:solidFill>
              <a:schemeClr val="tx1"/>
            </a:solidFill>
            <a:prstDash val="solid"/>
            <a:round/>
            <a:headEnd type="none" w="med" len="med"/>
            <a:tailEnd type="stealth" w="med" len="med"/>
          </a:ln>
        </p:spPr>
      </p:cxnSp>
      <p:cxnSp>
        <p:nvCxnSpPr>
          <p:cNvPr id="55" name="Google Shape;176;g381f0ee8e2a_1_0">
            <a:extLst>
              <a:ext uri="{FF2B5EF4-FFF2-40B4-BE49-F238E27FC236}">
                <a16:creationId xmlns:a16="http://schemas.microsoft.com/office/drawing/2014/main" id="{2C33DAD4-9DC5-4E78-BA0F-633C35BF43A2}"/>
              </a:ext>
            </a:extLst>
          </p:cNvPr>
          <p:cNvCxnSpPr>
            <a:cxnSpLocks/>
            <a:stCxn id="5" idx="2"/>
            <a:endCxn id="174" idx="0"/>
          </p:cNvCxnSpPr>
          <p:nvPr/>
        </p:nvCxnSpPr>
        <p:spPr>
          <a:xfrm>
            <a:off x="3144343" y="4116375"/>
            <a:ext cx="356" cy="350488"/>
          </a:xfrm>
          <a:prstGeom prst="straightConnector1">
            <a:avLst/>
          </a:prstGeom>
          <a:noFill/>
          <a:ln w="28575" cap="flat" cmpd="sng">
            <a:solidFill>
              <a:schemeClr val="tx1"/>
            </a:solidFill>
            <a:prstDash val="solid"/>
            <a:round/>
            <a:headEnd type="none" w="med" len="med"/>
            <a:tailEnd type="stealth" w="med" len="med"/>
          </a:ln>
        </p:spPr>
      </p:cxnSp>
      <p:cxnSp>
        <p:nvCxnSpPr>
          <p:cNvPr id="58" name="Google Shape;176;g381f0ee8e2a_1_0">
            <a:extLst>
              <a:ext uri="{FF2B5EF4-FFF2-40B4-BE49-F238E27FC236}">
                <a16:creationId xmlns:a16="http://schemas.microsoft.com/office/drawing/2014/main" id="{EC225AF4-FFE5-4850-B2F7-541F8D33C05C}"/>
              </a:ext>
            </a:extLst>
          </p:cNvPr>
          <p:cNvCxnSpPr>
            <a:cxnSpLocks/>
            <a:stCxn id="7" idx="2"/>
            <a:endCxn id="175" idx="0"/>
          </p:cNvCxnSpPr>
          <p:nvPr/>
        </p:nvCxnSpPr>
        <p:spPr>
          <a:xfrm>
            <a:off x="4819971" y="4074615"/>
            <a:ext cx="0" cy="392252"/>
          </a:xfrm>
          <a:prstGeom prst="straightConnector1">
            <a:avLst/>
          </a:prstGeom>
          <a:noFill/>
          <a:ln w="28575" cap="flat" cmpd="sng">
            <a:solidFill>
              <a:schemeClr val="tx1"/>
            </a:solidFill>
            <a:prstDash val="solid"/>
            <a:round/>
            <a:headEnd type="none" w="med" len="med"/>
            <a:tailEnd type="stealth" w="med" len="med"/>
          </a:ln>
        </p:spPr>
      </p:cxnSp>
      <p:cxnSp>
        <p:nvCxnSpPr>
          <p:cNvPr id="66" name="Google Shape;176;g381f0ee8e2a_1_0">
            <a:extLst>
              <a:ext uri="{FF2B5EF4-FFF2-40B4-BE49-F238E27FC236}">
                <a16:creationId xmlns:a16="http://schemas.microsoft.com/office/drawing/2014/main" id="{F8EAECB3-522B-4FDC-AB3B-663924A547E0}"/>
              </a:ext>
            </a:extLst>
          </p:cNvPr>
          <p:cNvCxnSpPr>
            <a:cxnSpLocks/>
            <a:stCxn id="9" idx="2"/>
            <a:endCxn id="163" idx="0"/>
          </p:cNvCxnSpPr>
          <p:nvPr/>
        </p:nvCxnSpPr>
        <p:spPr>
          <a:xfrm>
            <a:off x="6487830" y="4074615"/>
            <a:ext cx="7404" cy="414061"/>
          </a:xfrm>
          <a:prstGeom prst="straightConnector1">
            <a:avLst/>
          </a:prstGeom>
          <a:noFill/>
          <a:ln w="28575" cap="flat" cmpd="sng">
            <a:solidFill>
              <a:schemeClr val="tx1"/>
            </a:solidFill>
            <a:prstDash val="solid"/>
            <a:round/>
            <a:headEnd type="none" w="med" len="med"/>
            <a:tailEnd type="stealth" w="med" len="med"/>
          </a:ln>
        </p:spPr>
      </p:cxnSp>
      <p:cxnSp>
        <p:nvCxnSpPr>
          <p:cNvPr id="74" name="Google Shape;176;g381f0ee8e2a_1_0">
            <a:extLst>
              <a:ext uri="{FF2B5EF4-FFF2-40B4-BE49-F238E27FC236}">
                <a16:creationId xmlns:a16="http://schemas.microsoft.com/office/drawing/2014/main" id="{018128C3-634A-4BC1-B7CD-219A739D6EB8}"/>
              </a:ext>
            </a:extLst>
          </p:cNvPr>
          <p:cNvCxnSpPr>
            <a:cxnSpLocks/>
            <a:stCxn id="11" idx="2"/>
            <a:endCxn id="167" idx="0"/>
          </p:cNvCxnSpPr>
          <p:nvPr/>
        </p:nvCxnSpPr>
        <p:spPr>
          <a:xfrm flipH="1">
            <a:off x="8141100" y="4074615"/>
            <a:ext cx="6656" cy="414061"/>
          </a:xfrm>
          <a:prstGeom prst="straightConnector1">
            <a:avLst/>
          </a:prstGeom>
          <a:noFill/>
          <a:ln w="28575" cap="flat" cmpd="sng">
            <a:solidFill>
              <a:schemeClr val="tx1"/>
            </a:solidFill>
            <a:prstDash val="solid"/>
            <a:round/>
            <a:headEnd type="none" w="med" len="med"/>
            <a:tailEnd type="stealth" w="med" len="med"/>
          </a:ln>
        </p:spPr>
      </p:cxnSp>
      <p:pic>
        <p:nvPicPr>
          <p:cNvPr id="61" name="Picture 60">
            <a:extLst>
              <a:ext uri="{FF2B5EF4-FFF2-40B4-BE49-F238E27FC236}">
                <a16:creationId xmlns:a16="http://schemas.microsoft.com/office/drawing/2014/main" id="{077E76F1-8E4D-45A0-9BCE-5D2CA50A421D}"/>
              </a:ext>
            </a:extLst>
          </p:cNvPr>
          <p:cNvPicPr>
            <a:picLocks noChangeAspect="1"/>
          </p:cNvPicPr>
          <p:nvPr/>
        </p:nvPicPr>
        <p:blipFill>
          <a:blip r:embed="rId8"/>
          <a:stretch>
            <a:fillRect/>
          </a:stretch>
        </p:blipFill>
        <p:spPr>
          <a:xfrm>
            <a:off x="2448501" y="759150"/>
            <a:ext cx="1392399" cy="1589135"/>
          </a:xfrm>
          <a:prstGeom prst="rect">
            <a:avLst/>
          </a:prstGeom>
        </p:spPr>
      </p:pic>
      <p:cxnSp>
        <p:nvCxnSpPr>
          <p:cNvPr id="89" name="Google Shape;176;g381f0ee8e2a_1_0">
            <a:extLst>
              <a:ext uri="{FF2B5EF4-FFF2-40B4-BE49-F238E27FC236}">
                <a16:creationId xmlns:a16="http://schemas.microsoft.com/office/drawing/2014/main" id="{FFBB290E-FC60-4FA5-8A61-3E88727ADBC0}"/>
              </a:ext>
            </a:extLst>
          </p:cNvPr>
          <p:cNvCxnSpPr>
            <a:cxnSpLocks/>
            <a:stCxn id="61" idx="2"/>
            <a:endCxn id="5" idx="0"/>
          </p:cNvCxnSpPr>
          <p:nvPr/>
        </p:nvCxnSpPr>
        <p:spPr>
          <a:xfrm flipH="1">
            <a:off x="3144343" y="2348285"/>
            <a:ext cx="357" cy="178956"/>
          </a:xfrm>
          <a:prstGeom prst="straightConnector1">
            <a:avLst/>
          </a:prstGeom>
          <a:noFill/>
          <a:ln w="28575" cap="flat" cmpd="sng">
            <a:solidFill>
              <a:schemeClr val="tx1"/>
            </a:solidFill>
            <a:prstDash val="solid"/>
            <a:round/>
            <a:headEnd type="none" w="med" len="med"/>
            <a:tailEnd type="stealth" w="med" len="med"/>
          </a:ln>
        </p:spPr>
      </p:cxnSp>
      <p:cxnSp>
        <p:nvCxnSpPr>
          <p:cNvPr id="92" name="Google Shape;176;g381f0ee8e2a_1_0">
            <a:extLst>
              <a:ext uri="{FF2B5EF4-FFF2-40B4-BE49-F238E27FC236}">
                <a16:creationId xmlns:a16="http://schemas.microsoft.com/office/drawing/2014/main" id="{86BB9AD0-B128-4B5B-BC7A-DB20D9465CF6}"/>
              </a:ext>
            </a:extLst>
          </p:cNvPr>
          <p:cNvCxnSpPr>
            <a:cxnSpLocks/>
            <a:stCxn id="61" idx="1"/>
            <a:endCxn id="3" idx="0"/>
          </p:cNvCxnSpPr>
          <p:nvPr/>
        </p:nvCxnSpPr>
        <p:spPr>
          <a:xfrm rot="10800000" flipV="1">
            <a:off x="1498845" y="1553717"/>
            <a:ext cx="949657" cy="995121"/>
          </a:xfrm>
          <a:prstGeom prst="bentConnector2">
            <a:avLst/>
          </a:prstGeom>
          <a:noFill/>
          <a:ln w="28575" cap="flat" cmpd="sng">
            <a:solidFill>
              <a:schemeClr val="tx1"/>
            </a:solidFill>
            <a:prstDash val="solid"/>
            <a:round/>
            <a:headEnd type="none" w="med" len="med"/>
            <a:tailEnd type="stealth" w="med" len="med"/>
          </a:ln>
        </p:spPr>
      </p:cxnSp>
      <p:cxnSp>
        <p:nvCxnSpPr>
          <p:cNvPr id="95" name="Google Shape;176;g381f0ee8e2a_1_0">
            <a:extLst>
              <a:ext uri="{FF2B5EF4-FFF2-40B4-BE49-F238E27FC236}">
                <a16:creationId xmlns:a16="http://schemas.microsoft.com/office/drawing/2014/main" id="{C244D12C-BB98-4810-ADAC-CFE17AB44BAE}"/>
              </a:ext>
            </a:extLst>
          </p:cNvPr>
          <p:cNvCxnSpPr>
            <a:cxnSpLocks/>
            <a:stCxn id="61" idx="3"/>
            <a:endCxn id="7" idx="0"/>
          </p:cNvCxnSpPr>
          <p:nvPr/>
        </p:nvCxnSpPr>
        <p:spPr>
          <a:xfrm>
            <a:off x="3840899" y="1553718"/>
            <a:ext cx="979072" cy="948681"/>
          </a:xfrm>
          <a:prstGeom prst="bentConnector2">
            <a:avLst/>
          </a:prstGeom>
          <a:noFill/>
          <a:ln w="28575" cap="flat" cmpd="sng">
            <a:solidFill>
              <a:schemeClr val="tx1"/>
            </a:solidFill>
            <a:prstDash val="solid"/>
            <a:round/>
            <a:headEnd type="none" w="med" len="med"/>
            <a:tailEnd type="stealth" w="med" len="med"/>
          </a:ln>
        </p:spPr>
      </p:cxnSp>
    </p:spTree>
    <p:extLst>
      <p:ext uri="{BB962C8B-B14F-4D97-AF65-F5344CB8AC3E}">
        <p14:creationId xmlns:p14="http://schemas.microsoft.com/office/powerpoint/2010/main" val="2096140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6"/>
          <p:cNvSpPr txBox="1">
            <a:spLocks noGrp="1"/>
          </p:cNvSpPr>
          <p:nvPr>
            <p:ph type="title"/>
          </p:nvPr>
        </p:nvSpPr>
        <p:spPr>
          <a:xfrm>
            <a:off x="1066799" y="-80209"/>
            <a:ext cx="10706000" cy="1325600"/>
          </a:xfrm>
          <a:prstGeom prst="rect">
            <a:avLst/>
          </a:prstGeom>
          <a:noFill/>
          <a:ln>
            <a:noFill/>
          </a:ln>
        </p:spPr>
        <p:txBody>
          <a:bodyPr spcFirstLastPara="1" vert="horz" wrap="square" lIns="0" tIns="0" rIns="0" bIns="0" rtlCol="0" anchor="ctr" anchorCtr="0">
            <a:normAutofit/>
          </a:bodyPr>
          <a:lstStyle/>
          <a:p>
            <a:pPr>
              <a:spcBef>
                <a:spcPts val="0"/>
              </a:spcBef>
              <a:buClr>
                <a:schemeClr val="dk1"/>
              </a:buClr>
              <a:buSzPts val="2200"/>
            </a:pPr>
            <a:r>
              <a:rPr lang="en-US" sz="2933" dirty="0"/>
              <a:t>CDISC Biomedical Concepts</a:t>
            </a:r>
            <a:endParaRPr dirty="0"/>
          </a:p>
        </p:txBody>
      </p:sp>
      <p:pic>
        <p:nvPicPr>
          <p:cNvPr id="3" name="Picture 2">
            <a:extLst>
              <a:ext uri="{FF2B5EF4-FFF2-40B4-BE49-F238E27FC236}">
                <a16:creationId xmlns:a16="http://schemas.microsoft.com/office/drawing/2014/main" id="{6DE294DC-332A-432B-8544-CE51DFED27E8}"/>
              </a:ext>
            </a:extLst>
          </p:cNvPr>
          <p:cNvPicPr>
            <a:picLocks noChangeAspect="1"/>
          </p:cNvPicPr>
          <p:nvPr/>
        </p:nvPicPr>
        <p:blipFill>
          <a:blip r:embed="rId3"/>
          <a:stretch>
            <a:fillRect/>
          </a:stretch>
        </p:blipFill>
        <p:spPr>
          <a:xfrm>
            <a:off x="861391" y="1120907"/>
            <a:ext cx="8014524" cy="4498015"/>
          </a:xfrm>
          <a:prstGeom prst="rect">
            <a:avLst/>
          </a:prstGeom>
        </p:spPr>
      </p:pic>
      <p:pic>
        <p:nvPicPr>
          <p:cNvPr id="5" name="Picture 4">
            <a:extLst>
              <a:ext uri="{FF2B5EF4-FFF2-40B4-BE49-F238E27FC236}">
                <a16:creationId xmlns:a16="http://schemas.microsoft.com/office/drawing/2014/main" id="{63CE6D33-3594-4E6B-A552-AFCC4446224B}"/>
              </a:ext>
            </a:extLst>
          </p:cNvPr>
          <p:cNvPicPr>
            <a:picLocks noChangeAspect="1"/>
          </p:cNvPicPr>
          <p:nvPr/>
        </p:nvPicPr>
        <p:blipFill>
          <a:blip r:embed="rId4"/>
          <a:stretch>
            <a:fillRect/>
          </a:stretch>
        </p:blipFill>
        <p:spPr>
          <a:xfrm>
            <a:off x="3552868" y="1968501"/>
            <a:ext cx="8014523" cy="4527684"/>
          </a:xfrm>
          <a:prstGeom prst="rect">
            <a:avLst/>
          </a:prstGeom>
        </p:spPr>
      </p:pic>
      <p:sp>
        <p:nvSpPr>
          <p:cNvPr id="6" name="Google Shape;155;g381f0ee8e2a_1_0">
            <a:extLst>
              <a:ext uri="{FF2B5EF4-FFF2-40B4-BE49-F238E27FC236}">
                <a16:creationId xmlns:a16="http://schemas.microsoft.com/office/drawing/2014/main" id="{4AA78967-8395-4AAE-A37B-B48A275EF9E6}"/>
              </a:ext>
            </a:extLst>
          </p:cNvPr>
          <p:cNvSpPr txBox="1">
            <a:spLocks noGrp="1"/>
          </p:cNvSpPr>
          <p:nvPr>
            <p:ph type="sldNum" idx="12"/>
          </p:nvPr>
        </p:nvSpPr>
        <p:spPr>
          <a:xfrm>
            <a:off x="11174027" y="6360835"/>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11</a:t>
            </a:fld>
            <a:endParaRPr dirty="0"/>
          </a:p>
        </p:txBody>
      </p:sp>
    </p:spTree>
    <p:extLst>
      <p:ext uri="{BB962C8B-B14F-4D97-AF65-F5344CB8AC3E}">
        <p14:creationId xmlns:p14="http://schemas.microsoft.com/office/powerpoint/2010/main" val="2381062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81f0ee8e2a_1_0"/>
          <p:cNvSpPr txBox="1">
            <a:spLocks noGrp="1"/>
          </p:cNvSpPr>
          <p:nvPr>
            <p:ph type="sldNum" idx="12"/>
          </p:nvPr>
        </p:nvSpPr>
        <p:spPr>
          <a:xfrm>
            <a:off x="11174027" y="6322333"/>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12</a:t>
            </a:fld>
            <a:endParaRPr/>
          </a:p>
        </p:txBody>
      </p:sp>
      <p:grpSp>
        <p:nvGrpSpPr>
          <p:cNvPr id="170" name="Google Shape;170;g381f0ee8e2a_1_0"/>
          <p:cNvGrpSpPr/>
          <p:nvPr/>
        </p:nvGrpSpPr>
        <p:grpSpPr>
          <a:xfrm>
            <a:off x="802643" y="4466863"/>
            <a:ext cx="11175468" cy="933015"/>
            <a:chOff x="601982" y="3350147"/>
            <a:chExt cx="8381601" cy="699761"/>
          </a:xfrm>
        </p:grpSpPr>
        <p:sp>
          <p:nvSpPr>
            <p:cNvPr id="171" name="Google Shape;171;g381f0ee8e2a_1_0"/>
            <p:cNvSpPr/>
            <p:nvPr/>
          </p:nvSpPr>
          <p:spPr>
            <a:xfrm>
              <a:off x="601982" y="3350157"/>
              <a:ext cx="1044300" cy="683400"/>
            </a:xfrm>
            <a:prstGeom prst="roundRect">
              <a:avLst>
                <a:gd name="adj" fmla="val 16667"/>
              </a:avLst>
            </a:prstGeom>
            <a:solidFill>
              <a:srgbClr val="A9AE37"/>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a:solidFill>
                    <a:schemeClr val="lt1"/>
                  </a:solidFill>
                </a:rPr>
                <a:t>Protocol</a:t>
              </a:r>
              <a:endParaRPr sz="1600">
                <a:solidFill>
                  <a:schemeClr val="lt1"/>
                </a:solidFill>
              </a:endParaRPr>
            </a:p>
          </p:txBody>
        </p:sp>
        <p:sp>
          <p:nvSpPr>
            <p:cNvPr id="172" name="Google Shape;172;g381f0ee8e2a_1_0"/>
            <p:cNvSpPr/>
            <p:nvPr/>
          </p:nvSpPr>
          <p:spPr>
            <a:xfrm>
              <a:off x="7939283" y="3366489"/>
              <a:ext cx="1044300" cy="6834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CSR</a:t>
              </a:r>
              <a:endParaRPr sz="1600" dirty="0">
                <a:solidFill>
                  <a:schemeClr val="lt1"/>
                </a:solidFill>
              </a:endParaRPr>
            </a:p>
          </p:txBody>
        </p:sp>
        <p:cxnSp>
          <p:nvCxnSpPr>
            <p:cNvPr id="173" name="Google Shape;173;g381f0ee8e2a_1_0"/>
            <p:cNvCxnSpPr>
              <a:stCxn id="171" idx="3"/>
              <a:endCxn id="172" idx="1"/>
            </p:cNvCxnSpPr>
            <p:nvPr/>
          </p:nvCxnSpPr>
          <p:spPr>
            <a:xfrm>
              <a:off x="1646282" y="3691857"/>
              <a:ext cx="6293100" cy="16200"/>
            </a:xfrm>
            <a:prstGeom prst="straightConnector1">
              <a:avLst/>
            </a:prstGeom>
            <a:noFill/>
            <a:ln w="28575" cap="flat" cmpd="sng">
              <a:solidFill>
                <a:schemeClr val="tx1"/>
              </a:solidFill>
              <a:prstDash val="solid"/>
              <a:round/>
              <a:headEnd type="none" w="med" len="med"/>
              <a:tailEnd type="none" w="med" len="med"/>
            </a:ln>
          </p:spPr>
        </p:cxnSp>
        <p:sp>
          <p:nvSpPr>
            <p:cNvPr id="174" name="Google Shape;174;g381f0ee8e2a_1_0"/>
            <p:cNvSpPr/>
            <p:nvPr/>
          </p:nvSpPr>
          <p:spPr>
            <a:xfrm>
              <a:off x="1836374" y="3350147"/>
              <a:ext cx="1044300" cy="683400"/>
            </a:xfrm>
            <a:prstGeom prst="roundRect">
              <a:avLst>
                <a:gd name="adj" fmla="val 16667"/>
              </a:avLst>
            </a:prstGeom>
            <a:solidFill>
              <a:srgbClr val="9D2E2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Data collection</a:t>
              </a:r>
              <a:endParaRPr sz="1600" dirty="0">
                <a:solidFill>
                  <a:schemeClr val="lt1"/>
                </a:solidFill>
              </a:endParaRPr>
            </a:p>
          </p:txBody>
        </p:sp>
        <p:sp>
          <p:nvSpPr>
            <p:cNvPr id="175" name="Google Shape;175;g381f0ee8e2a_1_0"/>
            <p:cNvSpPr/>
            <p:nvPr/>
          </p:nvSpPr>
          <p:spPr>
            <a:xfrm>
              <a:off x="3070778" y="3350150"/>
              <a:ext cx="1088400" cy="683400"/>
            </a:xfrm>
            <a:prstGeom prst="roundRect">
              <a:avLst>
                <a:gd name="adj" fmla="val 16667"/>
              </a:avLst>
            </a:prstGeom>
            <a:solidFill>
              <a:srgbClr val="13467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GB" sz="1600" dirty="0">
                  <a:solidFill>
                    <a:schemeClr val="lt1"/>
                  </a:solidFill>
                </a:rPr>
                <a:t>Data</a:t>
              </a:r>
              <a:endParaRPr sz="1600" dirty="0">
                <a:solidFill>
                  <a:schemeClr val="lt1"/>
                </a:solidFill>
              </a:endParaRPr>
            </a:p>
            <a:p>
              <a:pPr algn="ctr"/>
              <a:r>
                <a:rPr lang="en-US" sz="1600" dirty="0">
                  <a:solidFill>
                    <a:schemeClr val="lt1"/>
                  </a:solidFill>
                </a:rPr>
                <a:t>tabulation</a:t>
              </a:r>
              <a:endParaRPr sz="1600" dirty="0">
                <a:solidFill>
                  <a:schemeClr val="lt1"/>
                </a:solidFill>
              </a:endParaRPr>
            </a:p>
          </p:txBody>
        </p:sp>
        <p:sp>
          <p:nvSpPr>
            <p:cNvPr id="163" name="Google Shape;163;g381f0ee8e2a_1_0"/>
            <p:cNvSpPr/>
            <p:nvPr/>
          </p:nvSpPr>
          <p:spPr>
            <a:xfrm>
              <a:off x="4349275" y="3366507"/>
              <a:ext cx="1044300" cy="683400"/>
            </a:xfrm>
            <a:prstGeom prst="roundRect">
              <a:avLst>
                <a:gd name="adj" fmla="val 16667"/>
              </a:avLst>
            </a:prstGeom>
            <a:solidFill>
              <a:srgbClr val="9DD0C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data</a:t>
              </a:r>
              <a:endParaRPr sz="1600" dirty="0">
                <a:solidFill>
                  <a:schemeClr val="lt1"/>
                </a:solidFill>
              </a:endParaRPr>
            </a:p>
          </p:txBody>
        </p:sp>
        <p:sp>
          <p:nvSpPr>
            <p:cNvPr id="167" name="Google Shape;167;g381f0ee8e2a_1_0"/>
            <p:cNvSpPr/>
            <p:nvPr/>
          </p:nvSpPr>
          <p:spPr>
            <a:xfrm>
              <a:off x="5583675" y="3366507"/>
              <a:ext cx="1044300" cy="683400"/>
            </a:xfrm>
            <a:prstGeom prst="roundRect">
              <a:avLst>
                <a:gd name="adj" fmla="val 16667"/>
              </a:avLst>
            </a:prstGeom>
            <a:solidFill>
              <a:srgbClr val="54347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results</a:t>
              </a:r>
              <a:endParaRPr sz="1600" dirty="0">
                <a:solidFill>
                  <a:schemeClr val="lt1"/>
                </a:solidFill>
              </a:endParaRPr>
            </a:p>
          </p:txBody>
        </p:sp>
        <p:sp>
          <p:nvSpPr>
            <p:cNvPr id="169" name="Google Shape;169;g381f0ee8e2a_1_0"/>
            <p:cNvSpPr/>
            <p:nvPr/>
          </p:nvSpPr>
          <p:spPr>
            <a:xfrm>
              <a:off x="6761478" y="3366500"/>
              <a:ext cx="1044300" cy="683400"/>
            </a:xfrm>
            <a:prstGeom prst="roundRect">
              <a:avLst>
                <a:gd name="adj" fmla="val 16667"/>
              </a:avLst>
            </a:prstGeom>
            <a:solidFill>
              <a:schemeClr val="accent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US" sz="1600" dirty="0">
                  <a:solidFill>
                    <a:schemeClr val="lt1"/>
                  </a:solidFill>
                </a:rPr>
                <a:t>Analysis outputs</a:t>
              </a:r>
              <a:endParaRPr sz="1600" dirty="0">
                <a:solidFill>
                  <a:schemeClr val="lt1"/>
                </a:solidFill>
              </a:endParaRPr>
            </a:p>
          </p:txBody>
        </p:sp>
        <p:cxnSp>
          <p:nvCxnSpPr>
            <p:cNvPr id="176" name="Google Shape;176;g381f0ee8e2a_1_0"/>
            <p:cNvCxnSpPr>
              <a:stCxn id="171" idx="2"/>
              <a:endCxn id="172" idx="2"/>
            </p:cNvCxnSpPr>
            <p:nvPr/>
          </p:nvCxnSpPr>
          <p:spPr>
            <a:xfrm rot="-5400000" flipH="1">
              <a:off x="4784732" y="372957"/>
              <a:ext cx="16200" cy="7337400"/>
            </a:xfrm>
            <a:prstGeom prst="bentConnector3">
              <a:avLst>
                <a:gd name="adj1" fmla="val 1570723"/>
              </a:avLst>
            </a:prstGeom>
            <a:noFill/>
            <a:ln w="28575" cap="flat" cmpd="sng">
              <a:solidFill>
                <a:schemeClr val="tx1"/>
              </a:solidFill>
              <a:prstDash val="solid"/>
              <a:round/>
              <a:headEnd type="none" w="med" len="med"/>
              <a:tailEnd type="stealth" w="med" len="med"/>
            </a:ln>
          </p:spPr>
        </p:cxnSp>
      </p:grpSp>
      <p:sp>
        <p:nvSpPr>
          <p:cNvPr id="177" name="Google Shape;177;g381f0ee8e2a_1_0"/>
          <p:cNvSpPr txBox="1">
            <a:spLocks noGrp="1"/>
          </p:cNvSpPr>
          <p:nvPr>
            <p:ph type="title"/>
          </p:nvPr>
        </p:nvSpPr>
        <p:spPr>
          <a:xfrm>
            <a:off x="988817" y="22281"/>
            <a:ext cx="10515600" cy="908400"/>
          </a:xfrm>
          <a:prstGeom prst="rect">
            <a:avLst/>
          </a:prstGeom>
        </p:spPr>
        <p:txBody>
          <a:bodyPr spcFirstLastPara="1" vert="horz" wrap="square" lIns="0" tIns="0" rIns="0" bIns="0" rtlCol="0" anchor="ctr" anchorCtr="0">
            <a:normAutofit/>
          </a:bodyPr>
          <a:lstStyle/>
          <a:p>
            <a:pPr>
              <a:spcBef>
                <a:spcPts val="0"/>
              </a:spcBef>
            </a:pPr>
            <a:r>
              <a:rPr lang="en-US" sz="2533" dirty="0"/>
              <a:t>Where Analysis Concepts fit</a:t>
            </a:r>
            <a:endParaRPr sz="2533" dirty="0"/>
          </a:p>
        </p:txBody>
      </p:sp>
      <p:pic>
        <p:nvPicPr>
          <p:cNvPr id="3" name="Picture 2">
            <a:extLst>
              <a:ext uri="{FF2B5EF4-FFF2-40B4-BE49-F238E27FC236}">
                <a16:creationId xmlns:a16="http://schemas.microsoft.com/office/drawing/2014/main" id="{7AD1C6FC-A94C-4E0C-B3E4-006230F0AA6E}"/>
              </a:ext>
            </a:extLst>
          </p:cNvPr>
          <p:cNvPicPr>
            <a:picLocks noChangeAspect="1"/>
          </p:cNvPicPr>
          <p:nvPr/>
        </p:nvPicPr>
        <p:blipFill>
          <a:blip r:embed="rId3"/>
          <a:stretch>
            <a:fillRect/>
          </a:stretch>
        </p:blipFill>
        <p:spPr>
          <a:xfrm>
            <a:off x="802643" y="2548839"/>
            <a:ext cx="1392400" cy="1589135"/>
          </a:xfrm>
          <a:prstGeom prst="rect">
            <a:avLst/>
          </a:prstGeom>
        </p:spPr>
      </p:pic>
      <p:pic>
        <p:nvPicPr>
          <p:cNvPr id="5" name="Picture 4">
            <a:extLst>
              <a:ext uri="{FF2B5EF4-FFF2-40B4-BE49-F238E27FC236}">
                <a16:creationId xmlns:a16="http://schemas.microsoft.com/office/drawing/2014/main" id="{790A4F9A-92AB-4ED1-B220-777B7913B5EF}"/>
              </a:ext>
            </a:extLst>
          </p:cNvPr>
          <p:cNvPicPr>
            <a:picLocks noChangeAspect="1"/>
          </p:cNvPicPr>
          <p:nvPr/>
        </p:nvPicPr>
        <p:blipFill>
          <a:blip r:embed="rId4"/>
          <a:stretch>
            <a:fillRect/>
          </a:stretch>
        </p:blipFill>
        <p:spPr>
          <a:xfrm>
            <a:off x="2448499" y="2527241"/>
            <a:ext cx="1391687" cy="1589135"/>
          </a:xfrm>
          <a:prstGeom prst="rect">
            <a:avLst/>
          </a:prstGeom>
        </p:spPr>
      </p:pic>
      <p:pic>
        <p:nvPicPr>
          <p:cNvPr id="7" name="Picture 6">
            <a:extLst>
              <a:ext uri="{FF2B5EF4-FFF2-40B4-BE49-F238E27FC236}">
                <a16:creationId xmlns:a16="http://schemas.microsoft.com/office/drawing/2014/main" id="{0EC35AA8-72C7-4E5F-BF04-8135C30DFD31}"/>
              </a:ext>
            </a:extLst>
          </p:cNvPr>
          <p:cNvPicPr>
            <a:picLocks noChangeAspect="1"/>
          </p:cNvPicPr>
          <p:nvPr/>
        </p:nvPicPr>
        <p:blipFill>
          <a:blip r:embed="rId5"/>
          <a:stretch>
            <a:fillRect/>
          </a:stretch>
        </p:blipFill>
        <p:spPr>
          <a:xfrm>
            <a:off x="4131183" y="2502399"/>
            <a:ext cx="1377575" cy="1572216"/>
          </a:xfrm>
          <a:prstGeom prst="rect">
            <a:avLst/>
          </a:prstGeom>
        </p:spPr>
      </p:pic>
      <p:pic>
        <p:nvPicPr>
          <p:cNvPr id="9" name="Picture 8">
            <a:extLst>
              <a:ext uri="{FF2B5EF4-FFF2-40B4-BE49-F238E27FC236}">
                <a16:creationId xmlns:a16="http://schemas.microsoft.com/office/drawing/2014/main" id="{86506BD4-B223-4E38-BD74-BBF1A3AD7283}"/>
              </a:ext>
            </a:extLst>
          </p:cNvPr>
          <p:cNvPicPr>
            <a:picLocks noChangeAspect="1"/>
          </p:cNvPicPr>
          <p:nvPr/>
        </p:nvPicPr>
        <p:blipFill>
          <a:blip r:embed="rId6"/>
          <a:stretch>
            <a:fillRect/>
          </a:stretch>
        </p:blipFill>
        <p:spPr>
          <a:xfrm>
            <a:off x="5798327" y="2500769"/>
            <a:ext cx="1379004" cy="1573847"/>
          </a:xfrm>
          <a:prstGeom prst="rect">
            <a:avLst/>
          </a:prstGeom>
        </p:spPr>
      </p:pic>
      <p:pic>
        <p:nvPicPr>
          <p:cNvPr id="11" name="Picture 10">
            <a:extLst>
              <a:ext uri="{FF2B5EF4-FFF2-40B4-BE49-F238E27FC236}">
                <a16:creationId xmlns:a16="http://schemas.microsoft.com/office/drawing/2014/main" id="{E0A4D458-A2D5-48B4-859A-D56D15476A44}"/>
              </a:ext>
            </a:extLst>
          </p:cNvPr>
          <p:cNvPicPr>
            <a:picLocks noChangeAspect="1"/>
          </p:cNvPicPr>
          <p:nvPr/>
        </p:nvPicPr>
        <p:blipFill>
          <a:blip r:embed="rId7"/>
          <a:stretch>
            <a:fillRect/>
          </a:stretch>
        </p:blipFill>
        <p:spPr>
          <a:xfrm>
            <a:off x="7458212" y="2500671"/>
            <a:ext cx="1379089" cy="1573944"/>
          </a:xfrm>
          <a:prstGeom prst="rect">
            <a:avLst/>
          </a:prstGeom>
        </p:spPr>
      </p:pic>
      <p:cxnSp>
        <p:nvCxnSpPr>
          <p:cNvPr id="48" name="Google Shape;176;g381f0ee8e2a_1_0">
            <a:extLst>
              <a:ext uri="{FF2B5EF4-FFF2-40B4-BE49-F238E27FC236}">
                <a16:creationId xmlns:a16="http://schemas.microsoft.com/office/drawing/2014/main" id="{4C83E601-FCAB-480A-82A3-834EE4093672}"/>
              </a:ext>
            </a:extLst>
          </p:cNvPr>
          <p:cNvCxnSpPr>
            <a:cxnSpLocks/>
            <a:stCxn id="3" idx="2"/>
            <a:endCxn id="171" idx="0"/>
          </p:cNvCxnSpPr>
          <p:nvPr/>
        </p:nvCxnSpPr>
        <p:spPr>
          <a:xfrm>
            <a:off x="1498843" y="4137974"/>
            <a:ext cx="0" cy="328903"/>
          </a:xfrm>
          <a:prstGeom prst="straightConnector1">
            <a:avLst/>
          </a:prstGeom>
          <a:noFill/>
          <a:ln w="28575" cap="flat" cmpd="sng">
            <a:solidFill>
              <a:schemeClr val="tx1"/>
            </a:solidFill>
            <a:prstDash val="solid"/>
            <a:round/>
            <a:headEnd type="none" w="med" len="med"/>
            <a:tailEnd type="stealth" w="med" len="med"/>
          </a:ln>
        </p:spPr>
      </p:cxnSp>
      <p:cxnSp>
        <p:nvCxnSpPr>
          <p:cNvPr id="55" name="Google Shape;176;g381f0ee8e2a_1_0">
            <a:extLst>
              <a:ext uri="{FF2B5EF4-FFF2-40B4-BE49-F238E27FC236}">
                <a16:creationId xmlns:a16="http://schemas.microsoft.com/office/drawing/2014/main" id="{2C33DAD4-9DC5-4E78-BA0F-633C35BF43A2}"/>
              </a:ext>
            </a:extLst>
          </p:cNvPr>
          <p:cNvCxnSpPr>
            <a:cxnSpLocks/>
            <a:stCxn id="5" idx="2"/>
            <a:endCxn id="174" idx="0"/>
          </p:cNvCxnSpPr>
          <p:nvPr/>
        </p:nvCxnSpPr>
        <p:spPr>
          <a:xfrm>
            <a:off x="3144343" y="4116375"/>
            <a:ext cx="356" cy="350488"/>
          </a:xfrm>
          <a:prstGeom prst="straightConnector1">
            <a:avLst/>
          </a:prstGeom>
          <a:noFill/>
          <a:ln w="28575" cap="flat" cmpd="sng">
            <a:solidFill>
              <a:schemeClr val="tx1"/>
            </a:solidFill>
            <a:prstDash val="solid"/>
            <a:round/>
            <a:headEnd type="none" w="med" len="med"/>
            <a:tailEnd type="stealth" w="med" len="med"/>
          </a:ln>
        </p:spPr>
      </p:cxnSp>
      <p:cxnSp>
        <p:nvCxnSpPr>
          <p:cNvPr id="58" name="Google Shape;176;g381f0ee8e2a_1_0">
            <a:extLst>
              <a:ext uri="{FF2B5EF4-FFF2-40B4-BE49-F238E27FC236}">
                <a16:creationId xmlns:a16="http://schemas.microsoft.com/office/drawing/2014/main" id="{EC225AF4-FFE5-4850-B2F7-541F8D33C05C}"/>
              </a:ext>
            </a:extLst>
          </p:cNvPr>
          <p:cNvCxnSpPr>
            <a:cxnSpLocks/>
            <a:stCxn id="7" idx="2"/>
            <a:endCxn id="175" idx="0"/>
          </p:cNvCxnSpPr>
          <p:nvPr/>
        </p:nvCxnSpPr>
        <p:spPr>
          <a:xfrm>
            <a:off x="4819971" y="4074615"/>
            <a:ext cx="0" cy="392252"/>
          </a:xfrm>
          <a:prstGeom prst="straightConnector1">
            <a:avLst/>
          </a:prstGeom>
          <a:noFill/>
          <a:ln w="28575" cap="flat" cmpd="sng">
            <a:solidFill>
              <a:schemeClr val="tx1"/>
            </a:solidFill>
            <a:prstDash val="solid"/>
            <a:round/>
            <a:headEnd type="none" w="med" len="med"/>
            <a:tailEnd type="stealth" w="med" len="med"/>
          </a:ln>
        </p:spPr>
      </p:cxnSp>
      <p:cxnSp>
        <p:nvCxnSpPr>
          <p:cNvPr id="66" name="Google Shape;176;g381f0ee8e2a_1_0">
            <a:extLst>
              <a:ext uri="{FF2B5EF4-FFF2-40B4-BE49-F238E27FC236}">
                <a16:creationId xmlns:a16="http://schemas.microsoft.com/office/drawing/2014/main" id="{F8EAECB3-522B-4FDC-AB3B-663924A547E0}"/>
              </a:ext>
            </a:extLst>
          </p:cNvPr>
          <p:cNvCxnSpPr>
            <a:cxnSpLocks/>
            <a:stCxn id="9" idx="2"/>
            <a:endCxn id="163" idx="0"/>
          </p:cNvCxnSpPr>
          <p:nvPr/>
        </p:nvCxnSpPr>
        <p:spPr>
          <a:xfrm>
            <a:off x="6487830" y="4074615"/>
            <a:ext cx="7404" cy="414061"/>
          </a:xfrm>
          <a:prstGeom prst="straightConnector1">
            <a:avLst/>
          </a:prstGeom>
          <a:noFill/>
          <a:ln w="28575" cap="flat" cmpd="sng">
            <a:solidFill>
              <a:schemeClr val="tx1"/>
            </a:solidFill>
            <a:prstDash val="solid"/>
            <a:round/>
            <a:headEnd type="none" w="med" len="med"/>
            <a:tailEnd type="stealth" w="med" len="med"/>
          </a:ln>
        </p:spPr>
      </p:cxnSp>
      <p:cxnSp>
        <p:nvCxnSpPr>
          <p:cNvPr id="74" name="Google Shape;176;g381f0ee8e2a_1_0">
            <a:extLst>
              <a:ext uri="{FF2B5EF4-FFF2-40B4-BE49-F238E27FC236}">
                <a16:creationId xmlns:a16="http://schemas.microsoft.com/office/drawing/2014/main" id="{018128C3-634A-4BC1-B7CD-219A739D6EB8}"/>
              </a:ext>
            </a:extLst>
          </p:cNvPr>
          <p:cNvCxnSpPr>
            <a:cxnSpLocks/>
            <a:stCxn id="11" idx="2"/>
            <a:endCxn id="167" idx="0"/>
          </p:cNvCxnSpPr>
          <p:nvPr/>
        </p:nvCxnSpPr>
        <p:spPr>
          <a:xfrm flipH="1">
            <a:off x="8141100" y="4074615"/>
            <a:ext cx="6656" cy="414061"/>
          </a:xfrm>
          <a:prstGeom prst="straightConnector1">
            <a:avLst/>
          </a:prstGeom>
          <a:noFill/>
          <a:ln w="28575" cap="flat" cmpd="sng">
            <a:solidFill>
              <a:schemeClr val="tx1"/>
            </a:solidFill>
            <a:prstDash val="solid"/>
            <a:round/>
            <a:headEnd type="none" w="med" len="med"/>
            <a:tailEnd type="stealth" w="med" len="med"/>
          </a:ln>
        </p:spPr>
      </p:cxnSp>
      <p:pic>
        <p:nvPicPr>
          <p:cNvPr id="61" name="Picture 60">
            <a:extLst>
              <a:ext uri="{FF2B5EF4-FFF2-40B4-BE49-F238E27FC236}">
                <a16:creationId xmlns:a16="http://schemas.microsoft.com/office/drawing/2014/main" id="{077E76F1-8E4D-45A0-9BCE-5D2CA50A421D}"/>
              </a:ext>
            </a:extLst>
          </p:cNvPr>
          <p:cNvPicPr>
            <a:picLocks noChangeAspect="1"/>
          </p:cNvPicPr>
          <p:nvPr/>
        </p:nvPicPr>
        <p:blipFill>
          <a:blip r:embed="rId8"/>
          <a:stretch>
            <a:fillRect/>
          </a:stretch>
        </p:blipFill>
        <p:spPr>
          <a:xfrm>
            <a:off x="2448501" y="759150"/>
            <a:ext cx="1392399" cy="1589135"/>
          </a:xfrm>
          <a:prstGeom prst="rect">
            <a:avLst/>
          </a:prstGeom>
        </p:spPr>
      </p:pic>
      <p:cxnSp>
        <p:nvCxnSpPr>
          <p:cNvPr id="89" name="Google Shape;176;g381f0ee8e2a_1_0">
            <a:extLst>
              <a:ext uri="{FF2B5EF4-FFF2-40B4-BE49-F238E27FC236}">
                <a16:creationId xmlns:a16="http://schemas.microsoft.com/office/drawing/2014/main" id="{FFBB290E-FC60-4FA5-8A61-3E88727ADBC0}"/>
              </a:ext>
            </a:extLst>
          </p:cNvPr>
          <p:cNvCxnSpPr>
            <a:cxnSpLocks/>
            <a:stCxn id="61" idx="2"/>
            <a:endCxn id="5" idx="0"/>
          </p:cNvCxnSpPr>
          <p:nvPr/>
        </p:nvCxnSpPr>
        <p:spPr>
          <a:xfrm flipH="1">
            <a:off x="3144343" y="2348285"/>
            <a:ext cx="357" cy="178956"/>
          </a:xfrm>
          <a:prstGeom prst="straightConnector1">
            <a:avLst/>
          </a:prstGeom>
          <a:noFill/>
          <a:ln w="28575" cap="flat" cmpd="sng">
            <a:solidFill>
              <a:schemeClr val="tx1"/>
            </a:solidFill>
            <a:prstDash val="solid"/>
            <a:round/>
            <a:headEnd type="none" w="med" len="med"/>
            <a:tailEnd type="stealth" w="med" len="med"/>
          </a:ln>
        </p:spPr>
      </p:cxnSp>
      <p:cxnSp>
        <p:nvCxnSpPr>
          <p:cNvPr id="92" name="Google Shape;176;g381f0ee8e2a_1_0">
            <a:extLst>
              <a:ext uri="{FF2B5EF4-FFF2-40B4-BE49-F238E27FC236}">
                <a16:creationId xmlns:a16="http://schemas.microsoft.com/office/drawing/2014/main" id="{86BB9AD0-B128-4B5B-BC7A-DB20D9465CF6}"/>
              </a:ext>
            </a:extLst>
          </p:cNvPr>
          <p:cNvCxnSpPr>
            <a:cxnSpLocks/>
            <a:stCxn id="61" idx="1"/>
            <a:endCxn id="3" idx="0"/>
          </p:cNvCxnSpPr>
          <p:nvPr/>
        </p:nvCxnSpPr>
        <p:spPr>
          <a:xfrm rot="10800000" flipV="1">
            <a:off x="1498845" y="1553717"/>
            <a:ext cx="949657" cy="995121"/>
          </a:xfrm>
          <a:prstGeom prst="bentConnector2">
            <a:avLst/>
          </a:prstGeom>
          <a:noFill/>
          <a:ln w="28575" cap="flat" cmpd="sng">
            <a:solidFill>
              <a:schemeClr val="tx1"/>
            </a:solidFill>
            <a:prstDash val="solid"/>
            <a:round/>
            <a:headEnd type="none" w="med" len="med"/>
            <a:tailEnd type="stealth" w="med" len="med"/>
          </a:ln>
        </p:spPr>
      </p:cxnSp>
      <p:cxnSp>
        <p:nvCxnSpPr>
          <p:cNvPr id="95" name="Google Shape;176;g381f0ee8e2a_1_0">
            <a:extLst>
              <a:ext uri="{FF2B5EF4-FFF2-40B4-BE49-F238E27FC236}">
                <a16:creationId xmlns:a16="http://schemas.microsoft.com/office/drawing/2014/main" id="{C244D12C-BB98-4810-ADAC-CFE17AB44BAE}"/>
              </a:ext>
            </a:extLst>
          </p:cNvPr>
          <p:cNvCxnSpPr>
            <a:cxnSpLocks/>
            <a:stCxn id="61" idx="3"/>
            <a:endCxn id="7" idx="0"/>
          </p:cNvCxnSpPr>
          <p:nvPr/>
        </p:nvCxnSpPr>
        <p:spPr>
          <a:xfrm>
            <a:off x="3840899" y="1553718"/>
            <a:ext cx="979072" cy="948681"/>
          </a:xfrm>
          <a:prstGeom prst="bentConnector2">
            <a:avLst/>
          </a:prstGeom>
          <a:noFill/>
          <a:ln w="28575" cap="flat" cmpd="sng">
            <a:solidFill>
              <a:schemeClr val="tx1"/>
            </a:solidFill>
            <a:prstDash val="solid"/>
            <a:round/>
            <a:headEnd type="none" w="med" len="med"/>
            <a:tailEnd type="stealth" w="med" len="med"/>
          </a:ln>
        </p:spPr>
      </p:cxnSp>
      <p:grpSp>
        <p:nvGrpSpPr>
          <p:cNvPr id="79" name="Group 78">
            <a:extLst>
              <a:ext uri="{FF2B5EF4-FFF2-40B4-BE49-F238E27FC236}">
                <a16:creationId xmlns:a16="http://schemas.microsoft.com/office/drawing/2014/main" id="{51823368-3E53-43EC-823D-21EDD6D4ED8B}"/>
              </a:ext>
            </a:extLst>
          </p:cNvPr>
          <p:cNvGrpSpPr/>
          <p:nvPr/>
        </p:nvGrpSpPr>
        <p:grpSpPr>
          <a:xfrm>
            <a:off x="9046139" y="1647392"/>
            <a:ext cx="2797628" cy="1443885"/>
            <a:chOff x="6686550" y="1286388"/>
            <a:chExt cx="2098221" cy="1082914"/>
          </a:xfrm>
        </p:grpSpPr>
        <p:sp>
          <p:nvSpPr>
            <p:cNvPr id="76" name="Oval 75">
              <a:extLst>
                <a:ext uri="{FF2B5EF4-FFF2-40B4-BE49-F238E27FC236}">
                  <a16:creationId xmlns:a16="http://schemas.microsoft.com/office/drawing/2014/main" id="{399C0668-D0DF-48EE-9054-9CAC5F54E29D}"/>
                </a:ext>
              </a:extLst>
            </p:cNvPr>
            <p:cNvSpPr/>
            <p:nvPr/>
          </p:nvSpPr>
          <p:spPr>
            <a:xfrm>
              <a:off x="6686550" y="1286388"/>
              <a:ext cx="2098221" cy="1082914"/>
            </a:xfrm>
            <a:prstGeom prst="ellipse">
              <a:avLst/>
            </a:prstGeom>
            <a:solidFill>
              <a:schemeClr val="tx1">
                <a:alpha val="60000"/>
              </a:schemeClr>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106" name="TextBox 105">
              <a:extLst>
                <a:ext uri="{FF2B5EF4-FFF2-40B4-BE49-F238E27FC236}">
                  <a16:creationId xmlns:a16="http://schemas.microsoft.com/office/drawing/2014/main" id="{C868F9BE-C4EB-4091-A396-85853D4A14A4}"/>
                </a:ext>
              </a:extLst>
            </p:cNvPr>
            <p:cNvSpPr txBox="1"/>
            <p:nvPr/>
          </p:nvSpPr>
          <p:spPr>
            <a:xfrm>
              <a:off x="6799089" y="1466815"/>
              <a:ext cx="1887731" cy="715725"/>
            </a:xfrm>
            <a:prstGeom prst="rect">
              <a:avLst/>
            </a:prstGeom>
            <a:noFill/>
          </p:spPr>
          <p:txBody>
            <a:bodyPr wrap="square">
              <a:spAutoFit/>
            </a:bodyPr>
            <a:lstStyle/>
            <a:p>
              <a:pPr algn="ctr"/>
              <a:r>
                <a:rPr lang="en-US" sz="1867" dirty="0">
                  <a:solidFill>
                    <a:schemeClr val="bg1"/>
                  </a:solidFill>
                </a:rPr>
                <a:t>What analysis is needed to answer the question? </a:t>
              </a:r>
              <a:endParaRPr lang="en-GB" sz="1867" dirty="0">
                <a:solidFill>
                  <a:schemeClr val="bg1"/>
                </a:solidFill>
              </a:endParaRPr>
            </a:p>
          </p:txBody>
        </p:sp>
      </p:grpSp>
      <p:grpSp>
        <p:nvGrpSpPr>
          <p:cNvPr id="108" name="Group 107">
            <a:extLst>
              <a:ext uri="{FF2B5EF4-FFF2-40B4-BE49-F238E27FC236}">
                <a16:creationId xmlns:a16="http://schemas.microsoft.com/office/drawing/2014/main" id="{C26912A4-CE3A-45B7-BC29-27902822DA95}"/>
              </a:ext>
            </a:extLst>
          </p:cNvPr>
          <p:cNvGrpSpPr/>
          <p:nvPr/>
        </p:nvGrpSpPr>
        <p:grpSpPr>
          <a:xfrm>
            <a:off x="6323537" y="785778"/>
            <a:ext cx="2797628" cy="1443885"/>
            <a:chOff x="6686550" y="1286388"/>
            <a:chExt cx="2098221" cy="1082914"/>
          </a:xfrm>
        </p:grpSpPr>
        <p:sp>
          <p:nvSpPr>
            <p:cNvPr id="109" name="Oval 108">
              <a:extLst>
                <a:ext uri="{FF2B5EF4-FFF2-40B4-BE49-F238E27FC236}">
                  <a16:creationId xmlns:a16="http://schemas.microsoft.com/office/drawing/2014/main" id="{75AE8084-CDF6-4B06-B1D9-DFB2335B8FCD}"/>
                </a:ext>
              </a:extLst>
            </p:cNvPr>
            <p:cNvSpPr/>
            <p:nvPr/>
          </p:nvSpPr>
          <p:spPr>
            <a:xfrm>
              <a:off x="6686550" y="1286388"/>
              <a:ext cx="2098221" cy="1082914"/>
            </a:xfrm>
            <a:prstGeom prst="ellipse">
              <a:avLst/>
            </a:prstGeom>
            <a:solidFill>
              <a:schemeClr val="tx1">
                <a:alpha val="60000"/>
              </a:schemeClr>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110" name="TextBox 109">
              <a:extLst>
                <a:ext uri="{FF2B5EF4-FFF2-40B4-BE49-F238E27FC236}">
                  <a16:creationId xmlns:a16="http://schemas.microsoft.com/office/drawing/2014/main" id="{C476A640-D90F-4562-8E26-90C3D26D0DC7}"/>
                </a:ext>
              </a:extLst>
            </p:cNvPr>
            <p:cNvSpPr txBox="1"/>
            <p:nvPr/>
          </p:nvSpPr>
          <p:spPr>
            <a:xfrm>
              <a:off x="6799089" y="1466815"/>
              <a:ext cx="1887731" cy="715725"/>
            </a:xfrm>
            <a:prstGeom prst="rect">
              <a:avLst/>
            </a:prstGeom>
            <a:noFill/>
          </p:spPr>
          <p:txBody>
            <a:bodyPr wrap="square">
              <a:spAutoFit/>
            </a:bodyPr>
            <a:lstStyle/>
            <a:p>
              <a:pPr algn="ctr"/>
              <a:r>
                <a:rPr lang="en-US" sz="1867" dirty="0">
                  <a:solidFill>
                    <a:schemeClr val="bg1"/>
                  </a:solidFill>
                </a:rPr>
                <a:t>What needs to be derived to support the analysis? </a:t>
              </a:r>
              <a:endParaRPr lang="en-GB" sz="1867" dirty="0">
                <a:solidFill>
                  <a:schemeClr val="bg1"/>
                </a:solidFill>
              </a:endParaRPr>
            </a:p>
          </p:txBody>
        </p:sp>
      </p:grpSp>
      <p:sp>
        <p:nvSpPr>
          <p:cNvPr id="112" name="Arrow: Bent 111">
            <a:extLst>
              <a:ext uri="{FF2B5EF4-FFF2-40B4-BE49-F238E27FC236}">
                <a16:creationId xmlns:a16="http://schemas.microsoft.com/office/drawing/2014/main" id="{419D0C6F-0022-43C5-A2C0-DC8E95FAFE46}"/>
              </a:ext>
            </a:extLst>
          </p:cNvPr>
          <p:cNvSpPr/>
          <p:nvPr/>
        </p:nvSpPr>
        <p:spPr>
          <a:xfrm rot="16200000" flipH="1">
            <a:off x="6964735" y="2574985"/>
            <a:ext cx="2308100" cy="1854705"/>
          </a:xfrm>
          <a:prstGeom prst="bentArrow">
            <a:avLst>
              <a:gd name="adj1" fmla="val 4997"/>
              <a:gd name="adj2" fmla="val 7002"/>
              <a:gd name="adj3" fmla="val 12506"/>
              <a:gd name="adj4" fmla="val 43750"/>
            </a:avLst>
          </a:prstGeom>
          <a:solidFill>
            <a:schemeClr val="accent1">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endParaRPr>
          </a:p>
        </p:txBody>
      </p:sp>
      <p:sp>
        <p:nvSpPr>
          <p:cNvPr id="138" name="Arrow: Bent 137">
            <a:extLst>
              <a:ext uri="{FF2B5EF4-FFF2-40B4-BE49-F238E27FC236}">
                <a16:creationId xmlns:a16="http://schemas.microsoft.com/office/drawing/2014/main" id="{724C9AEF-CDC7-4C4D-9A6D-15556BE021EE}"/>
              </a:ext>
            </a:extLst>
          </p:cNvPr>
          <p:cNvSpPr/>
          <p:nvPr/>
        </p:nvSpPr>
        <p:spPr>
          <a:xfrm rot="16200000" flipH="1">
            <a:off x="4347292" y="2680148"/>
            <a:ext cx="3183691" cy="768797"/>
          </a:xfrm>
          <a:prstGeom prst="bentArrow">
            <a:avLst>
              <a:gd name="adj1" fmla="val 12078"/>
              <a:gd name="adj2" fmla="val 15498"/>
              <a:gd name="adj3" fmla="val 32329"/>
              <a:gd name="adj4" fmla="val 43750"/>
            </a:avLst>
          </a:prstGeom>
          <a:solidFill>
            <a:schemeClr val="accent1">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endParaRPr>
          </a:p>
        </p:txBody>
      </p:sp>
      <p:sp>
        <p:nvSpPr>
          <p:cNvPr id="114" name="Rectangle 113">
            <a:extLst>
              <a:ext uri="{FF2B5EF4-FFF2-40B4-BE49-F238E27FC236}">
                <a16:creationId xmlns:a16="http://schemas.microsoft.com/office/drawing/2014/main" id="{16406CA6-7E4F-4B4E-A497-4DE2A6A83C08}"/>
              </a:ext>
            </a:extLst>
          </p:cNvPr>
          <p:cNvSpPr/>
          <p:nvPr/>
        </p:nvSpPr>
        <p:spPr>
          <a:xfrm>
            <a:off x="9764114" y="1076406"/>
            <a:ext cx="1894141" cy="755111"/>
          </a:xfrm>
          <a:prstGeom prst="rect">
            <a:avLst/>
          </a:prstGeom>
          <a:solidFill>
            <a:schemeClr val="accent3"/>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33" b="1" dirty="0"/>
              <a:t>Analysis Concepts</a:t>
            </a:r>
          </a:p>
        </p:txBody>
      </p:sp>
      <p:sp>
        <p:nvSpPr>
          <p:cNvPr id="140" name="Rectangle 139">
            <a:extLst>
              <a:ext uri="{FF2B5EF4-FFF2-40B4-BE49-F238E27FC236}">
                <a16:creationId xmlns:a16="http://schemas.microsoft.com/office/drawing/2014/main" id="{C21C357F-1211-4209-9A78-36295CE55B40}"/>
              </a:ext>
            </a:extLst>
          </p:cNvPr>
          <p:cNvSpPr/>
          <p:nvPr/>
        </p:nvSpPr>
        <p:spPr>
          <a:xfrm>
            <a:off x="7377075" y="223310"/>
            <a:ext cx="1894141" cy="755111"/>
          </a:xfrm>
          <a:prstGeom prst="rect">
            <a:avLst/>
          </a:prstGeom>
          <a:solidFill>
            <a:schemeClr val="accent3"/>
          </a:solid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33" b="1" dirty="0"/>
              <a:t>Derivation Concepts</a:t>
            </a:r>
          </a:p>
        </p:txBody>
      </p:sp>
    </p:spTree>
    <p:extLst>
      <p:ext uri="{BB962C8B-B14F-4D97-AF65-F5344CB8AC3E}">
        <p14:creationId xmlns:p14="http://schemas.microsoft.com/office/powerpoint/2010/main" val="1009817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animBg="1"/>
      <p:bldP spid="138" grpId="0" animBg="1"/>
      <p:bldP spid="114" grpId="0" animBg="1"/>
      <p:bldP spid="14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7e86ecc977_0_1"/>
          <p:cNvSpPr txBox="1">
            <a:spLocks noGrp="1"/>
          </p:cNvSpPr>
          <p:nvPr>
            <p:ph type="title"/>
          </p:nvPr>
        </p:nvSpPr>
        <p:spPr>
          <a:xfrm>
            <a:off x="1089067" y="0"/>
            <a:ext cx="10515600" cy="1325600"/>
          </a:xfrm>
          <a:prstGeom prst="rect">
            <a:avLst/>
          </a:prstGeom>
        </p:spPr>
        <p:txBody>
          <a:bodyPr spcFirstLastPara="1" vert="horz" wrap="square" lIns="0" tIns="0" rIns="0" bIns="0" rtlCol="0" anchor="ctr" anchorCtr="0">
            <a:normAutofit/>
          </a:bodyPr>
          <a:lstStyle/>
          <a:p>
            <a:pPr>
              <a:spcBef>
                <a:spcPts val="0"/>
              </a:spcBef>
            </a:pPr>
            <a:r>
              <a:rPr lang="en-US" dirty="0"/>
              <a:t>Standards Use-Cases</a:t>
            </a:r>
            <a:endParaRPr dirty="0"/>
          </a:p>
        </p:txBody>
      </p:sp>
      <p:sp>
        <p:nvSpPr>
          <p:cNvPr id="184" name="Google Shape;184;g37e86ecc977_0_1"/>
          <p:cNvSpPr txBox="1">
            <a:spLocks noGrp="1"/>
          </p:cNvSpPr>
          <p:nvPr>
            <p:ph type="body" idx="1"/>
          </p:nvPr>
        </p:nvSpPr>
        <p:spPr>
          <a:xfrm>
            <a:off x="1089067" y="1325600"/>
            <a:ext cx="3321600" cy="4694400"/>
          </a:xfrm>
          <a:prstGeom prst="rect">
            <a:avLst/>
          </a:prstGeom>
          <a:solidFill>
            <a:srgbClr val="DFEEEC"/>
          </a:solidFill>
        </p:spPr>
        <p:txBody>
          <a:bodyPr spcFirstLastPara="1" vert="horz" wrap="square" lIns="0" tIns="0" rIns="0" bIns="0" rtlCol="0" anchor="t" anchorCtr="0">
            <a:noAutofit/>
          </a:bodyPr>
          <a:lstStyle/>
          <a:p>
            <a:pPr marL="0" indent="0" algn="ctr">
              <a:lnSpc>
                <a:spcPct val="115000"/>
              </a:lnSpc>
              <a:spcBef>
                <a:spcPts val="1067"/>
              </a:spcBef>
              <a:spcAft>
                <a:spcPts val="0"/>
              </a:spcAft>
              <a:buNone/>
            </a:pPr>
            <a:r>
              <a:rPr lang="en-US" sz="2200" b="1" dirty="0">
                <a:solidFill>
                  <a:srgbClr val="172B4D"/>
                </a:solidFill>
                <a:highlight>
                  <a:srgbClr val="DFEEEC"/>
                </a:highlight>
                <a:latin typeface="Roboto"/>
                <a:ea typeface="Roboto"/>
                <a:cs typeface="Roboto"/>
                <a:sym typeface="Roboto"/>
              </a:rPr>
              <a:t>Use Case 1: Accelerating Study Start-Up</a:t>
            </a:r>
            <a:endParaRPr sz="2200" b="1" dirty="0">
              <a:solidFill>
                <a:srgbClr val="172B4D"/>
              </a:solidFill>
              <a:highlight>
                <a:srgbClr val="DFEEEC"/>
              </a:highlight>
              <a:latin typeface="Roboto"/>
              <a:ea typeface="Roboto"/>
              <a:cs typeface="Roboto"/>
              <a:sym typeface="Roboto"/>
            </a:endParaRPr>
          </a:p>
          <a:p>
            <a:pPr marL="0" indent="0">
              <a:lnSpc>
                <a:spcPct val="115000"/>
              </a:lnSpc>
              <a:spcBef>
                <a:spcPts val="1067"/>
              </a:spcBef>
              <a:spcAft>
                <a:spcPts val="0"/>
              </a:spcAft>
              <a:buNone/>
            </a:pPr>
            <a:endParaRPr lang="en-US" sz="1333" b="1" dirty="0">
              <a:solidFill>
                <a:srgbClr val="172B4D"/>
              </a:solidFill>
              <a:highlight>
                <a:srgbClr val="DFEEEC"/>
              </a:highlight>
              <a:latin typeface="Roboto"/>
              <a:ea typeface="Roboto"/>
              <a:cs typeface="Roboto"/>
              <a:sym typeface="Roboto"/>
            </a:endParaRPr>
          </a:p>
          <a:p>
            <a:pPr marL="0" indent="0">
              <a:lnSpc>
                <a:spcPct val="115000"/>
              </a:lnSpc>
              <a:spcBef>
                <a:spcPts val="1067"/>
              </a:spcBef>
              <a:spcAft>
                <a:spcPts val="0"/>
              </a:spcAft>
              <a:buNone/>
            </a:pPr>
            <a:r>
              <a:rPr lang="en-US" sz="2067" b="1" dirty="0">
                <a:solidFill>
                  <a:srgbClr val="172B4D"/>
                </a:solidFill>
                <a:highlight>
                  <a:srgbClr val="DFEEEC"/>
                </a:highlight>
                <a:latin typeface="Roboto"/>
                <a:ea typeface="Roboto"/>
                <a:cs typeface="Roboto"/>
                <a:sym typeface="Roboto"/>
              </a:rPr>
              <a:t>As a</a:t>
            </a:r>
            <a:r>
              <a:rPr lang="en-US" sz="2067" dirty="0">
                <a:solidFill>
                  <a:srgbClr val="172B4D"/>
                </a:solidFill>
                <a:highlight>
                  <a:srgbClr val="DFEEEC"/>
                </a:highlight>
                <a:latin typeface="Roboto"/>
                <a:ea typeface="Roboto"/>
                <a:cs typeface="Roboto"/>
                <a:sym typeface="Roboto"/>
              </a:rPr>
              <a:t> study statistician,</a:t>
            </a:r>
            <a:br>
              <a:rPr lang="en-US" sz="2067" dirty="0">
                <a:solidFill>
                  <a:srgbClr val="172B4D"/>
                </a:solidFill>
                <a:highlight>
                  <a:srgbClr val="DFEEEC"/>
                </a:highlight>
                <a:latin typeface="Roboto"/>
                <a:ea typeface="Roboto"/>
                <a:cs typeface="Roboto"/>
                <a:sym typeface="Roboto"/>
              </a:rPr>
            </a:br>
            <a:r>
              <a:rPr lang="en-US" sz="2067" b="1" dirty="0">
                <a:solidFill>
                  <a:srgbClr val="172B4D"/>
                </a:solidFill>
                <a:highlight>
                  <a:srgbClr val="DFEEEC"/>
                </a:highlight>
                <a:latin typeface="Roboto"/>
                <a:ea typeface="Roboto"/>
                <a:cs typeface="Roboto"/>
                <a:sym typeface="Roboto"/>
              </a:rPr>
              <a:t>I want to</a:t>
            </a:r>
            <a:r>
              <a:rPr lang="en-US" sz="2067" dirty="0">
                <a:solidFill>
                  <a:srgbClr val="172B4D"/>
                </a:solidFill>
                <a:highlight>
                  <a:srgbClr val="DFEEEC"/>
                </a:highlight>
                <a:latin typeface="Roboto"/>
                <a:ea typeface="Roboto"/>
                <a:cs typeface="Roboto"/>
                <a:sym typeface="Roboto"/>
              </a:rPr>
              <a:t> select from a library of Analysis Concepts</a:t>
            </a:r>
            <a:br>
              <a:rPr lang="en-US" sz="2067" dirty="0">
                <a:solidFill>
                  <a:srgbClr val="172B4D"/>
                </a:solidFill>
                <a:highlight>
                  <a:srgbClr val="DFEEEC"/>
                </a:highlight>
                <a:latin typeface="Roboto"/>
                <a:ea typeface="Roboto"/>
                <a:cs typeface="Roboto"/>
                <a:sym typeface="Roboto"/>
              </a:rPr>
            </a:br>
            <a:r>
              <a:rPr lang="en-US" sz="2067" b="1" dirty="0">
                <a:solidFill>
                  <a:srgbClr val="172B4D"/>
                </a:solidFill>
                <a:highlight>
                  <a:srgbClr val="DFEEEC"/>
                </a:highlight>
                <a:latin typeface="Roboto"/>
                <a:ea typeface="Roboto"/>
                <a:cs typeface="Roboto"/>
                <a:sym typeface="Roboto"/>
              </a:rPr>
              <a:t>so that I can</a:t>
            </a:r>
            <a:r>
              <a:rPr lang="en-US" sz="2067" dirty="0">
                <a:solidFill>
                  <a:srgbClr val="172B4D"/>
                </a:solidFill>
                <a:highlight>
                  <a:srgbClr val="DFEEEC"/>
                </a:highlight>
                <a:latin typeface="Roboto"/>
                <a:ea typeface="Roboto"/>
                <a:cs typeface="Roboto"/>
                <a:sym typeface="Roboto"/>
              </a:rPr>
              <a:t> quickly draft the digital Statistical Analysis Plan (SAP) and identify needed datasets and variables.</a:t>
            </a:r>
            <a:endParaRPr sz="2067" dirty="0">
              <a:solidFill>
                <a:srgbClr val="172B4D"/>
              </a:solidFill>
              <a:highlight>
                <a:srgbClr val="DFEEEC"/>
              </a:highlight>
              <a:latin typeface="Roboto"/>
              <a:ea typeface="Roboto"/>
              <a:cs typeface="Roboto"/>
              <a:sym typeface="Roboto"/>
            </a:endParaRPr>
          </a:p>
          <a:p>
            <a:pPr marL="0" indent="0">
              <a:lnSpc>
                <a:spcPct val="115000"/>
              </a:lnSpc>
              <a:spcBef>
                <a:spcPts val="1067"/>
              </a:spcBef>
              <a:spcAft>
                <a:spcPts val="0"/>
              </a:spcAft>
              <a:buNone/>
            </a:pPr>
            <a:endParaRPr sz="2067" dirty="0">
              <a:solidFill>
                <a:srgbClr val="172B4D"/>
              </a:solidFill>
              <a:highlight>
                <a:srgbClr val="FFFFFF"/>
              </a:highlight>
              <a:latin typeface="Roboto"/>
              <a:ea typeface="Roboto"/>
              <a:cs typeface="Roboto"/>
              <a:sym typeface="Roboto"/>
            </a:endParaRPr>
          </a:p>
          <a:p>
            <a:pPr marL="0" indent="0">
              <a:lnSpc>
                <a:spcPct val="115000"/>
              </a:lnSpc>
              <a:spcBef>
                <a:spcPts val="1067"/>
              </a:spcBef>
              <a:spcAft>
                <a:spcPts val="0"/>
              </a:spcAft>
              <a:buNone/>
            </a:pPr>
            <a:endParaRPr sz="3067" dirty="0"/>
          </a:p>
        </p:txBody>
      </p:sp>
      <p:sp>
        <p:nvSpPr>
          <p:cNvPr id="185" name="Google Shape;185;g37e86ecc977_0_1"/>
          <p:cNvSpPr txBox="1">
            <a:spLocks noGrp="1"/>
          </p:cNvSpPr>
          <p:nvPr>
            <p:ph type="body" idx="1"/>
          </p:nvPr>
        </p:nvSpPr>
        <p:spPr>
          <a:xfrm>
            <a:off x="8411377" y="1325600"/>
            <a:ext cx="3546096" cy="4694400"/>
          </a:xfrm>
          <a:prstGeom prst="rect">
            <a:avLst/>
          </a:prstGeom>
          <a:solidFill>
            <a:srgbClr val="CCCCCC"/>
          </a:solidFill>
        </p:spPr>
        <p:txBody>
          <a:bodyPr spcFirstLastPara="1" vert="horz" wrap="square" lIns="0" tIns="0" rIns="0" bIns="0" rtlCol="0" anchor="t" anchorCtr="0">
            <a:noAutofit/>
          </a:bodyPr>
          <a:lstStyle/>
          <a:p>
            <a:pPr marL="0" indent="0" algn="ctr">
              <a:lnSpc>
                <a:spcPct val="115000"/>
              </a:lnSpc>
              <a:spcBef>
                <a:spcPts val="1067"/>
              </a:spcBef>
              <a:spcAft>
                <a:spcPts val="0"/>
              </a:spcAft>
              <a:buNone/>
            </a:pPr>
            <a:r>
              <a:rPr lang="en-US" sz="2200" b="1" dirty="0">
                <a:solidFill>
                  <a:srgbClr val="172B4D"/>
                </a:solidFill>
                <a:highlight>
                  <a:srgbClr val="CCCCCC"/>
                </a:highlight>
                <a:latin typeface="Roboto"/>
                <a:ea typeface="Roboto"/>
                <a:cs typeface="Roboto"/>
                <a:sym typeface="Roboto"/>
              </a:rPr>
              <a:t>Use Case 3: Automating Standard Analyses Across Studies</a:t>
            </a:r>
            <a:endParaRPr sz="2200" b="1" dirty="0">
              <a:solidFill>
                <a:srgbClr val="172B4D"/>
              </a:solidFill>
              <a:highlight>
                <a:srgbClr val="CCCCCC"/>
              </a:highlight>
              <a:latin typeface="Roboto"/>
              <a:ea typeface="Roboto"/>
              <a:cs typeface="Roboto"/>
              <a:sym typeface="Roboto"/>
            </a:endParaRPr>
          </a:p>
          <a:p>
            <a:pPr marL="0" indent="0">
              <a:lnSpc>
                <a:spcPct val="115000"/>
              </a:lnSpc>
              <a:spcBef>
                <a:spcPts val="1067"/>
              </a:spcBef>
              <a:spcAft>
                <a:spcPts val="0"/>
              </a:spcAft>
              <a:buNone/>
            </a:pPr>
            <a:r>
              <a:rPr lang="en-US" sz="2067" b="1" dirty="0">
                <a:solidFill>
                  <a:srgbClr val="172B4D"/>
                </a:solidFill>
                <a:highlight>
                  <a:srgbClr val="CCCCCC"/>
                </a:highlight>
                <a:latin typeface="Roboto"/>
                <a:ea typeface="Roboto"/>
                <a:cs typeface="Roboto"/>
                <a:sym typeface="Roboto"/>
              </a:rPr>
              <a:t>As a</a:t>
            </a:r>
            <a:r>
              <a:rPr lang="en-US" sz="2067" dirty="0">
                <a:solidFill>
                  <a:srgbClr val="172B4D"/>
                </a:solidFill>
                <a:highlight>
                  <a:srgbClr val="CCCCCC"/>
                </a:highlight>
                <a:latin typeface="Roboto"/>
                <a:ea typeface="Roboto"/>
                <a:cs typeface="Roboto"/>
                <a:sym typeface="Roboto"/>
              </a:rPr>
              <a:t> statistical programmer,</a:t>
            </a:r>
            <a:br>
              <a:rPr lang="en-US" sz="2067" dirty="0">
                <a:solidFill>
                  <a:srgbClr val="172B4D"/>
                </a:solidFill>
                <a:highlight>
                  <a:srgbClr val="CCCCCC"/>
                </a:highlight>
                <a:latin typeface="Roboto"/>
                <a:ea typeface="Roboto"/>
                <a:cs typeface="Roboto"/>
                <a:sym typeface="Roboto"/>
              </a:rPr>
            </a:br>
            <a:r>
              <a:rPr lang="en-US" sz="2067" b="1" dirty="0">
                <a:solidFill>
                  <a:srgbClr val="172B4D"/>
                </a:solidFill>
                <a:highlight>
                  <a:srgbClr val="CCCCCC"/>
                </a:highlight>
                <a:latin typeface="Roboto"/>
                <a:ea typeface="Roboto"/>
                <a:cs typeface="Roboto"/>
                <a:sym typeface="Roboto"/>
              </a:rPr>
              <a:t>I want to</a:t>
            </a:r>
            <a:r>
              <a:rPr lang="en-US" sz="2067" dirty="0">
                <a:solidFill>
                  <a:srgbClr val="172B4D"/>
                </a:solidFill>
                <a:highlight>
                  <a:srgbClr val="CCCCCC"/>
                </a:highlight>
                <a:latin typeface="Roboto"/>
                <a:ea typeface="Roboto"/>
                <a:cs typeface="Roboto"/>
                <a:sym typeface="Roboto"/>
              </a:rPr>
              <a:t> use pre-defined Analysis Concepts</a:t>
            </a:r>
            <a:br>
              <a:rPr lang="en-US" sz="2067" dirty="0">
                <a:solidFill>
                  <a:srgbClr val="172B4D"/>
                </a:solidFill>
                <a:highlight>
                  <a:srgbClr val="CCCCCC"/>
                </a:highlight>
                <a:latin typeface="Roboto"/>
                <a:ea typeface="Roboto"/>
                <a:cs typeface="Roboto"/>
                <a:sym typeface="Roboto"/>
              </a:rPr>
            </a:br>
            <a:r>
              <a:rPr lang="en-US" sz="2067" b="1" dirty="0">
                <a:solidFill>
                  <a:srgbClr val="172B4D"/>
                </a:solidFill>
                <a:highlight>
                  <a:srgbClr val="CCCCCC"/>
                </a:highlight>
                <a:latin typeface="Roboto"/>
                <a:ea typeface="Roboto"/>
                <a:cs typeface="Roboto"/>
                <a:sym typeface="Roboto"/>
              </a:rPr>
              <a:t>so that I can</a:t>
            </a:r>
            <a:r>
              <a:rPr lang="en-US" sz="2067" dirty="0">
                <a:solidFill>
                  <a:srgbClr val="172B4D"/>
                </a:solidFill>
                <a:highlight>
                  <a:srgbClr val="CCCCCC"/>
                </a:highlight>
                <a:latin typeface="Roboto"/>
                <a:ea typeface="Roboto"/>
                <a:cs typeface="Roboto"/>
                <a:sym typeface="Roboto"/>
              </a:rPr>
              <a:t> automate the generation of standard TFLs across studies without recreating logic each time.</a:t>
            </a:r>
            <a:endParaRPr sz="2067" dirty="0">
              <a:solidFill>
                <a:srgbClr val="172B4D"/>
              </a:solidFill>
              <a:highlight>
                <a:srgbClr val="CCCCCC"/>
              </a:highlight>
              <a:latin typeface="Roboto"/>
              <a:ea typeface="Roboto"/>
              <a:cs typeface="Roboto"/>
              <a:sym typeface="Roboto"/>
            </a:endParaRPr>
          </a:p>
          <a:p>
            <a:pPr marL="0" indent="0">
              <a:lnSpc>
                <a:spcPct val="115000"/>
              </a:lnSpc>
              <a:spcBef>
                <a:spcPts val="1067"/>
              </a:spcBef>
              <a:spcAft>
                <a:spcPts val="0"/>
              </a:spcAft>
              <a:buNone/>
            </a:pPr>
            <a:endParaRPr sz="3067" dirty="0"/>
          </a:p>
        </p:txBody>
      </p:sp>
      <p:sp>
        <p:nvSpPr>
          <p:cNvPr id="186" name="Google Shape;186;g37e86ecc977_0_1"/>
          <p:cNvSpPr txBox="1">
            <a:spLocks noGrp="1"/>
          </p:cNvSpPr>
          <p:nvPr>
            <p:ph type="body" idx="1"/>
          </p:nvPr>
        </p:nvSpPr>
        <p:spPr>
          <a:xfrm>
            <a:off x="4763473" y="1325600"/>
            <a:ext cx="3321600" cy="4694400"/>
          </a:xfrm>
          <a:prstGeom prst="rect">
            <a:avLst/>
          </a:prstGeom>
          <a:solidFill>
            <a:srgbClr val="FFF2CC"/>
          </a:solidFill>
        </p:spPr>
        <p:txBody>
          <a:bodyPr spcFirstLastPara="1" vert="horz" wrap="square" lIns="0" tIns="0" rIns="0" bIns="0" rtlCol="0" anchor="t" anchorCtr="0">
            <a:noAutofit/>
          </a:bodyPr>
          <a:lstStyle/>
          <a:p>
            <a:pPr marL="0" indent="0" algn="ctr">
              <a:lnSpc>
                <a:spcPct val="115000"/>
              </a:lnSpc>
              <a:spcBef>
                <a:spcPts val="1067"/>
              </a:spcBef>
              <a:spcAft>
                <a:spcPts val="0"/>
              </a:spcAft>
              <a:buNone/>
            </a:pPr>
            <a:r>
              <a:rPr lang="en-US" sz="2200" b="1" dirty="0">
                <a:solidFill>
                  <a:srgbClr val="172B4D"/>
                </a:solidFill>
                <a:highlight>
                  <a:srgbClr val="FFF2CC"/>
                </a:highlight>
                <a:latin typeface="Roboto"/>
                <a:ea typeface="Roboto"/>
                <a:cs typeface="Roboto"/>
                <a:sym typeface="Roboto"/>
              </a:rPr>
              <a:t>Use Case 2: Enabling Metadata-Driven Automation</a:t>
            </a:r>
            <a:endParaRPr sz="2200" b="1" dirty="0">
              <a:solidFill>
                <a:srgbClr val="172B4D"/>
              </a:solidFill>
              <a:highlight>
                <a:srgbClr val="FFF2CC"/>
              </a:highlight>
              <a:latin typeface="Roboto"/>
              <a:ea typeface="Roboto"/>
              <a:cs typeface="Roboto"/>
              <a:sym typeface="Roboto"/>
            </a:endParaRPr>
          </a:p>
          <a:p>
            <a:pPr marL="0" indent="0">
              <a:lnSpc>
                <a:spcPct val="115000"/>
              </a:lnSpc>
              <a:spcBef>
                <a:spcPts val="1067"/>
              </a:spcBef>
              <a:spcAft>
                <a:spcPts val="0"/>
              </a:spcAft>
              <a:buNone/>
            </a:pPr>
            <a:r>
              <a:rPr lang="en-US" sz="2067" b="1" dirty="0">
                <a:solidFill>
                  <a:srgbClr val="172B4D"/>
                </a:solidFill>
                <a:highlight>
                  <a:srgbClr val="FFF2CC"/>
                </a:highlight>
                <a:latin typeface="Roboto"/>
                <a:ea typeface="Roboto"/>
                <a:cs typeface="Roboto"/>
                <a:sym typeface="Roboto"/>
              </a:rPr>
              <a:t>As a</a:t>
            </a:r>
            <a:r>
              <a:rPr lang="en-US" sz="2067" dirty="0">
                <a:solidFill>
                  <a:srgbClr val="172B4D"/>
                </a:solidFill>
                <a:highlight>
                  <a:srgbClr val="FFF2CC"/>
                </a:highlight>
                <a:latin typeface="Roboto"/>
                <a:ea typeface="Roboto"/>
                <a:cs typeface="Roboto"/>
                <a:sym typeface="Roboto"/>
              </a:rPr>
              <a:t> clinical data standards expert, </a:t>
            </a:r>
            <a:r>
              <a:rPr lang="en-US" sz="2067" b="1" dirty="0">
                <a:solidFill>
                  <a:srgbClr val="172B4D"/>
                </a:solidFill>
                <a:highlight>
                  <a:srgbClr val="FFF2CC"/>
                </a:highlight>
                <a:latin typeface="Roboto"/>
                <a:ea typeface="Roboto"/>
                <a:cs typeface="Roboto"/>
                <a:sym typeface="Roboto"/>
              </a:rPr>
              <a:t>I want to</a:t>
            </a:r>
            <a:r>
              <a:rPr lang="en-US" sz="2067" dirty="0">
                <a:solidFill>
                  <a:srgbClr val="172B4D"/>
                </a:solidFill>
                <a:highlight>
                  <a:srgbClr val="FFF2CC"/>
                </a:highlight>
                <a:latin typeface="Roboto"/>
                <a:ea typeface="Roboto"/>
                <a:cs typeface="Roboto"/>
                <a:sym typeface="Roboto"/>
              </a:rPr>
              <a:t> build a structured repository of Analysis Concepts</a:t>
            </a:r>
            <a:br>
              <a:rPr lang="en-US" sz="2067" dirty="0">
                <a:solidFill>
                  <a:srgbClr val="172B4D"/>
                </a:solidFill>
                <a:highlight>
                  <a:srgbClr val="FFF2CC"/>
                </a:highlight>
                <a:latin typeface="Roboto"/>
                <a:ea typeface="Roboto"/>
                <a:cs typeface="Roboto"/>
                <a:sym typeface="Roboto"/>
              </a:rPr>
            </a:br>
            <a:r>
              <a:rPr lang="en-US" sz="2067" b="1" dirty="0">
                <a:solidFill>
                  <a:srgbClr val="172B4D"/>
                </a:solidFill>
                <a:highlight>
                  <a:srgbClr val="FFF2CC"/>
                </a:highlight>
                <a:latin typeface="Roboto"/>
                <a:ea typeface="Roboto"/>
                <a:cs typeface="Roboto"/>
                <a:sym typeface="Roboto"/>
              </a:rPr>
              <a:t>so that</a:t>
            </a:r>
            <a:r>
              <a:rPr lang="en-US" sz="2067" dirty="0">
                <a:solidFill>
                  <a:srgbClr val="172B4D"/>
                </a:solidFill>
                <a:highlight>
                  <a:srgbClr val="FFF2CC"/>
                </a:highlight>
                <a:latin typeface="Roboto"/>
                <a:ea typeface="Roboto"/>
                <a:cs typeface="Roboto"/>
                <a:sym typeface="Roboto"/>
              </a:rPr>
              <a:t> downstream automation tools (e.g., TFL code generators, validation scripts) can use them as inputs.</a:t>
            </a:r>
            <a:endParaRPr sz="3067" dirty="0">
              <a:highlight>
                <a:srgbClr val="FFF2CC"/>
              </a:highlight>
            </a:endParaRPr>
          </a:p>
        </p:txBody>
      </p:sp>
      <p:sp>
        <p:nvSpPr>
          <p:cNvPr id="6" name="Google Shape;155;g381f0ee8e2a_1_0">
            <a:extLst>
              <a:ext uri="{FF2B5EF4-FFF2-40B4-BE49-F238E27FC236}">
                <a16:creationId xmlns:a16="http://schemas.microsoft.com/office/drawing/2014/main" id="{7AF52C52-FFF4-49CF-9044-7AE28ACAB823}"/>
              </a:ext>
            </a:extLst>
          </p:cNvPr>
          <p:cNvSpPr txBox="1">
            <a:spLocks noGrp="1"/>
          </p:cNvSpPr>
          <p:nvPr>
            <p:ph type="sldNum" idx="12"/>
          </p:nvPr>
        </p:nvSpPr>
        <p:spPr>
          <a:xfrm>
            <a:off x="11174027" y="6360835"/>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13</a:t>
            </a:fld>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3311D-A4D1-D1E0-1F35-1E25B657ADA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EA49B5-70E2-A11C-77D1-DD2DE25EFB8E}"/>
              </a:ext>
            </a:extLst>
          </p:cNvPr>
          <p:cNvSpPr>
            <a:spLocks noGrp="1"/>
          </p:cNvSpPr>
          <p:nvPr>
            <p:ph sz="half" idx="2"/>
          </p:nvPr>
        </p:nvSpPr>
        <p:spPr/>
        <p:txBody>
          <a:bodyPr/>
          <a:lstStyle/>
          <a:p>
            <a:r>
              <a:rPr lang="en-US" dirty="0"/>
              <a:t>Work in progress</a:t>
            </a:r>
          </a:p>
        </p:txBody>
      </p:sp>
      <p:sp>
        <p:nvSpPr>
          <p:cNvPr id="3" name="Title 2">
            <a:extLst>
              <a:ext uri="{FF2B5EF4-FFF2-40B4-BE49-F238E27FC236}">
                <a16:creationId xmlns:a16="http://schemas.microsoft.com/office/drawing/2014/main" id="{78938E0C-6D5B-1EF6-B712-FAC4936B3F06}"/>
              </a:ext>
            </a:extLst>
          </p:cNvPr>
          <p:cNvSpPr>
            <a:spLocks noGrp="1"/>
          </p:cNvSpPr>
          <p:nvPr>
            <p:ph type="title"/>
          </p:nvPr>
        </p:nvSpPr>
        <p:spPr/>
        <p:txBody>
          <a:bodyPr/>
          <a:lstStyle/>
          <a:p>
            <a:r>
              <a:rPr lang="en-US" dirty="0"/>
              <a:t>The AC/DC Framework</a:t>
            </a:r>
          </a:p>
        </p:txBody>
      </p:sp>
    </p:spTree>
    <p:extLst>
      <p:ext uri="{BB962C8B-B14F-4D97-AF65-F5344CB8AC3E}">
        <p14:creationId xmlns:p14="http://schemas.microsoft.com/office/powerpoint/2010/main" val="2615066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1"/>
          <p:cNvSpPr txBox="1">
            <a:spLocks noGrp="1"/>
          </p:cNvSpPr>
          <p:nvPr>
            <p:ph type="title"/>
          </p:nvPr>
        </p:nvSpPr>
        <p:spPr>
          <a:xfrm>
            <a:off x="925032" y="-132316"/>
            <a:ext cx="10515600" cy="1325563"/>
          </a:xfrm>
          <a:prstGeom prst="rect">
            <a:avLst/>
          </a:prstGeom>
          <a:noFill/>
          <a:ln>
            <a:noFill/>
          </a:ln>
        </p:spPr>
        <p:txBody>
          <a:bodyPr spcFirstLastPara="1" vert="horz" wrap="square" lIns="0" tIns="0" rIns="0" bIns="0" rtlCol="0" anchor="ctr" anchorCtr="0">
            <a:normAutofit/>
          </a:bodyPr>
          <a:lstStyle/>
          <a:p>
            <a:pPr>
              <a:spcBef>
                <a:spcPts val="0"/>
              </a:spcBef>
              <a:buClr>
                <a:schemeClr val="dk1"/>
              </a:buClr>
              <a:buSzPts val="2400"/>
            </a:pPr>
            <a:r>
              <a:rPr lang="en-US" dirty="0"/>
              <a:t>Today's specification of analysis</a:t>
            </a:r>
            <a:endParaRPr b="0" dirty="0">
              <a:solidFill>
                <a:srgbClr val="000000"/>
              </a:solidFill>
            </a:endParaRPr>
          </a:p>
        </p:txBody>
      </p:sp>
      <p:sp>
        <p:nvSpPr>
          <p:cNvPr id="267" name="Google Shape;267;p21"/>
          <p:cNvSpPr txBox="1">
            <a:spLocks noGrp="1"/>
          </p:cNvSpPr>
          <p:nvPr>
            <p:ph type="body" idx="1"/>
          </p:nvPr>
        </p:nvSpPr>
        <p:spPr>
          <a:xfrm>
            <a:off x="984719" y="1193248"/>
            <a:ext cx="4386178" cy="4695297"/>
          </a:xfrm>
          <a:prstGeom prst="rect">
            <a:avLst/>
          </a:prstGeom>
          <a:noFill/>
          <a:ln>
            <a:noFill/>
          </a:ln>
        </p:spPr>
        <p:txBody>
          <a:bodyPr spcFirstLastPara="1" vert="horz" wrap="square" lIns="0" tIns="0" rIns="0" bIns="0" rtlCol="0" anchor="t" anchorCtr="0">
            <a:normAutofit/>
          </a:bodyPr>
          <a:lstStyle/>
          <a:p>
            <a:pPr>
              <a:lnSpc>
                <a:spcPct val="90000"/>
              </a:lnSpc>
              <a:spcBef>
                <a:spcPts val="0"/>
              </a:spcBef>
              <a:spcAft>
                <a:spcPts val="0"/>
              </a:spcAft>
              <a:buClr>
                <a:schemeClr val="dk1"/>
              </a:buClr>
              <a:buSzPts val="1400"/>
            </a:pPr>
            <a:r>
              <a:rPr lang="en-US" sz="2133" dirty="0"/>
              <a:t>Written in plain text</a:t>
            </a:r>
            <a:endParaRPr lang="en-US" sz="2667" dirty="0"/>
          </a:p>
          <a:p>
            <a:pPr marL="685130" lvl="1" indent="-227953">
              <a:lnSpc>
                <a:spcPct val="90000"/>
              </a:lnSpc>
              <a:spcBef>
                <a:spcPts val="500"/>
              </a:spcBef>
              <a:spcAft>
                <a:spcPts val="0"/>
              </a:spcAft>
              <a:buClr>
                <a:schemeClr val="dk1"/>
              </a:buClr>
              <a:buSzPts val="1200"/>
              <a:buFont typeface="Courier New"/>
              <a:buChar char="o"/>
            </a:pPr>
            <a:r>
              <a:rPr lang="en-US" sz="1800" dirty="0"/>
              <a:t>Not machine readable</a:t>
            </a:r>
          </a:p>
          <a:p>
            <a:pPr>
              <a:lnSpc>
                <a:spcPct val="90000"/>
              </a:lnSpc>
              <a:spcBef>
                <a:spcPts val="1000"/>
              </a:spcBef>
              <a:spcAft>
                <a:spcPts val="0"/>
              </a:spcAft>
              <a:buClr>
                <a:schemeClr val="dk1"/>
              </a:buClr>
              <a:buSzPts val="1400"/>
            </a:pPr>
            <a:r>
              <a:rPr lang="en-US" sz="2133" dirty="0"/>
              <a:t>Some details are left out</a:t>
            </a:r>
            <a:endParaRPr lang="en-US" sz="2667" dirty="0"/>
          </a:p>
          <a:p>
            <a:pPr marL="685130" lvl="1" indent="-227953">
              <a:lnSpc>
                <a:spcPct val="90000"/>
              </a:lnSpc>
              <a:spcBef>
                <a:spcPts val="500"/>
              </a:spcBef>
              <a:spcAft>
                <a:spcPts val="0"/>
              </a:spcAft>
              <a:buClr>
                <a:schemeClr val="dk1"/>
              </a:buClr>
              <a:buSzPts val="1200"/>
              <a:buFont typeface="Courier New"/>
              <a:buChar char="o"/>
            </a:pPr>
            <a:r>
              <a:rPr lang="en-US" sz="1800" dirty="0"/>
              <a:t>Often (at best) retrievable from the analysis executable program/define.xml</a:t>
            </a:r>
            <a:endParaRPr sz="1800" dirty="0"/>
          </a:p>
          <a:p>
            <a:pPr marL="685130" lvl="1" indent="-227953">
              <a:lnSpc>
                <a:spcPct val="90000"/>
              </a:lnSpc>
              <a:spcBef>
                <a:spcPts val="500"/>
              </a:spcBef>
              <a:spcAft>
                <a:spcPts val="0"/>
              </a:spcAft>
              <a:buClr>
                <a:schemeClr val="dk1"/>
              </a:buClr>
              <a:buSzPts val="1200"/>
              <a:buFont typeface="Courier New"/>
              <a:buChar char="o"/>
            </a:pPr>
            <a:r>
              <a:rPr lang="en-US" sz="1800" dirty="0"/>
              <a:t>Reason why regulators require programs to be submitted</a:t>
            </a:r>
            <a:endParaRPr sz="1800" dirty="0"/>
          </a:p>
          <a:p>
            <a:pPr>
              <a:lnSpc>
                <a:spcPct val="90000"/>
              </a:lnSpc>
              <a:spcBef>
                <a:spcPts val="1000"/>
              </a:spcBef>
              <a:spcAft>
                <a:spcPts val="0"/>
              </a:spcAft>
              <a:buClr>
                <a:schemeClr val="dk1"/>
              </a:buClr>
              <a:buSzPts val="1400"/>
            </a:pPr>
            <a:r>
              <a:rPr lang="en-US" sz="2133" dirty="0"/>
              <a:t>Specifications are not always software agnostic</a:t>
            </a:r>
            <a:endParaRPr sz="2667" dirty="0"/>
          </a:p>
          <a:p>
            <a:pPr marL="685130" lvl="1" indent="-227953">
              <a:lnSpc>
                <a:spcPct val="90000"/>
              </a:lnSpc>
              <a:spcBef>
                <a:spcPts val="500"/>
              </a:spcBef>
              <a:spcAft>
                <a:spcPts val="0"/>
              </a:spcAft>
              <a:buClr>
                <a:schemeClr val="dk1"/>
              </a:buClr>
              <a:buSzPts val="1200"/>
              <a:buFont typeface="Courier New"/>
              <a:buChar char="o"/>
            </a:pPr>
            <a:r>
              <a:rPr lang="en-US" sz="1800" dirty="0"/>
              <a:t>SAS versus R syntax</a:t>
            </a:r>
            <a:endParaRPr sz="1800" dirty="0"/>
          </a:p>
          <a:p>
            <a:pPr marL="685130" lvl="1" indent="-227953">
              <a:lnSpc>
                <a:spcPct val="90000"/>
              </a:lnSpc>
              <a:spcBef>
                <a:spcPts val="500"/>
              </a:spcBef>
              <a:spcAft>
                <a:spcPts val="0"/>
              </a:spcAft>
              <a:buClr>
                <a:schemeClr val="dk1"/>
              </a:buClr>
              <a:buSzPts val="1200"/>
              <a:buFont typeface="Courier New"/>
              <a:buChar char="o"/>
            </a:pPr>
            <a:r>
              <a:rPr lang="en-US" sz="1800" dirty="0"/>
              <a:t>Different set of options</a:t>
            </a:r>
            <a:endParaRPr sz="1800" dirty="0"/>
          </a:p>
          <a:p>
            <a:pPr marL="0" indent="0">
              <a:lnSpc>
                <a:spcPct val="90000"/>
              </a:lnSpc>
              <a:spcBef>
                <a:spcPts val="1000"/>
              </a:spcBef>
              <a:spcAft>
                <a:spcPts val="0"/>
              </a:spcAft>
              <a:buClr>
                <a:schemeClr val="dk1"/>
              </a:buClr>
              <a:buSzPts val="1400"/>
              <a:buNone/>
            </a:pPr>
            <a:endParaRPr sz="1867" dirty="0"/>
          </a:p>
        </p:txBody>
      </p:sp>
      <p:sp>
        <p:nvSpPr>
          <p:cNvPr id="2" name="Google Shape;314;p24">
            <a:extLst>
              <a:ext uri="{FF2B5EF4-FFF2-40B4-BE49-F238E27FC236}">
                <a16:creationId xmlns:a16="http://schemas.microsoft.com/office/drawing/2014/main" id="{DF705FB2-62FF-725E-0FF3-60C6CEF3ECF0}"/>
              </a:ext>
            </a:extLst>
          </p:cNvPr>
          <p:cNvSpPr txBox="1">
            <a:spLocks/>
          </p:cNvSpPr>
          <p:nvPr/>
        </p:nvSpPr>
        <p:spPr>
          <a:xfrm>
            <a:off x="3333509" y="6356351"/>
            <a:ext cx="6234896" cy="36512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n-US"/>
            </a:defPPr>
            <a:lvl1pPr marL="0" marR="0" lvl="0" algn="ctr" defTabSz="914400" rtl="0" eaLnBrk="1" latinLnBrk="0" hangingPunct="1">
              <a:lnSpc>
                <a:spcPct val="100000"/>
              </a:lnSpc>
              <a:spcBef>
                <a:spcPts val="0"/>
              </a:spcBef>
              <a:spcAft>
                <a:spcPts val="0"/>
              </a:spcAft>
              <a:buClr>
                <a:srgbClr val="000000"/>
              </a:buClr>
              <a:buSzPts val="1400"/>
              <a:buFont typeface="Arial"/>
              <a:buNone/>
              <a:defRPr sz="800" b="1" i="0" u="none" strike="noStrike" kern="1200" cap="none">
                <a:solidFill>
                  <a:schemeClr val="dk1"/>
                </a:solidFill>
                <a:latin typeface="Arial"/>
                <a:ea typeface="Arial"/>
                <a:cs typeface="Arial"/>
                <a:sym typeface="Arial"/>
              </a:defRPr>
            </a:lvl1pPr>
            <a:lvl2pPr marL="457200" marR="0" lvl="1"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2pPr>
            <a:lvl3pPr marL="914400" marR="0" lvl="2"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3pPr>
            <a:lvl4pPr marL="1371600" marR="0" lvl="3"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4pPr>
            <a:lvl5pPr marL="1828800" marR="0" lvl="4"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5pPr>
            <a:lvl6pPr marL="2286000" marR="0" lvl="5"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6pPr>
            <a:lvl7pPr marL="2743200" marR="0" lvl="6"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7pPr>
            <a:lvl8pPr marL="3200400" marR="0" lvl="7"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8pPr>
            <a:lvl9pPr marL="3657600" marR="0" lvl="8"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9pPr>
          </a:lstStyle>
          <a:p>
            <a:r>
              <a:rPr lang="en-US" sz="1067"/>
              <a:t>#ClearDataClearImpact</a:t>
            </a:r>
            <a:endParaRPr lang="en-US" sz="1067" dirty="0"/>
          </a:p>
        </p:txBody>
      </p:sp>
      <p:graphicFrame>
        <p:nvGraphicFramePr>
          <p:cNvPr id="3" name="Table 2">
            <a:extLst>
              <a:ext uri="{FF2B5EF4-FFF2-40B4-BE49-F238E27FC236}">
                <a16:creationId xmlns:a16="http://schemas.microsoft.com/office/drawing/2014/main" id="{CD3CDD11-8BB7-E9CD-4EA9-D43733D220E0}"/>
              </a:ext>
            </a:extLst>
          </p:cNvPr>
          <p:cNvGraphicFramePr>
            <a:graphicFrameLocks noGrp="1"/>
          </p:cNvGraphicFramePr>
          <p:nvPr/>
        </p:nvGraphicFramePr>
        <p:xfrm>
          <a:off x="5775962" y="1170128"/>
          <a:ext cx="5724357" cy="4517744"/>
        </p:xfrm>
        <a:graphic>
          <a:graphicData uri="http://schemas.openxmlformats.org/drawingml/2006/table">
            <a:tbl>
              <a:tblPr firstRow="1" bandRow="1">
                <a:tableStyleId>{6E25E649-3F16-4E02-A733-19D2CDBF48F0}</a:tableStyleId>
              </a:tblPr>
              <a:tblGrid>
                <a:gridCol w="5724357">
                  <a:extLst>
                    <a:ext uri="{9D8B030D-6E8A-4147-A177-3AD203B41FA5}">
                      <a16:colId xmlns:a16="http://schemas.microsoft.com/office/drawing/2014/main" val="3564928874"/>
                    </a:ext>
                  </a:extLst>
                </a:gridCol>
              </a:tblGrid>
              <a:tr h="620312">
                <a:tc>
                  <a:txBody>
                    <a:bodyPr/>
                    <a:lstStyle/>
                    <a:p>
                      <a:r>
                        <a:rPr lang="en-US" sz="2100" dirty="0"/>
                        <a:t>Primary analysis from CDISC pilot study</a:t>
                      </a:r>
                    </a:p>
                  </a:txBody>
                  <a:tcPr anchor="ctr"/>
                </a:tc>
                <a:extLst>
                  <a:ext uri="{0D108BD9-81ED-4DB2-BD59-A6C34878D82A}">
                    <a16:rowId xmlns:a16="http://schemas.microsoft.com/office/drawing/2014/main" val="1077626640"/>
                  </a:ext>
                </a:extLst>
              </a:tr>
              <a:tr h="948024">
                <a:tc>
                  <a:txBody>
                    <a:bodyPr/>
                    <a:lstStyle/>
                    <a:p>
                      <a:r>
                        <a:rPr lang="en-US" sz="1500" dirty="0"/>
                        <a:t>The primary analysis of the ADAS-Cog (11) at Week 24 will use the efficacy population with LOCF imputation for any missing values at Week 24.</a:t>
                      </a:r>
                    </a:p>
                  </a:txBody>
                  <a:tcPr anchor="ctr"/>
                </a:tc>
                <a:extLst>
                  <a:ext uri="{0D108BD9-81ED-4DB2-BD59-A6C34878D82A}">
                    <a16:rowId xmlns:a16="http://schemas.microsoft.com/office/drawing/2014/main" val="2089282140"/>
                  </a:ext>
                </a:extLst>
              </a:tr>
              <a:tr h="2001384">
                <a:tc>
                  <a:txBody>
                    <a:bodyPr/>
                    <a:lstStyle/>
                    <a:p>
                      <a:r>
                        <a:rPr lang="en-US" sz="1500" dirty="0"/>
                        <a:t>An ANCOVA model will be used with the baseline score, site, and treatment included as independent variables.</a:t>
                      </a:r>
                    </a:p>
                    <a:p>
                      <a:endParaRPr lang="en-US" sz="1500" dirty="0"/>
                    </a:p>
                    <a:p>
                      <a:r>
                        <a:rPr lang="en-US" sz="1500" dirty="0"/>
                        <a:t>Treatment will be included as a continuous variable, and results for a test of dose response will be produced.</a:t>
                      </a:r>
                    </a:p>
                    <a:p>
                      <a:endParaRPr lang="en-US" sz="1500" dirty="0"/>
                    </a:p>
                    <a:p>
                      <a:r>
                        <a:rPr lang="en-US" sz="1500" dirty="0"/>
                        <a:t>Interaction terms will not be investigated.</a:t>
                      </a:r>
                    </a:p>
                  </a:txBody>
                  <a:tcPr anchor="ctr"/>
                </a:tc>
                <a:extLst>
                  <a:ext uri="{0D108BD9-81ED-4DB2-BD59-A6C34878D82A}">
                    <a16:rowId xmlns:a16="http://schemas.microsoft.com/office/drawing/2014/main" val="1551253641"/>
                  </a:ext>
                </a:extLst>
              </a:tr>
              <a:tr h="948024">
                <a:tc>
                  <a:txBody>
                    <a:bodyPr/>
                    <a:lstStyle/>
                    <a:p>
                      <a:r>
                        <a:rPr lang="en-US" sz="1500" dirty="0"/>
                        <a:t>If the test for dose response is statistically significant, pairwise comparisons among the 3 groups will be performed and evaluated at a significance level of 0.05.</a:t>
                      </a:r>
                    </a:p>
                  </a:txBody>
                  <a:tcPr anchor="ctr">
                    <a:lnB w="12700" cap="flat" cmpd="sng" algn="ctr">
                      <a:noFill/>
                      <a:prstDash val="solid"/>
                      <a:round/>
                      <a:headEnd type="none" w="med" len="med"/>
                      <a:tailEnd type="none" w="med" len="med"/>
                    </a:lnB>
                  </a:tcPr>
                </a:tc>
                <a:extLst>
                  <a:ext uri="{0D108BD9-81ED-4DB2-BD59-A6C34878D82A}">
                    <a16:rowId xmlns:a16="http://schemas.microsoft.com/office/drawing/2014/main" val="177886103"/>
                  </a:ext>
                </a:extLst>
              </a:tr>
            </a:tbl>
          </a:graphicData>
        </a:graphic>
      </p:graphicFrame>
      <p:sp>
        <p:nvSpPr>
          <p:cNvPr id="6" name="Google Shape;155;g381f0ee8e2a_1_0">
            <a:extLst>
              <a:ext uri="{FF2B5EF4-FFF2-40B4-BE49-F238E27FC236}">
                <a16:creationId xmlns:a16="http://schemas.microsoft.com/office/drawing/2014/main" id="{1CF0194B-4B9F-4B75-97F6-D684043AA0A7}"/>
              </a:ext>
            </a:extLst>
          </p:cNvPr>
          <p:cNvSpPr txBox="1">
            <a:spLocks noGrp="1"/>
          </p:cNvSpPr>
          <p:nvPr>
            <p:ph type="sldNum" idx="12"/>
          </p:nvPr>
        </p:nvSpPr>
        <p:spPr>
          <a:xfrm>
            <a:off x="11174027" y="6360835"/>
            <a:ext cx="408400" cy="365200"/>
          </a:xfrm>
          <a:prstGeom prst="rect">
            <a:avLst/>
          </a:prstGeom>
        </p:spPr>
        <p:txBody>
          <a:bodyPr spcFirstLastPara="1" vert="horz" wrap="square" lIns="0" tIns="0" rIns="0" bIns="0" rtlCol="0" anchor="ctr" anchorCtr="0">
            <a:noAutofit/>
          </a:bodyPr>
          <a:lstStyle/>
          <a:p>
            <a:pPr>
              <a:buClr>
                <a:srgbClr val="000000"/>
              </a:buClr>
            </a:pPr>
            <a:fld id="{00000000-1234-1234-1234-123412341234}" type="slidenum">
              <a:rPr lang="en-US"/>
              <a:pPr>
                <a:buClr>
                  <a:srgbClr val="000000"/>
                </a:buClr>
              </a:pPr>
              <a:t>15</a:t>
            </a:fld>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24759-68F3-972A-DC01-D4C3D67FF4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F690E9-5567-FAA9-A427-78DDB1C38EDD}"/>
              </a:ext>
            </a:extLst>
          </p:cNvPr>
          <p:cNvSpPr>
            <a:spLocks noGrp="1"/>
          </p:cNvSpPr>
          <p:nvPr>
            <p:ph type="title"/>
          </p:nvPr>
        </p:nvSpPr>
        <p:spPr/>
        <p:txBody>
          <a:bodyPr/>
          <a:lstStyle/>
          <a:p>
            <a:r>
              <a:rPr lang="en-US" dirty="0"/>
              <a:t>Proposed 5-Layer Architecture</a:t>
            </a:r>
          </a:p>
        </p:txBody>
      </p:sp>
      <p:pic>
        <p:nvPicPr>
          <p:cNvPr id="4" name="Picture 3">
            <a:extLst>
              <a:ext uri="{FF2B5EF4-FFF2-40B4-BE49-F238E27FC236}">
                <a16:creationId xmlns:a16="http://schemas.microsoft.com/office/drawing/2014/main" id="{659DEC15-C0A8-D609-F3CC-E0543713398E}"/>
              </a:ext>
            </a:extLst>
          </p:cNvPr>
          <p:cNvPicPr>
            <a:picLocks noChangeAspect="1"/>
          </p:cNvPicPr>
          <p:nvPr/>
        </p:nvPicPr>
        <p:blipFill>
          <a:blip r:embed="rId2"/>
          <a:stretch>
            <a:fillRect/>
          </a:stretch>
        </p:blipFill>
        <p:spPr>
          <a:xfrm>
            <a:off x="2216414" y="1648231"/>
            <a:ext cx="7772400" cy="4293058"/>
          </a:xfrm>
          <a:prstGeom prst="rect">
            <a:avLst/>
          </a:prstGeom>
        </p:spPr>
      </p:pic>
    </p:spTree>
    <p:extLst>
      <p:ext uri="{BB962C8B-B14F-4D97-AF65-F5344CB8AC3E}">
        <p14:creationId xmlns:p14="http://schemas.microsoft.com/office/powerpoint/2010/main" val="2212707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3"/>
          <p:cNvSpPr txBox="1">
            <a:spLocks noGrp="1"/>
          </p:cNvSpPr>
          <p:nvPr>
            <p:ph type="title"/>
          </p:nvPr>
        </p:nvSpPr>
        <p:spPr>
          <a:xfrm>
            <a:off x="1066800" y="0"/>
            <a:ext cx="10515600" cy="1325563"/>
          </a:xfrm>
          <a:prstGeom prst="rect">
            <a:avLst/>
          </a:prstGeom>
          <a:noFill/>
          <a:ln>
            <a:noFill/>
          </a:ln>
        </p:spPr>
        <p:txBody>
          <a:bodyPr spcFirstLastPara="1" vert="horz" wrap="square" lIns="0" tIns="0" rIns="0" bIns="0" rtlCol="0" anchor="ctr" anchorCtr="0">
            <a:normAutofit/>
          </a:bodyPr>
          <a:lstStyle/>
          <a:p>
            <a:pPr>
              <a:spcBef>
                <a:spcPts val="0"/>
              </a:spcBef>
              <a:buClr>
                <a:schemeClr val="dk1"/>
              </a:buClr>
              <a:buSzPts val="2400"/>
            </a:pPr>
            <a:r>
              <a:rPr lang="en-US" dirty="0"/>
              <a:t>Layer 1: Human-readable analysis descriptions</a:t>
            </a:r>
            <a:endParaRPr dirty="0"/>
          </a:p>
        </p:txBody>
      </p:sp>
      <p:sp>
        <p:nvSpPr>
          <p:cNvPr id="284" name="Google Shape;284;p23"/>
          <p:cNvSpPr txBox="1">
            <a:spLocks noGrp="1"/>
          </p:cNvSpPr>
          <p:nvPr>
            <p:ph type="sldNum" idx="12"/>
          </p:nvPr>
        </p:nvSpPr>
        <p:spPr>
          <a:xfrm>
            <a:off x="11174027" y="6356351"/>
            <a:ext cx="408373" cy="365125"/>
          </a:xfrm>
          <a:prstGeom prst="rect">
            <a:avLst/>
          </a:prstGeom>
          <a:noFill/>
          <a:ln>
            <a:noFill/>
          </a:ln>
        </p:spPr>
        <p:txBody>
          <a:bodyPr spcFirstLastPara="1" vert="horz" wrap="square" lIns="0" tIns="0" rIns="0" bIns="0" rtlCol="0" anchor="ctr" anchorCtr="0">
            <a:noAutofit/>
          </a:bodyPr>
          <a:lstStyle/>
          <a:p>
            <a:fld id="{00000000-1234-1234-1234-123412341234}" type="slidenum">
              <a:rPr lang="en-US">
                <a:solidFill>
                  <a:srgbClr val="134678"/>
                </a:solidFill>
                <a:latin typeface="Arial"/>
                <a:ea typeface="Arial"/>
                <a:cs typeface="Arial"/>
                <a:sym typeface="Arial"/>
              </a:rPr>
              <a:pPr/>
              <a:t>17</a:t>
            </a:fld>
            <a:endParaRPr>
              <a:solidFill>
                <a:srgbClr val="134678"/>
              </a:solidFill>
              <a:latin typeface="Arial"/>
              <a:ea typeface="Arial"/>
              <a:cs typeface="Arial"/>
              <a:sym typeface="Arial"/>
            </a:endParaRPr>
          </a:p>
        </p:txBody>
      </p:sp>
      <p:pic>
        <p:nvPicPr>
          <p:cNvPr id="286" name="Google Shape;286;p23" descr="A screenshot of a computer&#10;&#10;AI-generated content may be incorrect."/>
          <p:cNvPicPr preferRelativeResize="0"/>
          <p:nvPr/>
        </p:nvPicPr>
        <p:blipFill rotWithShape="1">
          <a:blip r:embed="rId3">
            <a:alphaModFix/>
          </a:blip>
          <a:srcRect/>
          <a:stretch/>
        </p:blipFill>
        <p:spPr>
          <a:xfrm>
            <a:off x="4233395" y="3696554"/>
            <a:ext cx="7144819" cy="2553604"/>
          </a:xfrm>
          <a:prstGeom prst="rect">
            <a:avLst/>
          </a:prstGeom>
          <a:no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pic>
      <p:grpSp>
        <p:nvGrpSpPr>
          <p:cNvPr id="287" name="Google Shape;287;p23"/>
          <p:cNvGrpSpPr/>
          <p:nvPr/>
        </p:nvGrpSpPr>
        <p:grpSpPr>
          <a:xfrm>
            <a:off x="1271412" y="1467256"/>
            <a:ext cx="10106376" cy="1949312"/>
            <a:chOff x="837957" y="1952605"/>
            <a:chExt cx="7579782" cy="1461984"/>
          </a:xfrm>
        </p:grpSpPr>
        <p:sp>
          <p:nvSpPr>
            <p:cNvPr id="288" name="Google Shape;288;p23"/>
            <p:cNvSpPr txBox="1"/>
            <p:nvPr/>
          </p:nvSpPr>
          <p:spPr>
            <a:xfrm>
              <a:off x="1774660" y="2581488"/>
              <a:ext cx="6643079" cy="507791"/>
            </a:xfrm>
            <a:prstGeom prst="rect">
              <a:avLst/>
            </a:prstGeom>
            <a:noFill/>
            <a:ln>
              <a:noFill/>
            </a:ln>
          </p:spPr>
          <p:txBody>
            <a:bodyPr spcFirstLastPara="1" wrap="square" lIns="121900" tIns="60933" rIns="121900" bIns="60933" anchor="t" anchorCtr="0">
              <a:spAutoFit/>
            </a:bodyPr>
            <a:lstStyle/>
            <a:p>
              <a:r>
                <a:rPr lang="en-US">
                  <a:solidFill>
                    <a:srgbClr val="134678"/>
                  </a:solidFill>
                  <a:latin typeface="Arial"/>
                  <a:ea typeface="Arial"/>
                  <a:cs typeface="Arial"/>
                  <a:sym typeface="Arial"/>
                </a:rPr>
                <a:t>Change in ADAS-Cog at Week 24 based on an ANCOVA model, which includes the </a:t>
              </a:r>
              <a:endParaRPr sz="2400"/>
            </a:p>
            <a:p>
              <a:r>
                <a:rPr lang="en-US">
                  <a:solidFill>
                    <a:srgbClr val="134678"/>
                  </a:solidFill>
                  <a:latin typeface="Arial"/>
                  <a:ea typeface="Arial"/>
                  <a:cs typeface="Arial"/>
                  <a:sym typeface="Arial"/>
                </a:rPr>
                <a:t>baseline score, site, and treatment as continuous variable</a:t>
              </a:r>
              <a:endParaRPr sz="2400"/>
            </a:p>
          </p:txBody>
        </p:sp>
        <p:sp>
          <p:nvSpPr>
            <p:cNvPr id="289" name="Google Shape;289;p23"/>
            <p:cNvSpPr txBox="1"/>
            <p:nvPr/>
          </p:nvSpPr>
          <p:spPr>
            <a:xfrm>
              <a:off x="6980498" y="3114548"/>
              <a:ext cx="1021433" cy="300041"/>
            </a:xfrm>
            <a:prstGeom prst="rect">
              <a:avLst/>
            </a:prstGeom>
            <a:noFill/>
            <a:ln w="38100" cap="flat" cmpd="sng">
              <a:solidFill>
                <a:schemeClr val="accent4"/>
              </a:solidFill>
              <a:prstDash val="solid"/>
              <a:round/>
              <a:headEnd type="none" w="sm" len="sm"/>
              <a:tailEnd type="none" w="sm" len="sm"/>
            </a:ln>
          </p:spPr>
          <p:txBody>
            <a:bodyPr spcFirstLastPara="1" wrap="square" lIns="121900" tIns="60933" rIns="121900" bIns="60933" anchor="t" anchorCtr="0">
              <a:spAutoFit/>
            </a:bodyPr>
            <a:lstStyle/>
            <a:p>
              <a:r>
                <a:rPr lang="en-US">
                  <a:solidFill>
                    <a:srgbClr val="134678"/>
                  </a:solidFill>
                  <a:latin typeface="Arial"/>
                  <a:ea typeface="Arial"/>
                  <a:cs typeface="Arial"/>
                  <a:sym typeface="Arial"/>
                </a:rPr>
                <a:t>covariates </a:t>
              </a:r>
              <a:endParaRPr sz="2400"/>
            </a:p>
          </p:txBody>
        </p:sp>
        <p:sp>
          <p:nvSpPr>
            <p:cNvPr id="290" name="Google Shape;290;p23"/>
            <p:cNvSpPr txBox="1"/>
            <p:nvPr/>
          </p:nvSpPr>
          <p:spPr>
            <a:xfrm>
              <a:off x="1774659" y="2846086"/>
              <a:ext cx="4464236" cy="300041"/>
            </a:xfrm>
            <a:prstGeom prst="rect">
              <a:avLst/>
            </a:prstGeom>
            <a:noFill/>
            <a:ln w="38100" cap="flat" cmpd="sng">
              <a:solidFill>
                <a:schemeClr val="accent4"/>
              </a:solidFill>
              <a:prstDash val="solid"/>
              <a:round/>
              <a:headEnd type="none" w="sm" len="sm"/>
              <a:tailEnd type="none" w="sm" len="sm"/>
            </a:ln>
          </p:spPr>
          <p:txBody>
            <a:bodyPr spcFirstLastPara="1" wrap="square" lIns="121900" tIns="60933" rIns="121900" bIns="60933" anchor="t" anchorCtr="0">
              <a:spAutoFit/>
            </a:bodyPr>
            <a:lstStyle/>
            <a:p>
              <a:endParaRPr>
                <a:solidFill>
                  <a:srgbClr val="134678"/>
                </a:solidFill>
                <a:latin typeface="Arial"/>
                <a:ea typeface="Arial"/>
                <a:cs typeface="Arial"/>
                <a:sym typeface="Arial"/>
              </a:endParaRPr>
            </a:p>
          </p:txBody>
        </p:sp>
        <p:sp>
          <p:nvSpPr>
            <p:cNvPr id="291" name="Google Shape;291;p23"/>
            <p:cNvSpPr txBox="1"/>
            <p:nvPr/>
          </p:nvSpPr>
          <p:spPr>
            <a:xfrm>
              <a:off x="5247428" y="1952605"/>
              <a:ext cx="1569660" cy="300041"/>
            </a:xfrm>
            <a:prstGeom prst="rect">
              <a:avLst/>
            </a:prstGeom>
            <a:noFill/>
            <a:ln w="38100" cap="flat" cmpd="sng">
              <a:solidFill>
                <a:schemeClr val="accent3"/>
              </a:solidFill>
              <a:prstDash val="solid"/>
              <a:round/>
              <a:headEnd type="none" w="sm" len="sm"/>
              <a:tailEnd type="none" w="sm" len="sm"/>
            </a:ln>
          </p:spPr>
          <p:txBody>
            <a:bodyPr spcFirstLastPara="1" wrap="square" lIns="121900" tIns="60933" rIns="121900" bIns="60933" anchor="t" anchorCtr="0">
              <a:spAutoFit/>
            </a:bodyPr>
            <a:lstStyle/>
            <a:p>
              <a:r>
                <a:rPr lang="en-US">
                  <a:solidFill>
                    <a:srgbClr val="134678"/>
                  </a:solidFill>
                  <a:latin typeface="Arial"/>
                  <a:ea typeface="Arial"/>
                  <a:cs typeface="Arial"/>
                  <a:sym typeface="Arial"/>
                </a:rPr>
                <a:t>statistical method </a:t>
              </a:r>
              <a:endParaRPr sz="2400"/>
            </a:p>
          </p:txBody>
        </p:sp>
        <p:sp>
          <p:nvSpPr>
            <p:cNvPr id="292" name="Google Shape;292;p23"/>
            <p:cNvSpPr txBox="1"/>
            <p:nvPr/>
          </p:nvSpPr>
          <p:spPr>
            <a:xfrm>
              <a:off x="5432106" y="2540512"/>
              <a:ext cx="1264141" cy="300041"/>
            </a:xfrm>
            <a:prstGeom prst="rect">
              <a:avLst/>
            </a:prstGeom>
            <a:noFill/>
            <a:ln w="38100" cap="flat" cmpd="sng">
              <a:solidFill>
                <a:schemeClr val="accent3"/>
              </a:solidFill>
              <a:prstDash val="solid"/>
              <a:round/>
              <a:headEnd type="none" w="sm" len="sm"/>
              <a:tailEnd type="none" w="sm" len="sm"/>
            </a:ln>
          </p:spPr>
          <p:txBody>
            <a:bodyPr spcFirstLastPara="1" wrap="square" lIns="121900" tIns="60933" rIns="121900" bIns="60933" anchor="t" anchorCtr="0">
              <a:spAutoFit/>
            </a:bodyPr>
            <a:lstStyle/>
            <a:p>
              <a:endParaRPr>
                <a:solidFill>
                  <a:srgbClr val="134678"/>
                </a:solidFill>
                <a:latin typeface="Arial"/>
                <a:ea typeface="Arial"/>
                <a:cs typeface="Arial"/>
                <a:sym typeface="Arial"/>
              </a:endParaRPr>
            </a:p>
          </p:txBody>
        </p:sp>
        <p:sp>
          <p:nvSpPr>
            <p:cNvPr id="293" name="Google Shape;293;p23"/>
            <p:cNvSpPr txBox="1"/>
            <p:nvPr/>
          </p:nvSpPr>
          <p:spPr>
            <a:xfrm>
              <a:off x="837957" y="1952605"/>
              <a:ext cx="896399" cy="300041"/>
            </a:xfrm>
            <a:prstGeom prst="rect">
              <a:avLst/>
            </a:prstGeom>
            <a:noFill/>
            <a:ln w="38100" cap="flat" cmpd="sng">
              <a:solidFill>
                <a:schemeClr val="accent6"/>
              </a:solidFill>
              <a:prstDash val="solid"/>
              <a:round/>
              <a:headEnd type="none" w="sm" len="sm"/>
              <a:tailEnd type="none" w="sm" len="sm"/>
            </a:ln>
          </p:spPr>
          <p:txBody>
            <a:bodyPr spcFirstLastPara="1" wrap="square" lIns="121900" tIns="60933" rIns="121900" bIns="60933" anchor="t" anchorCtr="0">
              <a:spAutoFit/>
            </a:bodyPr>
            <a:lstStyle/>
            <a:p>
              <a:r>
                <a:rPr lang="en-US">
                  <a:solidFill>
                    <a:srgbClr val="134678"/>
                  </a:solidFill>
                  <a:latin typeface="Arial"/>
                  <a:ea typeface="Arial"/>
                  <a:cs typeface="Arial"/>
                  <a:sym typeface="Arial"/>
                </a:rPr>
                <a:t>endpoint </a:t>
              </a:r>
              <a:endParaRPr sz="2400"/>
            </a:p>
          </p:txBody>
        </p:sp>
        <p:sp>
          <p:nvSpPr>
            <p:cNvPr id="294" name="Google Shape;294;p23"/>
            <p:cNvSpPr txBox="1"/>
            <p:nvPr/>
          </p:nvSpPr>
          <p:spPr>
            <a:xfrm>
              <a:off x="1774658" y="2537337"/>
              <a:ext cx="1778165" cy="300041"/>
            </a:xfrm>
            <a:prstGeom prst="rect">
              <a:avLst/>
            </a:prstGeom>
            <a:noFill/>
            <a:ln w="38100" cap="flat" cmpd="sng">
              <a:solidFill>
                <a:schemeClr val="accent6"/>
              </a:solidFill>
              <a:prstDash val="solid"/>
              <a:round/>
              <a:headEnd type="none" w="sm" len="sm"/>
              <a:tailEnd type="none" w="sm" len="sm"/>
            </a:ln>
          </p:spPr>
          <p:txBody>
            <a:bodyPr spcFirstLastPara="1" wrap="square" lIns="121900" tIns="60933" rIns="121900" bIns="60933" anchor="t" anchorCtr="0">
              <a:spAutoFit/>
            </a:bodyPr>
            <a:lstStyle/>
            <a:p>
              <a:endParaRPr>
                <a:solidFill>
                  <a:srgbClr val="134678"/>
                </a:solidFill>
                <a:latin typeface="Arial"/>
                <a:ea typeface="Arial"/>
                <a:cs typeface="Arial"/>
                <a:sym typeface="Arial"/>
              </a:endParaRPr>
            </a:p>
          </p:txBody>
        </p:sp>
        <p:sp>
          <p:nvSpPr>
            <p:cNvPr id="295" name="Google Shape;295;p23"/>
            <p:cNvSpPr txBox="1"/>
            <p:nvPr/>
          </p:nvSpPr>
          <p:spPr>
            <a:xfrm>
              <a:off x="3672688" y="1952605"/>
              <a:ext cx="646331" cy="300041"/>
            </a:xfrm>
            <a:prstGeom prst="rect">
              <a:avLst/>
            </a:prstGeom>
            <a:noFill/>
            <a:ln w="38100" cap="flat" cmpd="sng">
              <a:solidFill>
                <a:schemeClr val="accent5"/>
              </a:solidFill>
              <a:prstDash val="solid"/>
              <a:round/>
              <a:headEnd type="none" w="sm" len="sm"/>
              <a:tailEnd type="none" w="sm" len="sm"/>
            </a:ln>
          </p:spPr>
          <p:txBody>
            <a:bodyPr spcFirstLastPara="1" wrap="square" lIns="121900" tIns="60933" rIns="121900" bIns="60933" anchor="t" anchorCtr="0">
              <a:spAutoFit/>
            </a:bodyPr>
            <a:lstStyle/>
            <a:p>
              <a:r>
                <a:rPr lang="en-US">
                  <a:solidFill>
                    <a:srgbClr val="134678"/>
                  </a:solidFill>
                  <a:latin typeface="Arial"/>
                  <a:ea typeface="Arial"/>
                  <a:cs typeface="Arial"/>
                  <a:sym typeface="Arial"/>
                </a:rPr>
                <a:t>timing</a:t>
              </a:r>
              <a:endParaRPr sz="2400"/>
            </a:p>
          </p:txBody>
        </p:sp>
        <p:sp>
          <p:nvSpPr>
            <p:cNvPr id="296" name="Google Shape;296;p23"/>
            <p:cNvSpPr txBox="1"/>
            <p:nvPr/>
          </p:nvSpPr>
          <p:spPr>
            <a:xfrm>
              <a:off x="3723583" y="2540512"/>
              <a:ext cx="730942" cy="300041"/>
            </a:xfrm>
            <a:prstGeom prst="rect">
              <a:avLst/>
            </a:prstGeom>
            <a:noFill/>
            <a:ln w="38100" cap="flat" cmpd="sng">
              <a:solidFill>
                <a:schemeClr val="accent5"/>
              </a:solidFill>
              <a:prstDash val="solid"/>
              <a:round/>
              <a:headEnd type="none" w="sm" len="sm"/>
              <a:tailEnd type="none" w="sm" len="sm"/>
            </a:ln>
          </p:spPr>
          <p:txBody>
            <a:bodyPr spcFirstLastPara="1" wrap="square" lIns="121900" tIns="60933" rIns="121900" bIns="60933" anchor="t" anchorCtr="0">
              <a:spAutoFit/>
            </a:bodyPr>
            <a:lstStyle/>
            <a:p>
              <a:endParaRPr>
                <a:solidFill>
                  <a:srgbClr val="134678"/>
                </a:solidFill>
                <a:latin typeface="Arial"/>
                <a:ea typeface="Arial"/>
                <a:cs typeface="Arial"/>
                <a:sym typeface="Arial"/>
              </a:endParaRPr>
            </a:p>
          </p:txBody>
        </p:sp>
        <p:sp>
          <p:nvSpPr>
            <p:cNvPr id="297" name="Google Shape;297;p23"/>
            <p:cNvSpPr txBox="1"/>
            <p:nvPr/>
          </p:nvSpPr>
          <p:spPr>
            <a:xfrm>
              <a:off x="2678375" y="1952605"/>
              <a:ext cx="425116" cy="300041"/>
            </a:xfrm>
            <a:prstGeom prst="rect">
              <a:avLst/>
            </a:prstGeom>
            <a:noFill/>
            <a:ln w="38100" cap="flat" cmpd="sng">
              <a:solidFill>
                <a:srgbClr val="00B050"/>
              </a:solidFill>
              <a:prstDash val="solid"/>
              <a:round/>
              <a:headEnd type="none" w="sm" len="sm"/>
              <a:tailEnd type="none" w="sm" len="sm"/>
            </a:ln>
          </p:spPr>
          <p:txBody>
            <a:bodyPr spcFirstLastPara="1" wrap="square" lIns="121900" tIns="60933" rIns="121900" bIns="60933" anchor="t" anchorCtr="0">
              <a:spAutoFit/>
            </a:bodyPr>
            <a:lstStyle/>
            <a:p>
              <a:r>
                <a:rPr lang="en-US">
                  <a:solidFill>
                    <a:srgbClr val="134678"/>
                  </a:solidFill>
                  <a:latin typeface="Arial"/>
                  <a:ea typeface="Arial"/>
                  <a:cs typeface="Arial"/>
                  <a:sym typeface="Arial"/>
                </a:rPr>
                <a:t>BC</a:t>
              </a:r>
              <a:endParaRPr sz="2400"/>
            </a:p>
          </p:txBody>
        </p:sp>
        <p:sp>
          <p:nvSpPr>
            <p:cNvPr id="298" name="Google Shape;298;p23"/>
            <p:cNvSpPr txBox="1"/>
            <p:nvPr/>
          </p:nvSpPr>
          <p:spPr>
            <a:xfrm>
              <a:off x="2642319" y="2538775"/>
              <a:ext cx="910505" cy="300041"/>
            </a:xfrm>
            <a:prstGeom prst="rect">
              <a:avLst/>
            </a:prstGeom>
            <a:noFill/>
            <a:ln w="38100" cap="flat" cmpd="sng">
              <a:solidFill>
                <a:srgbClr val="00B050"/>
              </a:solidFill>
              <a:prstDash val="solid"/>
              <a:round/>
              <a:headEnd type="none" w="sm" len="sm"/>
              <a:tailEnd type="none" w="sm" len="sm"/>
            </a:ln>
          </p:spPr>
          <p:txBody>
            <a:bodyPr spcFirstLastPara="1" wrap="square" lIns="121900" tIns="60933" rIns="121900" bIns="60933" anchor="t" anchorCtr="0">
              <a:spAutoFit/>
            </a:bodyPr>
            <a:lstStyle/>
            <a:p>
              <a:endParaRPr>
                <a:solidFill>
                  <a:srgbClr val="134678"/>
                </a:solidFill>
                <a:latin typeface="Arial"/>
                <a:ea typeface="Arial"/>
                <a:cs typeface="Arial"/>
                <a:sym typeface="Arial"/>
              </a:endParaRPr>
            </a:p>
          </p:txBody>
        </p:sp>
        <p:sp>
          <p:nvSpPr>
            <p:cNvPr id="299" name="Google Shape;299;p23"/>
            <p:cNvSpPr/>
            <p:nvPr/>
          </p:nvSpPr>
          <p:spPr>
            <a:xfrm rot="5400000">
              <a:off x="1263051" y="2388270"/>
              <a:ext cx="457808" cy="351810"/>
            </a:xfrm>
            <a:prstGeom prst="bentUpArrow">
              <a:avLst>
                <a:gd name="adj1" fmla="val 25000"/>
                <a:gd name="adj2" fmla="val 25000"/>
                <a:gd name="adj3" fmla="val 25000"/>
              </a:avLst>
            </a:prstGeom>
            <a:solidFill>
              <a:schemeClr val="accent6"/>
            </a:solidFill>
            <a:ln w="12700" cap="flat" cmpd="sng">
              <a:solidFill>
                <a:srgbClr val="081D32"/>
              </a:solidFill>
              <a:prstDash val="solid"/>
              <a:miter lim="800000"/>
              <a:headEnd type="none" w="sm" len="sm"/>
              <a:tailEnd type="none" w="sm" len="sm"/>
            </a:ln>
          </p:spPr>
          <p:txBody>
            <a:bodyPr spcFirstLastPara="1" wrap="square" lIns="121900" tIns="60933" rIns="121900" bIns="60933" anchor="ctr" anchorCtr="0">
              <a:noAutofit/>
            </a:bodyPr>
            <a:lstStyle/>
            <a:p>
              <a:pPr algn="ctr"/>
              <a:endParaRPr>
                <a:solidFill>
                  <a:srgbClr val="FFFFFF"/>
                </a:solidFill>
                <a:latin typeface="Arial"/>
                <a:ea typeface="Arial"/>
                <a:cs typeface="Arial"/>
                <a:sym typeface="Arial"/>
              </a:endParaRPr>
            </a:p>
          </p:txBody>
        </p:sp>
        <p:sp>
          <p:nvSpPr>
            <p:cNvPr id="300" name="Google Shape;300;p23"/>
            <p:cNvSpPr/>
            <p:nvPr/>
          </p:nvSpPr>
          <p:spPr>
            <a:xfrm>
              <a:off x="2781483" y="2259074"/>
              <a:ext cx="199418" cy="228034"/>
            </a:xfrm>
            <a:prstGeom prst="downArrow">
              <a:avLst>
                <a:gd name="adj1" fmla="val 50000"/>
                <a:gd name="adj2" fmla="val 50000"/>
              </a:avLst>
            </a:prstGeom>
            <a:solidFill>
              <a:srgbClr val="00B050"/>
            </a:solidFill>
            <a:ln w="12700" cap="flat" cmpd="sng">
              <a:solidFill>
                <a:srgbClr val="081D32"/>
              </a:solidFill>
              <a:prstDash val="solid"/>
              <a:miter lim="800000"/>
              <a:headEnd type="none" w="sm" len="sm"/>
              <a:tailEnd type="none" w="sm" len="sm"/>
            </a:ln>
          </p:spPr>
          <p:txBody>
            <a:bodyPr spcFirstLastPara="1" wrap="square" lIns="121900" tIns="60933" rIns="121900" bIns="60933" anchor="ctr" anchorCtr="0">
              <a:noAutofit/>
            </a:bodyPr>
            <a:lstStyle/>
            <a:p>
              <a:pPr algn="ctr"/>
              <a:endParaRPr>
                <a:solidFill>
                  <a:srgbClr val="FFFFFF"/>
                </a:solidFill>
                <a:latin typeface="Arial"/>
                <a:ea typeface="Arial"/>
                <a:cs typeface="Arial"/>
                <a:sym typeface="Arial"/>
              </a:endParaRPr>
            </a:p>
          </p:txBody>
        </p:sp>
        <p:sp>
          <p:nvSpPr>
            <p:cNvPr id="301" name="Google Shape;301;p23"/>
            <p:cNvSpPr/>
            <p:nvPr/>
          </p:nvSpPr>
          <p:spPr>
            <a:xfrm>
              <a:off x="3873061" y="2267260"/>
              <a:ext cx="199418" cy="212403"/>
            </a:xfrm>
            <a:prstGeom prst="downArrow">
              <a:avLst>
                <a:gd name="adj1" fmla="val 50000"/>
                <a:gd name="adj2" fmla="val 50000"/>
              </a:avLst>
            </a:prstGeom>
            <a:solidFill>
              <a:schemeClr val="accent5"/>
            </a:solidFill>
            <a:ln w="12700" cap="flat" cmpd="sng">
              <a:solidFill>
                <a:srgbClr val="081D32"/>
              </a:solidFill>
              <a:prstDash val="solid"/>
              <a:miter lim="800000"/>
              <a:headEnd type="none" w="sm" len="sm"/>
              <a:tailEnd type="none" w="sm" len="sm"/>
            </a:ln>
          </p:spPr>
          <p:txBody>
            <a:bodyPr spcFirstLastPara="1" wrap="square" lIns="121900" tIns="60933" rIns="121900" bIns="60933" anchor="ctr" anchorCtr="0">
              <a:noAutofit/>
            </a:bodyPr>
            <a:lstStyle/>
            <a:p>
              <a:pPr algn="ctr"/>
              <a:endParaRPr>
                <a:solidFill>
                  <a:srgbClr val="FFFFFF"/>
                </a:solidFill>
                <a:latin typeface="Arial"/>
                <a:ea typeface="Arial"/>
                <a:cs typeface="Arial"/>
                <a:sym typeface="Arial"/>
              </a:endParaRPr>
            </a:p>
          </p:txBody>
        </p:sp>
        <p:sp>
          <p:nvSpPr>
            <p:cNvPr id="302" name="Google Shape;302;p23"/>
            <p:cNvSpPr/>
            <p:nvPr/>
          </p:nvSpPr>
          <p:spPr>
            <a:xfrm>
              <a:off x="5899237" y="2267260"/>
              <a:ext cx="199418" cy="232698"/>
            </a:xfrm>
            <a:prstGeom prst="downArrow">
              <a:avLst>
                <a:gd name="adj1" fmla="val 50000"/>
                <a:gd name="adj2" fmla="val 50000"/>
              </a:avLst>
            </a:prstGeom>
            <a:solidFill>
              <a:schemeClr val="accent3"/>
            </a:solidFill>
            <a:ln w="12700" cap="flat" cmpd="sng">
              <a:solidFill>
                <a:srgbClr val="081D32"/>
              </a:solidFill>
              <a:prstDash val="solid"/>
              <a:miter lim="800000"/>
              <a:headEnd type="none" w="sm" len="sm"/>
              <a:tailEnd type="none" w="sm" len="sm"/>
            </a:ln>
          </p:spPr>
          <p:txBody>
            <a:bodyPr spcFirstLastPara="1" wrap="square" lIns="121900" tIns="60933" rIns="121900" bIns="60933" anchor="ctr" anchorCtr="0">
              <a:noAutofit/>
            </a:bodyPr>
            <a:lstStyle/>
            <a:p>
              <a:pPr algn="ctr"/>
              <a:endParaRPr>
                <a:solidFill>
                  <a:srgbClr val="FFFFFF"/>
                </a:solidFill>
                <a:latin typeface="Arial"/>
                <a:ea typeface="Arial"/>
                <a:cs typeface="Arial"/>
                <a:sym typeface="Arial"/>
              </a:endParaRPr>
            </a:p>
          </p:txBody>
        </p:sp>
        <p:sp>
          <p:nvSpPr>
            <p:cNvPr id="303" name="Google Shape;303;p23"/>
            <p:cNvSpPr/>
            <p:nvPr/>
          </p:nvSpPr>
          <p:spPr>
            <a:xfrm rot="6809031">
              <a:off x="6550622" y="2918327"/>
              <a:ext cx="199418" cy="431622"/>
            </a:xfrm>
            <a:prstGeom prst="downArrow">
              <a:avLst>
                <a:gd name="adj1" fmla="val 50000"/>
                <a:gd name="adj2" fmla="val 50000"/>
              </a:avLst>
            </a:prstGeom>
            <a:solidFill>
              <a:schemeClr val="accent4"/>
            </a:solidFill>
            <a:ln w="12700" cap="flat" cmpd="sng">
              <a:solidFill>
                <a:srgbClr val="081D32"/>
              </a:solidFill>
              <a:prstDash val="solid"/>
              <a:miter lim="800000"/>
              <a:headEnd type="none" w="sm" len="sm"/>
              <a:tailEnd type="none" w="sm" len="sm"/>
            </a:ln>
          </p:spPr>
          <p:txBody>
            <a:bodyPr spcFirstLastPara="1" wrap="square" lIns="121900" tIns="60933" rIns="121900" bIns="60933" anchor="ctr" anchorCtr="0">
              <a:noAutofit/>
            </a:bodyPr>
            <a:lstStyle/>
            <a:p>
              <a:pPr algn="ctr"/>
              <a:endParaRPr>
                <a:solidFill>
                  <a:srgbClr val="FFFFFF"/>
                </a:solidFill>
                <a:latin typeface="Arial"/>
                <a:ea typeface="Arial"/>
                <a:cs typeface="Arial"/>
                <a:sym typeface="Arial"/>
              </a:endParaRPr>
            </a:p>
          </p:txBody>
        </p:sp>
      </p:grpSp>
      <p:sp>
        <p:nvSpPr>
          <p:cNvPr id="304" name="Google Shape;304;p23"/>
          <p:cNvSpPr/>
          <p:nvPr/>
        </p:nvSpPr>
        <p:spPr>
          <a:xfrm>
            <a:off x="1148404" y="1063030"/>
            <a:ext cx="10352392" cy="2464559"/>
          </a:xfrm>
          <a:prstGeom prst="rect">
            <a:avLst/>
          </a:prstGeom>
          <a:noFill/>
          <a:ln w="12700" cap="flat" cmpd="sng">
            <a:solidFill>
              <a:srgbClr val="081D32"/>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121900" tIns="60933" rIns="121900" bIns="60933" anchor="ctr" anchorCtr="0">
            <a:noAutofit/>
          </a:bodyPr>
          <a:lstStyle/>
          <a:p>
            <a:pPr algn="ctr"/>
            <a:endParaRPr>
              <a:solidFill>
                <a:srgbClr val="FFFFFF"/>
              </a:solidFill>
              <a:latin typeface="Arial"/>
              <a:ea typeface="Arial"/>
              <a:cs typeface="Arial"/>
              <a:sym typeface="Arial"/>
            </a:endParaRPr>
          </a:p>
        </p:txBody>
      </p:sp>
      <p:sp>
        <p:nvSpPr>
          <p:cNvPr id="305" name="Google Shape;305;p23"/>
          <p:cNvSpPr/>
          <p:nvPr/>
        </p:nvSpPr>
        <p:spPr>
          <a:xfrm rot="10800000" flipH="1">
            <a:off x="1775792" y="3880386"/>
            <a:ext cx="2007661" cy="1537252"/>
          </a:xfrm>
          <a:prstGeom prst="bentArrow">
            <a:avLst>
              <a:gd name="adj1" fmla="val 25000"/>
              <a:gd name="adj2" fmla="val 25000"/>
              <a:gd name="adj3" fmla="val 25000"/>
              <a:gd name="adj4" fmla="val 43750"/>
            </a:avLst>
          </a:prstGeom>
          <a:solidFill>
            <a:schemeClr val="accent1"/>
          </a:solidFill>
          <a:ln w="12700" cap="flat" cmpd="sng">
            <a:solidFill>
              <a:srgbClr val="081D32"/>
            </a:solidFill>
            <a:prstDash val="solid"/>
            <a:miter lim="800000"/>
            <a:headEnd type="none" w="sm" len="sm"/>
            <a:tailEnd type="none" w="sm" len="sm"/>
          </a:ln>
        </p:spPr>
        <p:txBody>
          <a:bodyPr spcFirstLastPara="1" wrap="square" lIns="121900" tIns="60933" rIns="121900" bIns="60933" anchor="ctr" anchorCtr="0">
            <a:noAutofit/>
          </a:bodyPr>
          <a:lstStyle/>
          <a:p>
            <a:pPr algn="ctr"/>
            <a:endParaRPr>
              <a:solidFill>
                <a:srgbClr val="134678"/>
              </a:solidFill>
              <a:latin typeface="Arial"/>
              <a:ea typeface="Arial"/>
              <a:cs typeface="Arial"/>
              <a:sym typeface="Arial"/>
            </a:endParaRPr>
          </a:p>
        </p:txBody>
      </p:sp>
      <p:sp>
        <p:nvSpPr>
          <p:cNvPr id="3" name="Google Shape;314;p24">
            <a:extLst>
              <a:ext uri="{FF2B5EF4-FFF2-40B4-BE49-F238E27FC236}">
                <a16:creationId xmlns:a16="http://schemas.microsoft.com/office/drawing/2014/main" id="{E74A6AB7-C657-E626-F9F9-4B75D625DEC3}"/>
              </a:ext>
            </a:extLst>
          </p:cNvPr>
          <p:cNvSpPr txBox="1">
            <a:spLocks/>
          </p:cNvSpPr>
          <p:nvPr/>
        </p:nvSpPr>
        <p:spPr>
          <a:xfrm>
            <a:off x="3333509" y="6356351"/>
            <a:ext cx="6234896" cy="36512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RPr lang="en-US"/>
            </a:defPPr>
            <a:lvl1pPr marL="0" marR="0" lvl="0" algn="ctr" defTabSz="914400" rtl="0" eaLnBrk="1" latinLnBrk="0" hangingPunct="1">
              <a:lnSpc>
                <a:spcPct val="100000"/>
              </a:lnSpc>
              <a:spcBef>
                <a:spcPts val="0"/>
              </a:spcBef>
              <a:spcAft>
                <a:spcPts val="0"/>
              </a:spcAft>
              <a:buClr>
                <a:srgbClr val="000000"/>
              </a:buClr>
              <a:buSzPts val="1400"/>
              <a:buFont typeface="Arial"/>
              <a:buNone/>
              <a:defRPr sz="800" b="1" i="0" u="none" strike="noStrike" kern="1200" cap="none">
                <a:solidFill>
                  <a:schemeClr val="dk1"/>
                </a:solidFill>
                <a:latin typeface="Arial"/>
                <a:ea typeface="Arial"/>
                <a:cs typeface="Arial"/>
                <a:sym typeface="Arial"/>
              </a:defRPr>
            </a:lvl1pPr>
            <a:lvl2pPr marL="457200" marR="0" lvl="1"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2pPr>
            <a:lvl3pPr marL="914400" marR="0" lvl="2"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3pPr>
            <a:lvl4pPr marL="1371600" marR="0" lvl="3"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4pPr>
            <a:lvl5pPr marL="1828800" marR="0" lvl="4"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5pPr>
            <a:lvl6pPr marL="2286000" marR="0" lvl="5"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6pPr>
            <a:lvl7pPr marL="2743200" marR="0" lvl="6"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7pPr>
            <a:lvl8pPr marL="3200400" marR="0" lvl="7"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8pPr>
            <a:lvl9pPr marL="3657600" marR="0" lvl="8" algn="l" defTabSz="914400" rtl="0" eaLnBrk="1" latinLnBrk="0" hangingPunct="1">
              <a:lnSpc>
                <a:spcPct val="100000"/>
              </a:lnSpc>
              <a:spcBef>
                <a:spcPts val="0"/>
              </a:spcBef>
              <a:spcAft>
                <a:spcPts val="0"/>
              </a:spcAft>
              <a:buClr>
                <a:srgbClr val="000000"/>
              </a:buClr>
              <a:buSzPts val="1400"/>
              <a:buFont typeface="Arial"/>
              <a:buNone/>
              <a:defRPr sz="1800" b="0" i="0" u="none" strike="noStrike" kern="1200" cap="none">
                <a:solidFill>
                  <a:schemeClr val="dk1"/>
                </a:solidFill>
                <a:latin typeface="Arial"/>
                <a:ea typeface="Arial"/>
                <a:cs typeface="Arial"/>
                <a:sym typeface="Arial"/>
              </a:defRPr>
            </a:lvl9pPr>
          </a:lstStyle>
          <a:p>
            <a:r>
              <a:rPr lang="en-US" sz="1067"/>
              <a:t>#ClearDataClearImpact</a:t>
            </a:r>
            <a:endParaRPr lang="en-US" sz="1067"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BD817-A82F-155D-8223-1B8E5CEBB5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1FE351-F577-FF66-D337-B74A2436F1C1}"/>
              </a:ext>
            </a:extLst>
          </p:cNvPr>
          <p:cNvSpPr>
            <a:spLocks noGrp="1"/>
          </p:cNvSpPr>
          <p:nvPr>
            <p:ph type="title"/>
          </p:nvPr>
        </p:nvSpPr>
        <p:spPr/>
        <p:txBody>
          <a:bodyPr/>
          <a:lstStyle/>
          <a:p>
            <a:r>
              <a:rPr lang="en-US" dirty="0"/>
              <a:t>Layer 2: Abstract statistical logic</a:t>
            </a:r>
          </a:p>
        </p:txBody>
      </p:sp>
      <p:pic>
        <p:nvPicPr>
          <p:cNvPr id="3" name="Picture 2">
            <a:extLst>
              <a:ext uri="{FF2B5EF4-FFF2-40B4-BE49-F238E27FC236}">
                <a16:creationId xmlns:a16="http://schemas.microsoft.com/office/drawing/2014/main" id="{18512A5A-3393-BB02-A8C8-4036AC32F9E4}"/>
              </a:ext>
            </a:extLst>
          </p:cNvPr>
          <p:cNvPicPr>
            <a:picLocks noChangeAspect="1"/>
          </p:cNvPicPr>
          <p:nvPr/>
        </p:nvPicPr>
        <p:blipFill>
          <a:blip r:embed="rId2"/>
          <a:stretch>
            <a:fillRect/>
          </a:stretch>
        </p:blipFill>
        <p:spPr>
          <a:xfrm>
            <a:off x="2508184" y="2119317"/>
            <a:ext cx="7772400" cy="3909150"/>
          </a:xfrm>
          <a:prstGeom prst="rect">
            <a:avLst/>
          </a:prstGeom>
        </p:spPr>
      </p:pic>
      <p:sp>
        <p:nvSpPr>
          <p:cNvPr id="4" name="TextBox 3">
            <a:extLst>
              <a:ext uri="{FF2B5EF4-FFF2-40B4-BE49-F238E27FC236}">
                <a16:creationId xmlns:a16="http://schemas.microsoft.com/office/drawing/2014/main" id="{8977F77C-6DEF-9B06-67F8-1E7BC0D0DEE0}"/>
              </a:ext>
            </a:extLst>
          </p:cNvPr>
          <p:cNvSpPr txBox="1"/>
          <p:nvPr/>
        </p:nvSpPr>
        <p:spPr>
          <a:xfrm>
            <a:off x="279933" y="1318661"/>
            <a:ext cx="6647717" cy="369332"/>
          </a:xfrm>
          <a:prstGeom prst="rect">
            <a:avLst/>
          </a:prstGeom>
          <a:noFill/>
        </p:spPr>
        <p:txBody>
          <a:bodyPr wrap="none" rtlCol="0">
            <a:spAutoFit/>
          </a:bodyPr>
          <a:lstStyle/>
          <a:p>
            <a:r>
              <a:rPr lang="en-US" dirty="0"/>
              <a:t>Pure operations. Standards-Agnostic. Knows nothing of Concepts</a:t>
            </a:r>
          </a:p>
        </p:txBody>
      </p:sp>
    </p:spTree>
    <p:extLst>
      <p:ext uri="{BB962C8B-B14F-4D97-AF65-F5344CB8AC3E}">
        <p14:creationId xmlns:p14="http://schemas.microsoft.com/office/powerpoint/2010/main" val="2785658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BEA4B-7243-AC6D-3C59-C25877CCA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B8BD76-E555-3ADA-D4B0-B25BFB3B74F0}"/>
              </a:ext>
            </a:extLst>
          </p:cNvPr>
          <p:cNvSpPr>
            <a:spLocks noGrp="1"/>
          </p:cNvSpPr>
          <p:nvPr>
            <p:ph type="title"/>
          </p:nvPr>
        </p:nvSpPr>
        <p:spPr/>
        <p:txBody>
          <a:bodyPr/>
          <a:lstStyle/>
          <a:p>
            <a:r>
              <a:rPr lang="en-US" dirty="0"/>
              <a:t>Layer 3: Describing the analysis data structure</a:t>
            </a:r>
          </a:p>
        </p:txBody>
      </p:sp>
      <p:pic>
        <p:nvPicPr>
          <p:cNvPr id="3" name="Picture 2">
            <a:extLst>
              <a:ext uri="{FF2B5EF4-FFF2-40B4-BE49-F238E27FC236}">
                <a16:creationId xmlns:a16="http://schemas.microsoft.com/office/drawing/2014/main" id="{82E6240F-8FA4-6D9C-C5F5-E772B8427A57}"/>
              </a:ext>
            </a:extLst>
          </p:cNvPr>
          <p:cNvPicPr>
            <a:picLocks noChangeAspect="1"/>
          </p:cNvPicPr>
          <p:nvPr/>
        </p:nvPicPr>
        <p:blipFill>
          <a:blip r:embed="rId2"/>
          <a:stretch>
            <a:fillRect/>
          </a:stretch>
        </p:blipFill>
        <p:spPr>
          <a:xfrm>
            <a:off x="2403131" y="1624566"/>
            <a:ext cx="5498409" cy="5040928"/>
          </a:xfrm>
          <a:prstGeom prst="rect">
            <a:avLst/>
          </a:prstGeom>
        </p:spPr>
      </p:pic>
      <p:pic>
        <p:nvPicPr>
          <p:cNvPr id="4" name="Picture 3">
            <a:extLst>
              <a:ext uri="{FF2B5EF4-FFF2-40B4-BE49-F238E27FC236}">
                <a16:creationId xmlns:a16="http://schemas.microsoft.com/office/drawing/2014/main" id="{0A4F3292-CF57-2340-9C11-CEC409F4DA52}"/>
              </a:ext>
            </a:extLst>
          </p:cNvPr>
          <p:cNvPicPr>
            <a:picLocks noChangeAspect="1"/>
          </p:cNvPicPr>
          <p:nvPr/>
        </p:nvPicPr>
        <p:blipFill>
          <a:blip r:embed="rId3"/>
          <a:stretch>
            <a:fillRect/>
          </a:stretch>
        </p:blipFill>
        <p:spPr>
          <a:xfrm>
            <a:off x="7901540" y="3004457"/>
            <a:ext cx="4307799" cy="2228977"/>
          </a:xfrm>
          <a:prstGeom prst="rect">
            <a:avLst/>
          </a:prstGeom>
        </p:spPr>
      </p:pic>
      <p:pic>
        <p:nvPicPr>
          <p:cNvPr id="5" name="Picture 4">
            <a:extLst>
              <a:ext uri="{FF2B5EF4-FFF2-40B4-BE49-F238E27FC236}">
                <a16:creationId xmlns:a16="http://schemas.microsoft.com/office/drawing/2014/main" id="{652AE2AB-AAE8-1990-A71C-22B1204266A3}"/>
              </a:ext>
            </a:extLst>
          </p:cNvPr>
          <p:cNvPicPr>
            <a:picLocks noChangeAspect="1"/>
          </p:cNvPicPr>
          <p:nvPr/>
        </p:nvPicPr>
        <p:blipFill>
          <a:blip r:embed="rId3"/>
          <a:stretch>
            <a:fillRect/>
          </a:stretch>
        </p:blipFill>
        <p:spPr>
          <a:xfrm>
            <a:off x="7617497" y="2743200"/>
            <a:ext cx="4307799" cy="2228977"/>
          </a:xfrm>
          <a:prstGeom prst="rect">
            <a:avLst/>
          </a:prstGeom>
        </p:spPr>
      </p:pic>
    </p:spTree>
    <p:extLst>
      <p:ext uri="{BB962C8B-B14F-4D97-AF65-F5344CB8AC3E}">
        <p14:creationId xmlns:p14="http://schemas.microsoft.com/office/powerpoint/2010/main" val="19333248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5A52-3E68-DBD5-9F5A-267FB72608C9}"/>
              </a:ext>
            </a:extLst>
          </p:cNvPr>
          <p:cNvSpPr>
            <a:spLocks noGrp="1"/>
          </p:cNvSpPr>
          <p:nvPr>
            <p:ph type="title"/>
          </p:nvPr>
        </p:nvSpPr>
        <p:spPr>
          <a:xfrm>
            <a:off x="281137" y="54763"/>
            <a:ext cx="11910863" cy="1228992"/>
          </a:xfrm>
        </p:spPr>
        <p:txBody>
          <a:bodyPr/>
          <a:lstStyle/>
          <a:p>
            <a:r>
              <a:rPr lang="en-GB" dirty="0">
                <a:cs typeface="Arial"/>
              </a:rPr>
              <a:t>Layer 4: Standards-Independent semantic definitions  </a:t>
            </a:r>
            <a:endParaRPr lang="en-US" dirty="0"/>
          </a:p>
        </p:txBody>
      </p:sp>
      <p:graphicFrame>
        <p:nvGraphicFramePr>
          <p:cNvPr id="6" name="Content Placeholder 5">
            <a:extLst>
              <a:ext uri="{FF2B5EF4-FFF2-40B4-BE49-F238E27FC236}">
                <a16:creationId xmlns:a16="http://schemas.microsoft.com/office/drawing/2014/main" id="{0C80DD9F-4A59-B19A-302E-BA57D8FCA6AE}"/>
              </a:ext>
            </a:extLst>
          </p:cNvPr>
          <p:cNvGraphicFramePr>
            <a:graphicFrameLocks noGrp="1"/>
          </p:cNvGraphicFramePr>
          <p:nvPr>
            <p:ph idx="1"/>
          </p:nvPr>
        </p:nvGraphicFramePr>
        <p:xfrm>
          <a:off x="1066800" y="1099016"/>
          <a:ext cx="10515596" cy="4827578"/>
        </p:xfrm>
        <a:graphic>
          <a:graphicData uri="http://schemas.openxmlformats.org/drawingml/2006/table">
            <a:tbl>
              <a:tblPr firstRow="1" bandRow="1">
                <a:tableStyleId>{6E25E649-3F16-4E02-A733-19D2CDBF48F0}</a:tableStyleId>
              </a:tblPr>
              <a:tblGrid>
                <a:gridCol w="1384968">
                  <a:extLst>
                    <a:ext uri="{9D8B030D-6E8A-4147-A177-3AD203B41FA5}">
                      <a16:colId xmlns:a16="http://schemas.microsoft.com/office/drawing/2014/main" val="1178698116"/>
                    </a:ext>
                  </a:extLst>
                </a:gridCol>
                <a:gridCol w="4565314">
                  <a:extLst>
                    <a:ext uri="{9D8B030D-6E8A-4147-A177-3AD203B41FA5}">
                      <a16:colId xmlns:a16="http://schemas.microsoft.com/office/drawing/2014/main" val="412598893"/>
                    </a:ext>
                  </a:extLst>
                </a:gridCol>
                <a:gridCol w="4565314">
                  <a:extLst>
                    <a:ext uri="{9D8B030D-6E8A-4147-A177-3AD203B41FA5}">
                      <a16:colId xmlns:a16="http://schemas.microsoft.com/office/drawing/2014/main" val="3481440632"/>
                    </a:ext>
                  </a:extLst>
                </a:gridCol>
              </a:tblGrid>
              <a:tr h="331961">
                <a:tc>
                  <a:txBody>
                    <a:bodyPr/>
                    <a:lstStyle/>
                    <a:p>
                      <a:endParaRPr lang="en-US"/>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r>
                        <a:rPr lang="en-US"/>
                        <a:t>Analysis Concept (AC)</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a:t>Derivation Concept (DC)</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3058859409"/>
                  </a:ext>
                </a:extLst>
              </a:tr>
              <a:tr h="589547">
                <a:tc>
                  <a:txBody>
                    <a:bodyPr/>
                    <a:lstStyle/>
                    <a:p>
                      <a:pPr marL="0" marR="0" lvl="0" indent="0" algn="l">
                        <a:lnSpc>
                          <a:spcPct val="90000"/>
                        </a:lnSpc>
                        <a:spcBef>
                          <a:spcPts val="1000"/>
                        </a:spcBef>
                        <a:spcAft>
                          <a:spcPts val="0"/>
                        </a:spcAft>
                        <a:buNone/>
                      </a:pPr>
                      <a:r>
                        <a:rPr lang="en-GB" sz="2000" u="none" strike="noStrike" noProof="0" dirty="0">
                          <a:solidFill>
                            <a:srgbClr val="134678"/>
                          </a:solidFill>
                        </a:rPr>
                        <a:t>Purpose</a:t>
                      </a:r>
                      <a:endParaRPr lang="en-US" sz="2000" u="none" strike="noStrike" noProof="0" dirty="0">
                        <a:solidFill>
                          <a:srgbClr val="134678"/>
                        </a:solidFill>
                      </a:endParaRP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GB" sz="1500" u="none" strike="noStrike" noProof="0">
                          <a:solidFill>
                            <a:srgbClr val="134678"/>
                          </a:solidFill>
                        </a:rPr>
                        <a:t>Examines existing data or information to draw conclusions, identify patterns, or test hypotheses</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sz="1500" u="none" strike="noStrike" noProof="0">
                          <a:solidFill>
                            <a:srgbClr val="134678"/>
                          </a:solidFill>
                        </a:rPr>
                        <a:t>Generates new derived values from raw or derived data</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3635152117"/>
                  </a:ext>
                </a:extLst>
              </a:tr>
              <a:tr h="739273">
                <a:tc>
                  <a:txBody>
                    <a:bodyPr/>
                    <a:lstStyle/>
                    <a:p>
                      <a:pPr lvl="0">
                        <a:buNone/>
                      </a:pPr>
                      <a:r>
                        <a:rPr lang="en-GB" sz="2000" u="none" strike="noStrike" noProof="0" dirty="0">
                          <a:solidFill>
                            <a:srgbClr val="134678"/>
                          </a:solidFill>
                        </a:rPr>
                        <a:t>Direction</a:t>
                      </a:r>
                      <a:endParaRPr lang="en-US" sz="2000" dirty="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GB" sz="1500" u="none" strike="noStrike" noProof="0">
                          <a:solidFill>
                            <a:srgbClr val="134678"/>
                          </a:solidFill>
                        </a:rPr>
                        <a:t>Typically works with completed measurements or observations to extract meaning</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sz="1500" u="none" strike="noStrike" noProof="0">
                          <a:solidFill>
                            <a:srgbClr val="134678"/>
                          </a:solidFill>
                        </a:rPr>
                        <a:t>Transforms or processes data to create new representations </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2200490877"/>
                  </a:ext>
                </a:extLst>
              </a:tr>
              <a:tr h="570831">
                <a:tc>
                  <a:txBody>
                    <a:bodyPr/>
                    <a:lstStyle/>
                    <a:p>
                      <a:pPr lvl="0">
                        <a:buNone/>
                      </a:pPr>
                      <a:r>
                        <a:rPr lang="en-GB" sz="2000" u="none" strike="noStrike" noProof="0" dirty="0">
                          <a:solidFill>
                            <a:srgbClr val="134678"/>
                          </a:solidFill>
                        </a:rPr>
                        <a:t>Process</a:t>
                      </a:r>
                      <a:endParaRPr lang="en-US" sz="2000" dirty="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GB" sz="1500" u="none" strike="noStrike" noProof="0">
                          <a:solidFill>
                            <a:srgbClr val="134678"/>
                          </a:solidFill>
                        </a:rPr>
                        <a:t>Involves applying statistical methods, critical thinking, and interpretative frameworks to understand data</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sz="1500" u="none" strike="noStrike" noProof="0">
                          <a:solidFill>
                            <a:srgbClr val="134678"/>
                          </a:solidFill>
                        </a:rPr>
                        <a:t>Uses mathematical operations, formulas, or algorithms to calculate new quantities</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3214415046"/>
                  </a:ext>
                </a:extLst>
              </a:tr>
              <a:tr h="547735">
                <a:tc>
                  <a:txBody>
                    <a:bodyPr/>
                    <a:lstStyle/>
                    <a:p>
                      <a:pPr marL="0" lvl="0" indent="0" algn="l">
                        <a:lnSpc>
                          <a:spcPct val="100000"/>
                        </a:lnSpc>
                        <a:buNone/>
                      </a:pPr>
                      <a:r>
                        <a:rPr lang="en-US" sz="2000" u="none" strike="noStrike" baseline="0" noProof="0" dirty="0">
                          <a:solidFill>
                            <a:srgbClr val="134678"/>
                          </a:solidFill>
                        </a:rPr>
                        <a:t>Outcome</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GB" sz="1500" u="none" strike="noStrike" noProof="0">
                          <a:solidFill>
                            <a:srgbClr val="134678"/>
                          </a:solidFill>
                        </a:rPr>
                        <a:t>Produces insights, conclusions, or evaluations based on the data - aggregated data (not subject-level)</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buNone/>
                      </a:pPr>
                      <a:r>
                        <a:rPr lang="en-US" sz="1500" u="none" strike="noStrike" noProof="0">
                          <a:solidFill>
                            <a:srgbClr val="134678"/>
                          </a:solidFill>
                        </a:rPr>
                        <a:t>Creates derived data (subject level) that serve as inputs for subsequent analysis or derivations</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1579444637"/>
                  </a:ext>
                </a:extLst>
              </a:tr>
              <a:tr h="954505">
                <a:tc>
                  <a:txBody>
                    <a:bodyPr/>
                    <a:lstStyle/>
                    <a:p>
                      <a:pPr marL="0" lvl="0" indent="0" algn="l">
                        <a:lnSpc>
                          <a:spcPct val="100000"/>
                        </a:lnSpc>
                        <a:buNone/>
                      </a:pPr>
                      <a:r>
                        <a:rPr lang="en-US" sz="2000" u="none" strike="noStrike" baseline="0" noProof="0" dirty="0">
                          <a:solidFill>
                            <a:srgbClr val="134678"/>
                          </a:solidFill>
                        </a:rPr>
                        <a:t>Example 1</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marL="0" lvl="0" indent="0" algn="l">
                        <a:lnSpc>
                          <a:spcPct val="100000"/>
                        </a:lnSpc>
                        <a:buNone/>
                      </a:pPr>
                      <a:r>
                        <a:rPr lang="en-GB" sz="1500" u="none" strike="noStrike" baseline="0" noProof="0">
                          <a:solidFill>
                            <a:srgbClr val="134678"/>
                          </a:solidFill>
                        </a:rPr>
                        <a:t>The p-value (from Type III Sums of Squares for treatment dose), based on linear model analysis of CHG for dose response; using randomized dose and site group in model.</a:t>
                      </a:r>
                      <a:endParaRPr lang="en-GB"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lgn="l">
                        <a:lnSpc>
                          <a:spcPct val="100000"/>
                        </a:lnSpc>
                        <a:spcBef>
                          <a:spcPts val="0"/>
                        </a:spcBef>
                        <a:spcAft>
                          <a:spcPts val="0"/>
                        </a:spcAft>
                        <a:buNone/>
                      </a:pPr>
                      <a:r>
                        <a:rPr lang="en-US" sz="1500" u="none" strike="noStrike" noProof="0">
                          <a:solidFill>
                            <a:srgbClr val="134678"/>
                          </a:solidFill>
                        </a:rPr>
                        <a:t>CHG: Change from Baseline to Week 24 in ADAS Cog (11). Use LOCF is missing value at week 24.</a:t>
                      </a:r>
                      <a:endParaRPr lang="en-US" sz="1500"/>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1065991795"/>
                  </a:ext>
                </a:extLst>
              </a:tr>
              <a:tr h="801278">
                <a:tc>
                  <a:txBody>
                    <a:bodyPr/>
                    <a:lstStyle/>
                    <a:p>
                      <a:pPr marL="0" lvl="0" indent="0" algn="l">
                        <a:lnSpc>
                          <a:spcPct val="100000"/>
                        </a:lnSpc>
                        <a:buNone/>
                      </a:pPr>
                      <a:r>
                        <a:rPr lang="en-US" sz="2000" u="none" strike="noStrike" baseline="0" noProof="0" dirty="0">
                          <a:solidFill>
                            <a:srgbClr val="134678"/>
                          </a:solidFill>
                        </a:rPr>
                        <a:t>Example 2</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marL="0" lvl="0" indent="0" algn="l">
                        <a:lnSpc>
                          <a:spcPct val="100000"/>
                        </a:lnSpc>
                        <a:buNone/>
                      </a:pPr>
                      <a:r>
                        <a:rPr lang="en-GB" sz="1500" u="none" strike="noStrike" baseline="0" noProof="0">
                          <a:solidFill>
                            <a:srgbClr val="134678"/>
                          </a:solidFill>
                        </a:rPr>
                        <a:t>Mean value of CHG by visit</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tc>
                  <a:txBody>
                    <a:bodyPr/>
                    <a:lstStyle/>
                    <a:p>
                      <a:pPr lvl="0" algn="l">
                        <a:lnSpc>
                          <a:spcPct val="100000"/>
                        </a:lnSpc>
                        <a:spcBef>
                          <a:spcPts val="0"/>
                        </a:spcBef>
                        <a:spcAft>
                          <a:spcPts val="0"/>
                        </a:spcAft>
                        <a:buNone/>
                      </a:pPr>
                      <a:r>
                        <a:rPr lang="en-US" sz="1500" u="none" strike="noStrike" noProof="0" dirty="0">
                          <a:solidFill>
                            <a:srgbClr val="134678"/>
                          </a:solidFill>
                        </a:rPr>
                        <a:t>CHG: Change from BASELINE in ADAS Cog (11) by visit</a:t>
                      </a:r>
                    </a:p>
                    <a:p>
                      <a:pPr lvl="0" algn="l">
                        <a:lnSpc>
                          <a:spcPct val="100000"/>
                        </a:lnSpc>
                        <a:spcBef>
                          <a:spcPts val="0"/>
                        </a:spcBef>
                        <a:spcAft>
                          <a:spcPts val="0"/>
                        </a:spcAft>
                        <a:buNone/>
                      </a:pPr>
                      <a:r>
                        <a:rPr lang="en-US" sz="1500" u="none" strike="noStrike" noProof="0" dirty="0">
                          <a:solidFill>
                            <a:srgbClr val="134678"/>
                          </a:solidFill>
                        </a:rPr>
                        <a:t>BASELINE = 'Y' if ADAS Cog (11) at visit 2</a:t>
                      </a:r>
                    </a:p>
                  </a:txBody>
                  <a:tcPr>
                    <a:lnL w="12700">
                      <a:solidFill>
                        <a:schemeClr val="bg2">
                          <a:lumMod val="90000"/>
                        </a:schemeClr>
                      </a:solidFill>
                    </a:lnL>
                    <a:lnR w="12700">
                      <a:solidFill>
                        <a:schemeClr val="bg2">
                          <a:lumMod val="90000"/>
                        </a:schemeClr>
                      </a:solidFill>
                    </a:lnR>
                    <a:lnT w="12700">
                      <a:solidFill>
                        <a:schemeClr val="bg2">
                          <a:lumMod val="90000"/>
                        </a:schemeClr>
                      </a:solidFill>
                    </a:lnT>
                    <a:lnB w="12700">
                      <a:solidFill>
                        <a:schemeClr val="bg2">
                          <a:lumMod val="90000"/>
                        </a:schemeClr>
                      </a:solidFill>
                    </a:lnB>
                  </a:tcPr>
                </a:tc>
                <a:extLst>
                  <a:ext uri="{0D108BD9-81ED-4DB2-BD59-A6C34878D82A}">
                    <a16:rowId xmlns:a16="http://schemas.microsoft.com/office/drawing/2014/main" val="2918983811"/>
                  </a:ext>
                </a:extLst>
              </a:tr>
            </a:tbl>
          </a:graphicData>
        </a:graphic>
      </p:graphicFrame>
      <p:sp>
        <p:nvSpPr>
          <p:cNvPr id="4" name="Slide Number Placeholder 3">
            <a:extLst>
              <a:ext uri="{FF2B5EF4-FFF2-40B4-BE49-F238E27FC236}">
                <a16:creationId xmlns:a16="http://schemas.microsoft.com/office/drawing/2014/main" id="{566D3C4D-7B3E-DAF8-643C-1B17E9D34A33}"/>
              </a:ext>
            </a:extLst>
          </p:cNvPr>
          <p:cNvSpPr>
            <a:spLocks noGrp="1"/>
          </p:cNvSpPr>
          <p:nvPr>
            <p:ph type="sldNum" sz="quarter" idx="12"/>
          </p:nvPr>
        </p:nvSpPr>
        <p:spPr/>
        <p:txBody>
          <a:bodyPr/>
          <a:lstStyle/>
          <a:p>
            <a:fld id="{EB4FF9C4-EEBF-D24D-8A4E-C0B9CCE3F975}" type="slidenum">
              <a:rPr lang="en-US" smtClean="0"/>
              <a:t>20</a:t>
            </a:fld>
            <a:endParaRPr lang="en-US"/>
          </a:p>
        </p:txBody>
      </p:sp>
      <p:sp>
        <p:nvSpPr>
          <p:cNvPr id="3" name="Footer Placeholder 5">
            <a:extLst>
              <a:ext uri="{FF2B5EF4-FFF2-40B4-BE49-F238E27FC236}">
                <a16:creationId xmlns:a16="http://schemas.microsoft.com/office/drawing/2014/main" id="{580086E8-D282-95BB-E7FE-BDFEB7C09240}"/>
              </a:ext>
            </a:extLst>
          </p:cNvPr>
          <p:cNvSpPr>
            <a:spLocks noGrp="1"/>
          </p:cNvSpPr>
          <p:nvPr>
            <p:ph type="ftr" sz="quarter" idx="3"/>
          </p:nvPr>
        </p:nvSpPr>
        <p:spPr>
          <a:xfrm>
            <a:off x="3333509" y="6356351"/>
            <a:ext cx="6234896" cy="365125"/>
          </a:xfrm>
          <a:prstGeom prst="rect">
            <a:avLst/>
          </a:prstGeom>
        </p:spPr>
        <p:txBody>
          <a:bodyPr vert="horz" lIns="0" tIns="0" rIns="0" bIns="0" rtlCol="0" anchor="ctr"/>
          <a:lstStyle>
            <a:defPPr>
              <a:defRPr lang="en-US"/>
            </a:defPPr>
            <a:lvl1pPr marL="0" algn="ctr" defTabSz="914400" rtl="0" eaLnBrk="1" latinLnBrk="0" hangingPunct="1">
              <a:defRPr sz="1067"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#ClearDataClearImpact</a:t>
            </a:r>
          </a:p>
        </p:txBody>
      </p:sp>
    </p:spTree>
    <p:extLst>
      <p:ext uri="{BB962C8B-B14F-4D97-AF65-F5344CB8AC3E}">
        <p14:creationId xmlns:p14="http://schemas.microsoft.com/office/powerpoint/2010/main" val="3394346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DFEDF-D17D-3633-EAA8-4E9817F485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285DBE-C1AE-8CB5-EAE9-1520A1549D97}"/>
              </a:ext>
            </a:extLst>
          </p:cNvPr>
          <p:cNvSpPr>
            <a:spLocks noGrp="1"/>
          </p:cNvSpPr>
          <p:nvPr>
            <p:ph type="title"/>
          </p:nvPr>
        </p:nvSpPr>
        <p:spPr/>
        <p:txBody>
          <a:bodyPr/>
          <a:lstStyle/>
          <a:p>
            <a:r>
              <a:rPr lang="en-US" dirty="0"/>
              <a:t>Example (ANCOVA)</a:t>
            </a:r>
          </a:p>
        </p:txBody>
      </p:sp>
      <p:pic>
        <p:nvPicPr>
          <p:cNvPr id="4" name="Picture 3">
            <a:extLst>
              <a:ext uri="{FF2B5EF4-FFF2-40B4-BE49-F238E27FC236}">
                <a16:creationId xmlns:a16="http://schemas.microsoft.com/office/drawing/2014/main" id="{FC426D19-5E32-1E2B-CE5D-9A5A20BA7EA8}"/>
              </a:ext>
            </a:extLst>
          </p:cNvPr>
          <p:cNvPicPr>
            <a:picLocks noChangeAspect="1"/>
          </p:cNvPicPr>
          <p:nvPr/>
        </p:nvPicPr>
        <p:blipFill>
          <a:blip r:embed="rId2"/>
          <a:stretch>
            <a:fillRect/>
          </a:stretch>
        </p:blipFill>
        <p:spPr>
          <a:xfrm>
            <a:off x="2845068" y="1469683"/>
            <a:ext cx="7772400" cy="4650153"/>
          </a:xfrm>
          <a:prstGeom prst="rect">
            <a:avLst/>
          </a:prstGeom>
        </p:spPr>
      </p:pic>
    </p:spTree>
    <p:extLst>
      <p:ext uri="{BB962C8B-B14F-4D97-AF65-F5344CB8AC3E}">
        <p14:creationId xmlns:p14="http://schemas.microsoft.com/office/powerpoint/2010/main" val="431398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4EFEC-C5EA-7DCC-76E1-9754044FFD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3BD82-0F39-765F-A0B9-58948331DC96}"/>
              </a:ext>
            </a:extLst>
          </p:cNvPr>
          <p:cNvSpPr>
            <a:spLocks noGrp="1"/>
          </p:cNvSpPr>
          <p:nvPr>
            <p:ph type="title"/>
          </p:nvPr>
        </p:nvSpPr>
        <p:spPr/>
        <p:txBody>
          <a:bodyPr/>
          <a:lstStyle/>
          <a:p>
            <a:r>
              <a:rPr lang="en-US">
                <a:cs typeface="Arial"/>
              </a:rPr>
              <a:t>Use cases</a:t>
            </a:r>
            <a:endParaRPr lang="en-US"/>
          </a:p>
        </p:txBody>
      </p:sp>
      <p:sp>
        <p:nvSpPr>
          <p:cNvPr id="3" name="Content Placeholder 2">
            <a:extLst>
              <a:ext uri="{FF2B5EF4-FFF2-40B4-BE49-F238E27FC236}">
                <a16:creationId xmlns:a16="http://schemas.microsoft.com/office/drawing/2014/main" id="{DBC9DC3F-1C80-7F98-786C-758BE624880F}"/>
              </a:ext>
            </a:extLst>
          </p:cNvPr>
          <p:cNvSpPr>
            <a:spLocks noGrp="1"/>
          </p:cNvSpPr>
          <p:nvPr>
            <p:ph idx="1"/>
          </p:nvPr>
        </p:nvSpPr>
        <p:spPr>
          <a:xfrm>
            <a:off x="596766" y="1663084"/>
            <a:ext cx="11040177" cy="4487488"/>
          </a:xfrm>
        </p:spPr>
        <p:txBody>
          <a:bodyPr vert="horz" lIns="0" tIns="0" rIns="0" bIns="0" rtlCol="0" anchor="t">
            <a:normAutofit/>
          </a:bodyPr>
          <a:lstStyle/>
          <a:p>
            <a:pPr marL="227965" indent="-227965"/>
            <a:r>
              <a:rPr lang="en-US" sz="2400" dirty="0">
                <a:ea typeface="+mn-lt"/>
                <a:cs typeface="+mn-lt"/>
              </a:rPr>
              <a:t>as a statistician, I can define the nuances of my analyses so that a human or AI programmer can accurately implement the analyses</a:t>
            </a:r>
          </a:p>
          <a:p>
            <a:pPr marL="227965" indent="-227965"/>
            <a:r>
              <a:rPr lang="en-US" sz="2400" dirty="0">
                <a:ea typeface="+mn-lt"/>
                <a:cs typeface="+mn-lt"/>
              </a:rPr>
              <a:t>as a statistician, I can search for and reuse Analysis Methods</a:t>
            </a:r>
            <a:endParaRPr lang="en-US" sz="2400" dirty="0">
              <a:cs typeface="Arial"/>
            </a:endParaRPr>
          </a:p>
          <a:p>
            <a:pPr marL="227965" indent="-227965"/>
            <a:r>
              <a:rPr lang="en-US" sz="2400" dirty="0">
                <a:ea typeface="+mn-lt"/>
                <a:cs typeface="+mn-lt"/>
              </a:rPr>
              <a:t>as a statistician, I can connect methods that have different implementations, different implementation contexts</a:t>
            </a:r>
            <a:endParaRPr lang="en-US" sz="2400" dirty="0"/>
          </a:p>
          <a:p>
            <a:pPr marL="227965" indent="-227965"/>
            <a:r>
              <a:rPr lang="en-US" sz="2400" dirty="0">
                <a:ea typeface="+mn-lt"/>
                <a:cs typeface="+mn-lt"/>
              </a:rPr>
              <a:t>as an academic, I can publish structured analysis design to journals</a:t>
            </a:r>
            <a:endParaRPr lang="en-US" sz="2400" dirty="0"/>
          </a:p>
          <a:p>
            <a:pPr marL="227965" indent="-227965"/>
            <a:r>
              <a:rPr lang="en-US" sz="2400" dirty="0">
                <a:ea typeface="+mn-lt"/>
                <a:cs typeface="+mn-lt"/>
              </a:rPr>
              <a:t>as a programmer, I can understand the impact analysis of changes to SAP</a:t>
            </a:r>
            <a:endParaRPr lang="en-US" sz="2400" dirty="0"/>
          </a:p>
          <a:p>
            <a:pPr marL="227965" indent="-227965"/>
            <a:r>
              <a:rPr lang="en-US" sz="2400" dirty="0">
                <a:cs typeface="Arial"/>
              </a:rPr>
              <a:t>as a regulatory reviewer, I can understand unambiguously what analysis was done</a:t>
            </a:r>
          </a:p>
          <a:p>
            <a:pPr marL="227965" indent="-227965"/>
            <a:r>
              <a:rPr lang="en-US" sz="2400" dirty="0">
                <a:cs typeface="Arial"/>
              </a:rPr>
              <a:t>as a statistician, I can trace from the analysis conducted to the data point which contributed to the analysis </a:t>
            </a:r>
          </a:p>
          <a:p>
            <a:pPr marL="227965" indent="-227965"/>
            <a:endParaRPr lang="en-US" sz="2400" dirty="0">
              <a:cs typeface="Arial"/>
            </a:endParaRPr>
          </a:p>
        </p:txBody>
      </p:sp>
      <p:sp>
        <p:nvSpPr>
          <p:cNvPr id="4" name="Slide Number Placeholder 3">
            <a:extLst>
              <a:ext uri="{FF2B5EF4-FFF2-40B4-BE49-F238E27FC236}">
                <a16:creationId xmlns:a16="http://schemas.microsoft.com/office/drawing/2014/main" id="{6C349DEA-87A5-7FF1-D84C-28CC97ECC340}"/>
              </a:ext>
            </a:extLst>
          </p:cNvPr>
          <p:cNvSpPr>
            <a:spLocks noGrp="1"/>
          </p:cNvSpPr>
          <p:nvPr>
            <p:ph type="sldNum" sz="quarter" idx="12"/>
          </p:nvPr>
        </p:nvSpPr>
        <p:spPr/>
        <p:txBody>
          <a:bodyPr/>
          <a:lstStyle/>
          <a:p>
            <a:fld id="{EB4FF9C4-EEBF-D24D-8A4E-C0B9CCE3F975}" type="slidenum">
              <a:rPr lang="en-US" smtClean="0"/>
              <a:t>22</a:t>
            </a:fld>
            <a:endParaRPr lang="en-US"/>
          </a:p>
        </p:txBody>
      </p:sp>
      <p:sp>
        <p:nvSpPr>
          <p:cNvPr id="6" name="Footer Placeholder 5">
            <a:extLst>
              <a:ext uri="{FF2B5EF4-FFF2-40B4-BE49-F238E27FC236}">
                <a16:creationId xmlns:a16="http://schemas.microsoft.com/office/drawing/2014/main" id="{ABD66FB8-F365-47BE-EAFD-012F9BA9576E}"/>
              </a:ext>
            </a:extLst>
          </p:cNvPr>
          <p:cNvSpPr>
            <a:spLocks noGrp="1"/>
          </p:cNvSpPr>
          <p:nvPr>
            <p:ph type="ftr" sz="quarter" idx="3"/>
          </p:nvPr>
        </p:nvSpPr>
        <p:spPr>
          <a:xfrm>
            <a:off x="3333509" y="6356351"/>
            <a:ext cx="6234896" cy="365125"/>
          </a:xfrm>
          <a:prstGeom prst="rect">
            <a:avLst/>
          </a:prstGeom>
        </p:spPr>
        <p:txBody>
          <a:bodyPr vert="horz" lIns="0" tIns="0" rIns="0" bIns="0" rtlCol="0" anchor="ctr"/>
          <a:lstStyle>
            <a:defPPr>
              <a:defRPr lang="en-US"/>
            </a:defPPr>
            <a:lvl1pPr marL="0" algn="ctr" defTabSz="914400" rtl="0" eaLnBrk="1" latinLnBrk="0" hangingPunct="1">
              <a:defRPr sz="1067"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#ClearDataClearImpact</a:t>
            </a:r>
          </a:p>
        </p:txBody>
      </p:sp>
    </p:spTree>
    <p:extLst>
      <p:ext uri="{BB962C8B-B14F-4D97-AF65-F5344CB8AC3E}">
        <p14:creationId xmlns:p14="http://schemas.microsoft.com/office/powerpoint/2010/main" val="1298697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DB889-923E-FAA4-F503-4B0BB9F2A82A}"/>
            </a:ext>
          </a:extLst>
        </p:cNvPr>
        <p:cNvGrpSpPr/>
        <p:nvPr/>
      </p:nvGrpSpPr>
      <p:grpSpPr>
        <a:xfrm>
          <a:off x="0" y="0"/>
          <a:ext cx="0" cy="0"/>
          <a:chOff x="0" y="0"/>
          <a:chExt cx="0" cy="0"/>
        </a:xfrm>
      </p:grpSpPr>
      <p:pic>
        <p:nvPicPr>
          <p:cNvPr id="5" name="Picture 4" descr="A blue and red text on a white background&#10;&#10;AI-generated content may be incorrect.">
            <a:extLst>
              <a:ext uri="{FF2B5EF4-FFF2-40B4-BE49-F238E27FC236}">
                <a16:creationId xmlns:a16="http://schemas.microsoft.com/office/drawing/2014/main" id="{B62B2FA1-5413-32E6-F621-F12457A7F837}"/>
              </a:ext>
            </a:extLst>
          </p:cNvPr>
          <p:cNvPicPr>
            <a:picLocks noChangeAspect="1"/>
          </p:cNvPicPr>
          <p:nvPr/>
        </p:nvPicPr>
        <p:blipFill>
          <a:blip r:embed="rId2"/>
          <a:stretch>
            <a:fillRect/>
          </a:stretch>
        </p:blipFill>
        <p:spPr>
          <a:xfrm>
            <a:off x="105877" y="221564"/>
            <a:ext cx="11839759" cy="5813475"/>
          </a:xfrm>
          <a:prstGeom prst="rect">
            <a:avLst/>
          </a:prstGeom>
        </p:spPr>
      </p:pic>
    </p:spTree>
    <p:extLst>
      <p:ext uri="{BB962C8B-B14F-4D97-AF65-F5344CB8AC3E}">
        <p14:creationId xmlns:p14="http://schemas.microsoft.com/office/powerpoint/2010/main" val="565300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FB9D2-6B83-D1A7-9902-DB846B19339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E99B27-16C1-1504-7608-BFD3696F5427}"/>
              </a:ext>
            </a:extLst>
          </p:cNvPr>
          <p:cNvSpPr>
            <a:spLocks noGrp="1"/>
          </p:cNvSpPr>
          <p:nvPr>
            <p:ph sz="half" idx="2"/>
          </p:nvPr>
        </p:nvSpPr>
        <p:spPr/>
        <p:txBody>
          <a:bodyPr/>
          <a:lstStyle/>
          <a:p>
            <a:endParaRPr lang="en-US" dirty="0"/>
          </a:p>
        </p:txBody>
      </p:sp>
      <p:sp>
        <p:nvSpPr>
          <p:cNvPr id="3" name="Title 2">
            <a:extLst>
              <a:ext uri="{FF2B5EF4-FFF2-40B4-BE49-F238E27FC236}">
                <a16:creationId xmlns:a16="http://schemas.microsoft.com/office/drawing/2014/main" id="{2672B4A9-7C49-BA42-D3F7-50D0E51F1570}"/>
              </a:ext>
            </a:extLst>
          </p:cNvPr>
          <p:cNvSpPr>
            <a:spLocks noGrp="1"/>
          </p:cNvSpPr>
          <p:nvPr>
            <p:ph type="title"/>
          </p:nvPr>
        </p:nvSpPr>
        <p:spPr/>
        <p:txBody>
          <a:bodyPr/>
          <a:lstStyle/>
          <a:p>
            <a:r>
              <a:rPr lang="en-US" dirty="0"/>
              <a:t>Next Steps</a:t>
            </a:r>
          </a:p>
        </p:txBody>
      </p:sp>
    </p:spTree>
    <p:extLst>
      <p:ext uri="{BB962C8B-B14F-4D97-AF65-F5344CB8AC3E}">
        <p14:creationId xmlns:p14="http://schemas.microsoft.com/office/powerpoint/2010/main" val="3107775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50415-C216-3928-C162-A1DD5026A6E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CE26700-15B5-69F2-80FB-17479441D216}"/>
              </a:ext>
            </a:extLst>
          </p:cNvPr>
          <p:cNvSpPr>
            <a:spLocks noGrp="1"/>
          </p:cNvSpPr>
          <p:nvPr>
            <p:ph type="title"/>
          </p:nvPr>
        </p:nvSpPr>
        <p:spPr/>
        <p:txBody>
          <a:bodyPr/>
          <a:lstStyle/>
          <a:p>
            <a:r>
              <a:rPr lang="en-US" dirty="0"/>
              <a:t>Technical and Model Development</a:t>
            </a:r>
          </a:p>
        </p:txBody>
      </p:sp>
      <p:graphicFrame>
        <p:nvGraphicFramePr>
          <p:cNvPr id="6" name="Diagram 5">
            <a:extLst>
              <a:ext uri="{FF2B5EF4-FFF2-40B4-BE49-F238E27FC236}">
                <a16:creationId xmlns:a16="http://schemas.microsoft.com/office/drawing/2014/main" id="{E2C3507D-0EFD-2C71-6C7C-512D02A160A2}"/>
              </a:ext>
            </a:extLst>
          </p:cNvPr>
          <p:cNvGraphicFramePr/>
          <p:nvPr>
            <p:extLst>
              <p:ext uri="{D42A27DB-BD31-4B8C-83A1-F6EECF244321}">
                <p14:modId xmlns:p14="http://schemas.microsoft.com/office/powerpoint/2010/main" val="1743448860"/>
              </p:ext>
            </p:extLst>
          </p:nvPr>
        </p:nvGraphicFramePr>
        <p:xfrm>
          <a:off x="438558" y="1305007"/>
          <a:ext cx="11314884" cy="9499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itle 4">
            <a:extLst>
              <a:ext uri="{FF2B5EF4-FFF2-40B4-BE49-F238E27FC236}">
                <a16:creationId xmlns:a16="http://schemas.microsoft.com/office/drawing/2014/main" id="{A8C559AE-EAD3-3327-623A-A42B3C2E3B1B}"/>
              </a:ext>
            </a:extLst>
          </p:cNvPr>
          <p:cNvSpPr txBox="1">
            <a:spLocks/>
          </p:cNvSpPr>
          <p:nvPr/>
        </p:nvSpPr>
        <p:spPr>
          <a:xfrm>
            <a:off x="273318" y="2076283"/>
            <a:ext cx="11645363" cy="12289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4578"/>
                </a:solidFill>
                <a:latin typeface="Arial" panose="020B0604020202020204" pitchFamily="34" charset="0"/>
                <a:ea typeface="+mj-ea"/>
                <a:cs typeface="Arial" panose="020B0604020202020204" pitchFamily="34" charset="0"/>
              </a:defRPr>
            </a:lvl1pPr>
          </a:lstStyle>
          <a:p>
            <a:r>
              <a:rPr lang="en-US" dirty="0"/>
              <a:t>Community &amp; Industry Engagement</a:t>
            </a:r>
          </a:p>
        </p:txBody>
      </p:sp>
      <p:graphicFrame>
        <p:nvGraphicFramePr>
          <p:cNvPr id="10" name="Diagram 9">
            <a:extLst>
              <a:ext uri="{FF2B5EF4-FFF2-40B4-BE49-F238E27FC236}">
                <a16:creationId xmlns:a16="http://schemas.microsoft.com/office/drawing/2014/main" id="{62D58E2D-C479-F13B-6A14-86F115DA7FF8}"/>
              </a:ext>
            </a:extLst>
          </p:cNvPr>
          <p:cNvGraphicFramePr/>
          <p:nvPr>
            <p:extLst>
              <p:ext uri="{D42A27DB-BD31-4B8C-83A1-F6EECF244321}">
                <p14:modId xmlns:p14="http://schemas.microsoft.com/office/powerpoint/2010/main" val="1149380343"/>
              </p:ext>
            </p:extLst>
          </p:nvPr>
        </p:nvGraphicFramePr>
        <p:xfrm>
          <a:off x="369016" y="3078227"/>
          <a:ext cx="11314884" cy="94993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1" name="Title 4">
            <a:extLst>
              <a:ext uri="{FF2B5EF4-FFF2-40B4-BE49-F238E27FC236}">
                <a16:creationId xmlns:a16="http://schemas.microsoft.com/office/drawing/2014/main" id="{758184B0-9365-B439-B965-4EE477805AE7}"/>
              </a:ext>
            </a:extLst>
          </p:cNvPr>
          <p:cNvSpPr txBox="1">
            <a:spLocks/>
          </p:cNvSpPr>
          <p:nvPr/>
        </p:nvSpPr>
        <p:spPr>
          <a:xfrm>
            <a:off x="273317" y="3838434"/>
            <a:ext cx="11645363" cy="12289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4578"/>
                </a:solidFill>
                <a:latin typeface="Arial" panose="020B0604020202020204" pitchFamily="34" charset="0"/>
                <a:ea typeface="+mj-ea"/>
                <a:cs typeface="Arial" panose="020B0604020202020204" pitchFamily="34" charset="0"/>
              </a:defRPr>
            </a:lvl1pPr>
          </a:lstStyle>
          <a:p>
            <a:r>
              <a:rPr lang="en-US" dirty="0"/>
              <a:t>Strategic Opportunities &amp; Challenges</a:t>
            </a:r>
          </a:p>
        </p:txBody>
      </p:sp>
      <p:graphicFrame>
        <p:nvGraphicFramePr>
          <p:cNvPr id="12" name="Diagram 11">
            <a:extLst>
              <a:ext uri="{FF2B5EF4-FFF2-40B4-BE49-F238E27FC236}">
                <a16:creationId xmlns:a16="http://schemas.microsoft.com/office/drawing/2014/main" id="{9D05F6F7-81D8-0519-9EAE-4AA06DA4553F}"/>
              </a:ext>
            </a:extLst>
          </p:cNvPr>
          <p:cNvGraphicFramePr/>
          <p:nvPr>
            <p:extLst>
              <p:ext uri="{D42A27DB-BD31-4B8C-83A1-F6EECF244321}">
                <p14:modId xmlns:p14="http://schemas.microsoft.com/office/powerpoint/2010/main" val="1104182835"/>
              </p:ext>
            </p:extLst>
          </p:nvPr>
        </p:nvGraphicFramePr>
        <p:xfrm>
          <a:off x="369016" y="4774370"/>
          <a:ext cx="11314884" cy="94993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13397489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08904-86EC-123E-31BB-B7CD0218B3D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F3E466-03FA-D224-CA22-7743F3D3D22F}"/>
              </a:ext>
            </a:extLst>
          </p:cNvPr>
          <p:cNvSpPr>
            <a:spLocks noGrp="1"/>
          </p:cNvSpPr>
          <p:nvPr>
            <p:ph type="title"/>
          </p:nvPr>
        </p:nvSpPr>
        <p:spPr/>
        <p:txBody>
          <a:bodyPr/>
          <a:lstStyle/>
          <a:p>
            <a:r>
              <a:rPr lang="en-US" dirty="0"/>
              <a:t>Questions</a:t>
            </a:r>
          </a:p>
        </p:txBody>
      </p:sp>
    </p:spTree>
    <p:extLst>
      <p:ext uri="{BB962C8B-B14F-4D97-AF65-F5344CB8AC3E}">
        <p14:creationId xmlns:p14="http://schemas.microsoft.com/office/powerpoint/2010/main" val="12611878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D93F-02B7-CD0D-B24A-1ED0E2443BAB}"/>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794931459"/>
      </p:ext>
    </p:extLst>
  </p:cSld>
  <p:clrMapOvr>
    <a:masterClrMapping/>
  </p:clrMapOvr>
</p:sld>
</file>

<file path=ppt/theme/theme1.xml><?xml version="1.0" encoding="utf-8"?>
<a:theme xmlns:a="http://schemas.openxmlformats.org/drawingml/2006/main" name="Office Theme">
  <a:themeElements>
    <a:clrScheme name="CDISC 2026">
      <a:dk1>
        <a:srgbClr val="000000"/>
      </a:dk1>
      <a:lt1>
        <a:srgbClr val="FFFFFF"/>
      </a:lt1>
      <a:dk2>
        <a:srgbClr val="0E2841"/>
      </a:dk2>
      <a:lt2>
        <a:srgbClr val="E8E8E8"/>
      </a:lt2>
      <a:accent1>
        <a:srgbClr val="004578"/>
      </a:accent1>
      <a:accent2>
        <a:srgbClr val="CB4643"/>
      </a:accent2>
      <a:accent3>
        <a:srgbClr val="EBA91E"/>
      </a:accent3>
      <a:accent4>
        <a:srgbClr val="9DD0CA"/>
      </a:accent4>
      <a:accent5>
        <a:srgbClr val="3DB3E3"/>
      </a:accent5>
      <a:accent6>
        <a:srgbClr val="533278"/>
      </a:accent6>
      <a:hlink>
        <a:srgbClr val="3DB3E3"/>
      </a:hlink>
      <a:folHlink>
        <a:srgbClr val="533278"/>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Events Themes">
  <a:themeElements>
    <a:clrScheme name="CDISC-1 1">
      <a:dk1>
        <a:srgbClr val="134678"/>
      </a:dk1>
      <a:lt1>
        <a:srgbClr val="FFFFFF"/>
      </a:lt1>
      <a:dk2>
        <a:srgbClr val="515349"/>
      </a:dk2>
      <a:lt2>
        <a:srgbClr val="F5F5F5"/>
      </a:lt2>
      <a:accent1>
        <a:srgbClr val="134678"/>
      </a:accent1>
      <a:accent2>
        <a:srgbClr val="A1D0CA"/>
      </a:accent2>
      <a:accent3>
        <a:srgbClr val="C94543"/>
      </a:accent3>
      <a:accent4>
        <a:srgbClr val="EDAA00"/>
      </a:accent4>
      <a:accent5>
        <a:srgbClr val="553278"/>
      </a:accent5>
      <a:accent6>
        <a:srgbClr val="40B3E5"/>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C21362BB-AA44-4134-80AD-BE5DACF26248}" vid="{49B3FA33-4649-4EE5-9E53-46FF66152E09}"/>
    </a:ext>
  </a:extLst>
</a:theme>
</file>

<file path=ppt/theme/theme3.xml><?xml version="1.0" encoding="utf-8"?>
<a:theme xmlns:a="http://schemas.openxmlformats.org/drawingml/2006/main" name="About CDISC Slide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C079A10339794D94E789B6982286B4" ma:contentTypeVersion="11" ma:contentTypeDescription="Create a new document." ma:contentTypeScope="" ma:versionID="cc5af5f44c233fb52f08d69700e5388c">
  <xsd:schema xmlns:xsd="http://www.w3.org/2001/XMLSchema" xmlns:xs="http://www.w3.org/2001/XMLSchema" xmlns:p="http://schemas.microsoft.com/office/2006/metadata/properties" xmlns:ns2="fb32a2d1-1d11-4050-b5f7-2362836cfc73" xmlns:ns3="a62d018c-6c12-4558-87da-a74144b7042d" targetNamespace="http://schemas.microsoft.com/office/2006/metadata/properties" ma:root="true" ma:fieldsID="fcd29b35fabbc5a5caeac71fb5e06574" ns2:_="" ns3:_="">
    <xsd:import namespace="fb32a2d1-1d11-4050-b5f7-2362836cfc73"/>
    <xsd:import namespace="a62d018c-6c12-4558-87da-a74144b7042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32a2d1-1d11-4050-b5f7-2362836cfc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c04c6af-d60c-4670-8c9c-7f80a3ec6f3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62d018c-6c12-4558-87da-a74144b7042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37b6e2c3-c80f-4200-8dde-0d60aa191bda}" ma:internalName="TaxCatchAll" ma:showField="CatchAllData" ma:web="a62d018c-6c12-4558-87da-a74144b7042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b32a2d1-1d11-4050-b5f7-2362836cfc73">
      <Terms xmlns="http://schemas.microsoft.com/office/infopath/2007/PartnerControls"/>
    </lcf76f155ced4ddcb4097134ff3c332f>
    <TaxCatchAll xmlns="a62d018c-6c12-4558-87da-a74144b7042d" xsi:nil="true"/>
  </documentManagement>
</p:properties>
</file>

<file path=customXml/itemProps1.xml><?xml version="1.0" encoding="utf-8"?>
<ds:datastoreItem xmlns:ds="http://schemas.openxmlformats.org/officeDocument/2006/customXml" ds:itemID="{5B817383-A298-4D17-9AB4-EEEB603D2685}"/>
</file>

<file path=customXml/itemProps2.xml><?xml version="1.0" encoding="utf-8"?>
<ds:datastoreItem xmlns:ds="http://schemas.openxmlformats.org/officeDocument/2006/customXml" ds:itemID="{F7F1766B-2B3C-474A-B288-AA45E897EA03}">
  <ds:schemaRefs>
    <ds:schemaRef ds:uri="http://schemas.microsoft.com/sharepoint/v3/contenttype/forms"/>
  </ds:schemaRefs>
</ds:datastoreItem>
</file>

<file path=customXml/itemProps3.xml><?xml version="1.0" encoding="utf-8"?>
<ds:datastoreItem xmlns:ds="http://schemas.openxmlformats.org/officeDocument/2006/customXml" ds:itemID="{03D8FA67-0B9B-432C-AFE0-58EEA87E1C7C}">
  <ds:schemaRefs>
    <ds:schemaRef ds:uri="http://purl.org/dc/dcmitype/"/>
    <ds:schemaRef ds:uri="4bf3cf7a-d588-4a25-930e-dade90bb8364"/>
    <ds:schemaRef ds:uri="http://www.w3.org/XML/1998/namespace"/>
    <ds:schemaRef ds:uri="http://purl.org/dc/terms/"/>
    <ds:schemaRef ds:uri="http://schemas.microsoft.com/office/2006/documentManagement/types"/>
    <ds:schemaRef ds:uri="http://purl.org/dc/elements/1.1/"/>
    <ds:schemaRef ds:uri="58171dbb-0cab-4d7a-9d6c-42772840c016"/>
    <ds:schemaRef ds:uri="http://schemas.microsoft.com/office/infopath/2007/PartnerControl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2961</TotalTime>
  <Words>1803</Words>
  <Application>Microsoft Macintosh PowerPoint</Application>
  <PresentationFormat>Widescreen</PresentationFormat>
  <Paragraphs>223</Paragraphs>
  <Slides>27</Slides>
  <Notes>11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27</vt:i4>
      </vt:variant>
    </vt:vector>
  </HeadingPairs>
  <TitlesOfParts>
    <vt:vector size="35" baseType="lpstr">
      <vt:lpstr>Aptos</vt:lpstr>
      <vt:lpstr>Aptos Display</vt:lpstr>
      <vt:lpstr>Arial</vt:lpstr>
      <vt:lpstr>Courier New</vt:lpstr>
      <vt:lpstr>Roboto</vt:lpstr>
      <vt:lpstr>Office Theme</vt:lpstr>
      <vt:lpstr>Events Themes</vt:lpstr>
      <vt:lpstr>About CDISC Slides</vt:lpstr>
      <vt:lpstr>Analysis Concepts Initial Perspectives from the CDISC Working Group</vt:lpstr>
      <vt:lpstr>Meet the speaker</vt:lpstr>
      <vt:lpstr>Disclaimer and Disclosures</vt:lpstr>
      <vt:lpstr>Agenda</vt:lpstr>
      <vt:lpstr>Problem Statement</vt:lpstr>
      <vt:lpstr>CDISC Standards – November 2025</vt:lpstr>
      <vt:lpstr>PowerPoint Presentation</vt:lpstr>
      <vt:lpstr>CDISC Standards – November 2025</vt:lpstr>
      <vt:lpstr>CDISC Analysis Result Standards – Released 2024</vt:lpstr>
      <vt:lpstr>CDISC Standards – November 2025</vt:lpstr>
      <vt:lpstr>CDISC Biomedical Concepts</vt:lpstr>
      <vt:lpstr>Where Analysis Concepts fit</vt:lpstr>
      <vt:lpstr>Standards Use-Cases</vt:lpstr>
      <vt:lpstr>The AC/DC Framework</vt:lpstr>
      <vt:lpstr>Today's specification of analysis</vt:lpstr>
      <vt:lpstr>Proposed 5-Layer Architecture</vt:lpstr>
      <vt:lpstr>Layer 1: Human-readable analysis descriptions</vt:lpstr>
      <vt:lpstr>Layer 2: Abstract statistical logic</vt:lpstr>
      <vt:lpstr>Layer 3: Describing the analysis data structure</vt:lpstr>
      <vt:lpstr>Layer 4: Standards-Independent semantic definitions  </vt:lpstr>
      <vt:lpstr>Example (ANCOVA)</vt:lpstr>
      <vt:lpstr>Use cases</vt:lpstr>
      <vt:lpstr>PowerPoint Presentation</vt:lpstr>
      <vt:lpstr>Next Steps</vt:lpstr>
      <vt:lpstr>Technical and Model Development</vt:lpstr>
      <vt:lpstr>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Sabine Zimmer</dc:creator>
  <cp:lastModifiedBy>Stuart Malcolm</cp:lastModifiedBy>
  <cp:revision>17</cp:revision>
  <dcterms:created xsi:type="dcterms:W3CDTF">2026-01-20T16:08:43Z</dcterms:created>
  <dcterms:modified xsi:type="dcterms:W3CDTF">2026-02-13T09:03:02Z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0x0101005DC079A10339794D94E789B6982286B4</vt:lpwstr>
  </property>
  <property fmtid="{D5CDD505-2E9C-101B-9397-08002B2CF9AE}" pid="3" name="MediaServiceImageTags">
    <vt:lpwstr/>
  </property>
</Properties>
</file>