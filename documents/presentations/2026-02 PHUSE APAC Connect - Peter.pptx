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omments/modernComment_7FFFF9FC_DCBB5CF9.xml" ContentType="application/vnd.ms-powerpoint.comment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3" r:id="rId2"/>
    <p:sldMasterId id="2147483682" r:id="rId3"/>
  </p:sldMasterIdLst>
  <p:notesMasterIdLst>
    <p:notesMasterId r:id="rId30"/>
  </p:notesMasterIdLst>
  <p:sldIdLst>
    <p:sldId id="267" r:id="rId4"/>
    <p:sldId id="2147375135" r:id="rId5"/>
    <p:sldId id="257" r:id="rId6"/>
    <p:sldId id="2147482035" r:id="rId7"/>
    <p:sldId id="2147472158" r:id="rId8"/>
    <p:sldId id="2147482098" r:id="rId9"/>
    <p:sldId id="2147481778" r:id="rId10"/>
    <p:sldId id="2147481782" r:id="rId11"/>
    <p:sldId id="2147482060" r:id="rId12"/>
    <p:sldId id="2147482061" r:id="rId13"/>
    <p:sldId id="2147482088" r:id="rId14"/>
    <p:sldId id="2147482053" r:id="rId15"/>
    <p:sldId id="2147482107" r:id="rId16"/>
    <p:sldId id="2147482054" r:id="rId17"/>
    <p:sldId id="2147482090" r:id="rId18"/>
    <p:sldId id="2147482055" r:id="rId19"/>
    <p:sldId id="2147482108" r:id="rId20"/>
    <p:sldId id="2147482070" r:id="rId21"/>
    <p:sldId id="2147482069" r:id="rId22"/>
    <p:sldId id="2147481898" r:id="rId23"/>
    <p:sldId id="2147482065" r:id="rId24"/>
    <p:sldId id="2147482066" r:id="rId25"/>
    <p:sldId id="2147482109" r:id="rId26"/>
    <p:sldId id="2147473166" r:id="rId27"/>
    <p:sldId id="2147482086" r:id="rId28"/>
    <p:sldId id="21474820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Slides" id="{3E374DE5-8894-DD4E-8C00-9F17C52B5D29}">
          <p14:sldIdLst>
            <p14:sldId id="267"/>
            <p14:sldId id="2147375135"/>
            <p14:sldId id="257"/>
            <p14:sldId id="2147482035"/>
            <p14:sldId id="2147472158"/>
            <p14:sldId id="2147482098"/>
            <p14:sldId id="2147481778"/>
            <p14:sldId id="2147481782"/>
            <p14:sldId id="2147482060"/>
            <p14:sldId id="2147482061"/>
            <p14:sldId id="2147482088"/>
            <p14:sldId id="2147482053"/>
            <p14:sldId id="2147482107"/>
            <p14:sldId id="2147482054"/>
            <p14:sldId id="2147482090"/>
            <p14:sldId id="2147482055"/>
            <p14:sldId id="2147482108"/>
            <p14:sldId id="2147482070"/>
            <p14:sldId id="2147482069"/>
            <p14:sldId id="2147481898"/>
            <p14:sldId id="2147482065"/>
            <p14:sldId id="2147482066"/>
            <p14:sldId id="2147482109"/>
            <p14:sldId id="2147473166"/>
            <p14:sldId id="2147482086"/>
            <p14:sldId id="2147482078"/>
          </p14:sldIdLst>
        </p14:section>
        <p14:section name="Event Slides" id="{FFCF565D-DA0A-E643-9CFD-D51F02E248C1}">
          <p14:sldIdLst/>
        </p14:section>
        <p14:section name="CDISC Slides" id="{7928BDFB-DF93-AB4A-B30D-B3C90E435D0B}">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147F01-A2F7-7472-04AE-369BFB032A62}" name="Peter Van Reusel | Innovion" initials="PVR|I" userId="S::peter.van.reusel@innovion.be::29de67b4-cab3-439d-8c0d-c2267ed86c67" providerId="AD"/>
  <p188:author id="{EB8F7331-1BD9-195D-C5E3-7F69B8B128E9}" name="Lex Jansen (Contractor)" initials="LJ" userId="S::ljansen@cdisc.org::037d483d-cb71-4fe4-bf61-b6645badbd16" providerId="AD"/>
  <p188:author id="{6C9F9975-A703-E11F-1301-27D98714773E}" name="Sam Hume" initials="SH" userId="S::shume@cdisc.org::215624e0-cf4b-4ac0-b03c-fc890724767b" providerId="AD"/>
  <p188:author id="{FB985498-38AC-CE2D-2FA6-40E8BEB659F6}" name="Julie Smiley" initials="JS" userId="S::jsmiley@cdisc.org::31dda62b-8b27-4881-b0a7-6f75c3d514b9" providerId="AD"/>
  <p188:author id="{092936A2-863B-75FF-54E8-D1A03EDF7448}" name="Erin Sullivan (Contractor)" initials="E(" userId="S::esullivan@cdisc.org::5b15c066-876a-4566-bf24-1b105171066e" providerId="AD"/>
  <p188:author id="{226C43C7-AD48-65C0-919D-77CD0A608306}" name="Bess LeRoy" initials="BL" userId="S::bleroy@cdisc.org::ee487b5a-2a83-4ba1-a8ee-c6d026b5d7a3" providerId="AD"/>
  <p188:author id="{919DDEE1-126A-0E29-6354-98E72B0E0509}" name="Peter Van Reusel" initials="PR" userId="S::pvanreusel@cdisc.org::ceee7418-dc66-49b8-a362-a1a89257fb58" providerId="AD"/>
  <p188:author id="{3EB15DED-DC60-AEFD-7FFC-182470623111}" name="Anthony Chow" initials="AC" userId="S::achow@cdisc.org::5de5fd86-59a0-4276-88cf-023e212b071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4578"/>
    <a:srgbClr val="79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E31AA7-15CC-4AAA-B7C1-FF9D8E8EDC72}" v="9" dt="2026-02-19T12:17:41.5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98" autoAdjust="0"/>
    <p:restoredTop sz="94694"/>
  </p:normalViewPr>
  <p:slideViewPr>
    <p:cSldViewPr snapToGrid="0">
      <p:cViewPr varScale="1">
        <p:scale>
          <a:sx n="69" d="100"/>
          <a:sy n="69" d="100"/>
        </p:scale>
        <p:origin x="448" y="272"/>
      </p:cViewPr>
      <p:guideLst>
        <p:guide orient="horz" pos="2160"/>
        <p:guide pos="3840"/>
      </p:guideLst>
    </p:cSldViewPr>
  </p:slideViewPr>
  <p:notesTextViewPr>
    <p:cViewPr>
      <p:scale>
        <a:sx n="1" d="1"/>
        <a:sy n="1" d="1"/>
      </p:scale>
      <p:origin x="0" y="0"/>
    </p:cViewPr>
  </p:notesTextViewPr>
  <p:notesViewPr>
    <p:cSldViewPr snapToGrid="0">
      <p:cViewPr varScale="1">
        <p:scale>
          <a:sx n="121" d="100"/>
          <a:sy n="121" d="100"/>
        </p:scale>
        <p:origin x="507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customXml" Target="../customXml/item2.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38" Type="http://schemas.openxmlformats.org/officeDocument/2006/relationships/customXml" Target="../customXml/item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37" Type="http://schemas.microsoft.com/office/2018/10/relationships/authors" Target="authors.xml"/><Relationship Id="rId40"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Van Reusel | Innovion" userId="29de67b4-cab3-439d-8c0d-c2267ed86c67" providerId="ADAL" clId="{A4EFF205-54EE-4AB4-A649-65A7E3BBB005}"/>
    <pc:docChg chg="undo custSel addSld delSld modSld sldOrd modSection">
      <pc:chgData name="Peter Van Reusel | Innovion" userId="29de67b4-cab3-439d-8c0d-c2267ed86c67" providerId="ADAL" clId="{A4EFF205-54EE-4AB4-A649-65A7E3BBB005}" dt="2026-02-19T12:19:31.189" v="226" actId="478"/>
      <pc:docMkLst>
        <pc:docMk/>
      </pc:docMkLst>
      <pc:sldChg chg="del">
        <pc:chgData name="Peter Van Reusel | Innovion" userId="29de67b4-cab3-439d-8c0d-c2267ed86c67" providerId="ADAL" clId="{A4EFF205-54EE-4AB4-A649-65A7E3BBB005}" dt="2026-02-19T12:03:51.914" v="138" actId="47"/>
        <pc:sldMkLst>
          <pc:docMk/>
          <pc:sldMk cId="0" sldId="256"/>
        </pc:sldMkLst>
      </pc:sldChg>
      <pc:sldChg chg="modSp add mod">
        <pc:chgData name="Peter Van Reusel | Innovion" userId="29de67b4-cab3-439d-8c0d-c2267ed86c67" providerId="ADAL" clId="{A4EFF205-54EE-4AB4-A649-65A7E3BBB005}" dt="2026-02-19T11:59:32.717" v="128" actId="20577"/>
        <pc:sldMkLst>
          <pc:docMk/>
          <pc:sldMk cId="4218661488" sldId="267"/>
        </pc:sldMkLst>
        <pc:spChg chg="mod">
          <ac:chgData name="Peter Van Reusel | Innovion" userId="29de67b4-cab3-439d-8c0d-c2267ed86c67" providerId="ADAL" clId="{A4EFF205-54EE-4AB4-A649-65A7E3BBB005}" dt="2026-02-19T11:59:09.476" v="66" actId="20577"/>
          <ac:spMkLst>
            <pc:docMk/>
            <pc:sldMk cId="4218661488" sldId="267"/>
            <ac:spMk id="2" creationId="{0DDCF067-C970-F1A3-3AD5-B5048FBFE52E}"/>
          </ac:spMkLst>
        </pc:spChg>
        <pc:spChg chg="mod">
          <ac:chgData name="Peter Van Reusel | Innovion" userId="29de67b4-cab3-439d-8c0d-c2267ed86c67" providerId="ADAL" clId="{A4EFF205-54EE-4AB4-A649-65A7E3BBB005}" dt="2026-02-19T11:59:32.717" v="128" actId="20577"/>
          <ac:spMkLst>
            <pc:docMk/>
            <pc:sldMk cId="4218661488" sldId="267"/>
            <ac:spMk id="3" creationId="{755D7A29-DF34-AEAB-E27C-FE5E544BDBC3}"/>
          </ac:spMkLst>
        </pc:spChg>
      </pc:sldChg>
      <pc:sldChg chg="addSp delSp del mod">
        <pc:chgData name="Peter Van Reusel | Innovion" userId="29de67b4-cab3-439d-8c0d-c2267ed86c67" providerId="ADAL" clId="{A4EFF205-54EE-4AB4-A649-65A7E3BBB005}" dt="2026-02-19T11:59:44.015" v="129" actId="47"/>
        <pc:sldMkLst>
          <pc:docMk/>
          <pc:sldMk cId="1215472878" sldId="294"/>
        </pc:sldMkLst>
        <pc:spChg chg="add del">
          <ac:chgData name="Peter Van Reusel | Innovion" userId="29de67b4-cab3-439d-8c0d-c2267ed86c67" providerId="ADAL" clId="{A4EFF205-54EE-4AB4-A649-65A7E3BBB005}" dt="2026-02-19T11:58:12.926" v="1" actId="22"/>
          <ac:spMkLst>
            <pc:docMk/>
            <pc:sldMk cId="1215472878" sldId="294"/>
            <ac:spMk id="5" creationId="{C690623B-63E1-AC70-900A-043B267CDD4E}"/>
          </ac:spMkLst>
        </pc:spChg>
      </pc:sldChg>
      <pc:sldChg chg="del">
        <pc:chgData name="Peter Van Reusel | Innovion" userId="29de67b4-cab3-439d-8c0d-c2267ed86c67" providerId="ADAL" clId="{A4EFF205-54EE-4AB4-A649-65A7E3BBB005}" dt="2026-02-19T12:02:02.440" v="132" actId="47"/>
        <pc:sldMkLst>
          <pc:docMk/>
          <pc:sldMk cId="2761410348" sldId="2147472195"/>
        </pc:sldMkLst>
      </pc:sldChg>
      <pc:sldChg chg="add del">
        <pc:chgData name="Peter Van Reusel | Innovion" userId="29de67b4-cab3-439d-8c0d-c2267ed86c67" providerId="ADAL" clId="{A4EFF205-54EE-4AB4-A649-65A7E3BBB005}" dt="2026-02-19T12:19:12.403" v="225" actId="47"/>
        <pc:sldMkLst>
          <pc:docMk/>
          <pc:sldMk cId="197240344" sldId="2147473164"/>
        </pc:sldMkLst>
      </pc:sldChg>
      <pc:sldChg chg="delSp add mod">
        <pc:chgData name="Peter Van Reusel | Innovion" userId="29de67b4-cab3-439d-8c0d-c2267ed86c67" providerId="ADAL" clId="{A4EFF205-54EE-4AB4-A649-65A7E3BBB005}" dt="2026-02-19T12:19:31.189" v="226" actId="478"/>
        <pc:sldMkLst>
          <pc:docMk/>
          <pc:sldMk cId="1162426583" sldId="2147473166"/>
        </pc:sldMkLst>
        <pc:spChg chg="del">
          <ac:chgData name="Peter Van Reusel | Innovion" userId="29de67b4-cab3-439d-8c0d-c2267ed86c67" providerId="ADAL" clId="{A4EFF205-54EE-4AB4-A649-65A7E3BBB005}" dt="2026-02-19T12:19:31.189" v="226" actId="478"/>
          <ac:spMkLst>
            <pc:docMk/>
            <pc:sldMk cId="1162426583" sldId="2147473166"/>
            <ac:spMk id="2" creationId="{40059974-EE3B-4797-C1CC-E7B5D4C6C21F}"/>
          </ac:spMkLst>
        </pc:spChg>
      </pc:sldChg>
      <pc:sldChg chg="modSp mod">
        <pc:chgData name="Peter Van Reusel | Innovion" userId="29de67b4-cab3-439d-8c0d-c2267ed86c67" providerId="ADAL" clId="{A4EFF205-54EE-4AB4-A649-65A7E3BBB005}" dt="2026-02-19T12:02:26.859" v="135" actId="1076"/>
        <pc:sldMkLst>
          <pc:docMk/>
          <pc:sldMk cId="2856530718" sldId="2147481782"/>
        </pc:sldMkLst>
        <pc:spChg chg="mod">
          <ac:chgData name="Peter Van Reusel | Innovion" userId="29de67b4-cab3-439d-8c0d-c2267ed86c67" providerId="ADAL" clId="{A4EFF205-54EE-4AB4-A649-65A7E3BBB005}" dt="2026-02-19T12:02:26.859" v="135" actId="1076"/>
          <ac:spMkLst>
            <pc:docMk/>
            <pc:sldMk cId="2856530718" sldId="2147481782"/>
            <ac:spMk id="5" creationId="{A099F12B-AAF1-08AB-F1CE-369AB4F22771}"/>
          </ac:spMkLst>
        </pc:spChg>
      </pc:sldChg>
      <pc:sldChg chg="modSp mod ord">
        <pc:chgData name="Peter Van Reusel | Innovion" userId="29de67b4-cab3-439d-8c0d-c2267ed86c67" providerId="ADAL" clId="{A4EFF205-54EE-4AB4-A649-65A7E3BBB005}" dt="2026-02-19T12:04:06.206" v="141" actId="1076"/>
        <pc:sldMkLst>
          <pc:docMk/>
          <pc:sldMk cId="4072706104" sldId="2147482053"/>
        </pc:sldMkLst>
        <pc:spChg chg="mod">
          <ac:chgData name="Peter Van Reusel | Innovion" userId="29de67b4-cab3-439d-8c0d-c2267ed86c67" providerId="ADAL" clId="{A4EFF205-54EE-4AB4-A649-65A7E3BBB005}" dt="2026-02-19T12:04:06.206" v="141" actId="1076"/>
          <ac:spMkLst>
            <pc:docMk/>
            <pc:sldMk cId="4072706104" sldId="2147482053"/>
            <ac:spMk id="2" creationId="{19589F71-B306-DF08-6875-E8D885D23401}"/>
          </ac:spMkLst>
        </pc:spChg>
      </pc:sldChg>
      <pc:sldChg chg="modSp mod ord">
        <pc:chgData name="Peter Van Reusel | Innovion" userId="29de67b4-cab3-439d-8c0d-c2267ed86c67" providerId="ADAL" clId="{A4EFF205-54EE-4AB4-A649-65A7E3BBB005}" dt="2026-02-19T12:06:36.650" v="154"/>
        <pc:sldMkLst>
          <pc:docMk/>
          <pc:sldMk cId="1379787288" sldId="2147482054"/>
        </pc:sldMkLst>
        <pc:spChg chg="mod">
          <ac:chgData name="Peter Van Reusel | Innovion" userId="29de67b4-cab3-439d-8c0d-c2267ed86c67" providerId="ADAL" clId="{A4EFF205-54EE-4AB4-A649-65A7E3BBB005}" dt="2026-02-19T12:05:11.189" v="144" actId="1076"/>
          <ac:spMkLst>
            <pc:docMk/>
            <pc:sldMk cId="1379787288" sldId="2147482054"/>
            <ac:spMk id="2" creationId="{1F1A0DF0-70B5-2589-023C-BC1FC09C3211}"/>
          </ac:spMkLst>
        </pc:spChg>
      </pc:sldChg>
      <pc:sldChg chg="ord">
        <pc:chgData name="Peter Van Reusel | Innovion" userId="29de67b4-cab3-439d-8c0d-c2267ed86c67" providerId="ADAL" clId="{A4EFF205-54EE-4AB4-A649-65A7E3BBB005}" dt="2026-02-19T12:06:28.009" v="150"/>
        <pc:sldMkLst>
          <pc:docMk/>
          <pc:sldMk cId="3120462715" sldId="2147482055"/>
        </pc:sldMkLst>
      </pc:sldChg>
      <pc:sldChg chg="modSp">
        <pc:chgData name="Peter Van Reusel | Innovion" userId="29de67b4-cab3-439d-8c0d-c2267ed86c67" providerId="ADAL" clId="{A4EFF205-54EE-4AB4-A649-65A7E3BBB005}" dt="2026-02-19T12:03:29.244" v="136"/>
        <pc:sldMkLst>
          <pc:docMk/>
          <pc:sldMk cId="3202354955" sldId="2147482061"/>
        </pc:sldMkLst>
        <pc:spChg chg="mod">
          <ac:chgData name="Peter Van Reusel | Innovion" userId="29de67b4-cab3-439d-8c0d-c2267ed86c67" providerId="ADAL" clId="{A4EFF205-54EE-4AB4-A649-65A7E3BBB005}" dt="2026-02-19T12:03:29.244" v="136"/>
          <ac:spMkLst>
            <pc:docMk/>
            <pc:sldMk cId="3202354955" sldId="2147482061"/>
            <ac:spMk id="2" creationId="{6B91565B-5BFD-AE7D-9C9B-75F77B858890}"/>
          </ac:spMkLst>
        </pc:spChg>
      </pc:sldChg>
      <pc:sldChg chg="ord">
        <pc:chgData name="Peter Van Reusel | Innovion" userId="29de67b4-cab3-439d-8c0d-c2267ed86c67" providerId="ADAL" clId="{A4EFF205-54EE-4AB4-A649-65A7E3BBB005}" dt="2026-02-19T12:07:24.558" v="159"/>
        <pc:sldMkLst>
          <pc:docMk/>
          <pc:sldMk cId="228888499" sldId="2147482070"/>
        </pc:sldMkLst>
      </pc:sldChg>
      <pc:sldChg chg="del">
        <pc:chgData name="Peter Van Reusel | Innovion" userId="29de67b4-cab3-439d-8c0d-c2267ed86c67" providerId="ADAL" clId="{A4EFF205-54EE-4AB4-A649-65A7E3BBB005}" dt="2026-02-19T12:06:53.276" v="155" actId="47"/>
        <pc:sldMkLst>
          <pc:docMk/>
          <pc:sldMk cId="1549359245" sldId="2147482075"/>
        </pc:sldMkLst>
      </pc:sldChg>
      <pc:sldChg chg="del">
        <pc:chgData name="Peter Van Reusel | Innovion" userId="29de67b4-cab3-439d-8c0d-c2267ed86c67" providerId="ADAL" clId="{A4EFF205-54EE-4AB4-A649-65A7E3BBB005}" dt="2026-02-19T12:07:05.612" v="156" actId="47"/>
        <pc:sldMkLst>
          <pc:docMk/>
          <pc:sldMk cId="1476812649" sldId="2147482076"/>
        </pc:sldMkLst>
      </pc:sldChg>
      <pc:sldChg chg="del">
        <pc:chgData name="Peter Van Reusel | Innovion" userId="29de67b4-cab3-439d-8c0d-c2267ed86c67" providerId="ADAL" clId="{A4EFF205-54EE-4AB4-A649-65A7E3BBB005}" dt="2026-02-19T12:07:16.817" v="157" actId="47"/>
        <pc:sldMkLst>
          <pc:docMk/>
          <pc:sldMk cId="4042306826" sldId="2147482077"/>
        </pc:sldMkLst>
      </pc:sldChg>
      <pc:sldChg chg="add ord">
        <pc:chgData name="Peter Van Reusel | Innovion" userId="29de67b4-cab3-439d-8c0d-c2267ed86c67" providerId="ADAL" clId="{A4EFF205-54EE-4AB4-A649-65A7E3BBB005}" dt="2026-02-19T12:18:07.513" v="224"/>
        <pc:sldMkLst>
          <pc:docMk/>
          <pc:sldMk cId="3163115312" sldId="2147482086"/>
        </pc:sldMkLst>
      </pc:sldChg>
      <pc:sldChg chg="add">
        <pc:chgData name="Peter Van Reusel | Innovion" userId="29de67b4-cab3-439d-8c0d-c2267ed86c67" providerId="ADAL" clId="{A4EFF205-54EE-4AB4-A649-65A7E3BBB005}" dt="2026-02-19T12:03:46.177" v="137"/>
        <pc:sldMkLst>
          <pc:docMk/>
          <pc:sldMk cId="0" sldId="2147482088"/>
        </pc:sldMkLst>
      </pc:sldChg>
      <pc:sldChg chg="add ord">
        <pc:chgData name="Peter Van Reusel | Innovion" userId="29de67b4-cab3-439d-8c0d-c2267ed86c67" providerId="ADAL" clId="{A4EFF205-54EE-4AB4-A649-65A7E3BBB005}" dt="2026-02-19T12:06:26.512" v="148"/>
        <pc:sldMkLst>
          <pc:docMk/>
          <pc:sldMk cId="2520925507" sldId="2147482090"/>
        </pc:sldMkLst>
      </pc:sldChg>
      <pc:sldChg chg="modSp add mod">
        <pc:chgData name="Peter Van Reusel | Innovion" userId="29de67b4-cab3-439d-8c0d-c2267ed86c67" providerId="ADAL" clId="{A4EFF205-54EE-4AB4-A649-65A7E3BBB005}" dt="2026-02-19T12:02:09.954" v="134" actId="1076"/>
        <pc:sldMkLst>
          <pc:docMk/>
          <pc:sldMk cId="1176868211" sldId="2147482098"/>
        </pc:sldMkLst>
        <pc:picChg chg="mod">
          <ac:chgData name="Peter Van Reusel | Innovion" userId="29de67b4-cab3-439d-8c0d-c2267ed86c67" providerId="ADAL" clId="{A4EFF205-54EE-4AB4-A649-65A7E3BBB005}" dt="2026-02-19T12:02:09.954" v="134" actId="1076"/>
          <ac:picMkLst>
            <pc:docMk/>
            <pc:sldMk cId="1176868211" sldId="2147482098"/>
            <ac:picMk id="4" creationId="{9F8C0017-7F24-15B7-26C8-FBFAAEE2465B}"/>
          </ac:picMkLst>
        </pc:picChg>
      </pc:sldChg>
      <pc:sldChg chg="add ord">
        <pc:chgData name="Peter Van Reusel | Innovion" userId="29de67b4-cab3-439d-8c0d-c2267ed86c67" providerId="ADAL" clId="{A4EFF205-54EE-4AB4-A649-65A7E3BBB005}" dt="2026-02-19T12:06:34.836" v="152"/>
        <pc:sldMkLst>
          <pc:docMk/>
          <pc:sldMk cId="474740698" sldId="2147482107"/>
        </pc:sldMkLst>
      </pc:sldChg>
      <pc:sldChg chg="add">
        <pc:chgData name="Peter Van Reusel | Innovion" userId="29de67b4-cab3-439d-8c0d-c2267ed86c67" providerId="ADAL" clId="{A4EFF205-54EE-4AB4-A649-65A7E3BBB005}" dt="2026-02-19T12:03:46.177" v="137"/>
        <pc:sldMkLst>
          <pc:docMk/>
          <pc:sldMk cId="3703266553" sldId="2147482108"/>
        </pc:sldMkLst>
      </pc:sldChg>
      <pc:sldChg chg="modSp add mod">
        <pc:chgData name="Peter Van Reusel | Innovion" userId="29de67b4-cab3-439d-8c0d-c2267ed86c67" providerId="ADAL" clId="{A4EFF205-54EE-4AB4-A649-65A7E3BBB005}" dt="2026-02-19T12:16:21.406" v="220" actId="20577"/>
        <pc:sldMkLst>
          <pc:docMk/>
          <pc:sldMk cId="1488463036" sldId="2147482109"/>
        </pc:sldMkLst>
        <pc:spChg chg="mod">
          <ac:chgData name="Peter Van Reusel | Innovion" userId="29de67b4-cab3-439d-8c0d-c2267ed86c67" providerId="ADAL" clId="{A4EFF205-54EE-4AB4-A649-65A7E3BBB005}" dt="2026-02-19T12:16:21.406" v="220" actId="20577"/>
          <ac:spMkLst>
            <pc:docMk/>
            <pc:sldMk cId="1488463036" sldId="2147482109"/>
            <ac:spMk id="2" creationId="{2F72A2F0-CB87-DD54-AAA6-F2006F957585}"/>
          </ac:spMkLst>
        </pc:spChg>
      </pc:sldChg>
    </pc:docChg>
  </pc:docChgLst>
</pc:chgInfo>
</file>

<file path=ppt/comments/modernComment_7FFFF9FC_DCBB5CF9.xml><?xml version="1.0" encoding="utf-8"?>
<p188:cmLst xmlns:a="http://schemas.openxmlformats.org/drawingml/2006/main" xmlns:r="http://schemas.openxmlformats.org/officeDocument/2006/relationships" xmlns:p188="http://schemas.microsoft.com/office/powerpoint/2018/8/main">
  <p188:cm id="{B61F90BC-F59F-42F4-B566-3DF08F3F2B30}" authorId="{3EB15DED-DC60-AEFD-7FFC-182470623111}" status="resolved" created="2026-02-07T16:27:23.729">
    <ac:txMkLst xmlns:ac="http://schemas.microsoft.com/office/drawing/2013/main/command">
      <pc:docMk xmlns:pc="http://schemas.microsoft.com/office/powerpoint/2013/main/command"/>
      <pc:sldMk xmlns:pc="http://schemas.microsoft.com/office/powerpoint/2013/main/command" cId="3703266553" sldId="2147482108"/>
      <ac:spMk id="34" creationId="{8D2D6CCD-DC08-EA93-487F-4C7B0F0FF136}"/>
      <ac:txMk cp="0" len="26">
        <ac:context len="66" hash="918829532"/>
      </ac:txMk>
    </ac:txMkLst>
    <p188:pos x="3704492" y="316523"/>
    <p188:replyLst>
      <p188:reply id="{27E0CC88-3C22-4879-9D12-28BE2C6C57F5}" authorId="{919DDEE1-126A-0E29-6354-98E72B0E0509}" created="2026-02-09T11:12:27.110">
        <p188:txBody>
          <a:bodyPr/>
          <a:lstStyle/>
          <a:p>
            <a:r>
              <a:rPr lang="en-US"/>
              <a:t>added</a:t>
            </a:r>
          </a:p>
        </p188:txBody>
      </p188:reply>
    </p188:replyLst>
    <p188:txBody>
      <a:bodyPr/>
      <a:lstStyle/>
      <a:p>
        <a:r>
          <a:rPr lang="en-US"/>
          <a:t>Also, non-columnar data structure, e.g., hierarchical ones like JSON and XML</a:t>
        </a:r>
      </a:p>
    </p188:txBody>
  </p188:cm>
  <p188:cm id="{B4F17B85-E573-450C-9A9F-C17AF3EC61DD}" authorId="{3EB15DED-DC60-AEFD-7FFC-182470623111}" status="resolved" created="2026-02-07T16:40:16.990">
    <ac:txMkLst xmlns:ac="http://schemas.microsoft.com/office/drawing/2013/main/command">
      <pc:docMk xmlns:pc="http://schemas.microsoft.com/office/powerpoint/2013/main/command"/>
      <pc:sldMk xmlns:pc="http://schemas.microsoft.com/office/powerpoint/2013/main/command" cId="3703266553" sldId="2147482108"/>
      <ac:spMk id="36" creationId="{68F42A85-30ED-5ECD-836C-AE0BB8A3E192}"/>
      <ac:txMk cp="150">
        <ac:context len="212" hash="3555431591"/>
      </ac:txMk>
    </ac:txMkLst>
    <p188:pos x="2661138" y="3364523"/>
    <p188:replyLst>
      <p188:reply id="{67994C06-B666-4A43-BE75-4208BE3DDE56}" authorId="{919DDEE1-126A-0E29-6354-98E72B0E0509}" created="2026-02-09T11:12:40.157">
        <p188:txBody>
          <a:bodyPr/>
          <a:lstStyle/>
          <a:p>
            <a:r>
              <a:rPr lang="en-US"/>
              <a:t>for the purpose of testing?</a:t>
            </a:r>
          </a:p>
        </p188:txBody>
      </p188:reply>
      <p188:reply id="{1D3A5ADD-8410-4E55-9D18-7370F027C89F}" authorId="{3EB15DED-DC60-AEFD-7FFC-182470623111}" created="2026-02-09T13:53:49.318">
        <p188:txBody>
          <a:bodyPr/>
          <a:lstStyle/>
          <a:p>
            <a:r>
              <a:rPr lang="en-US"/>
              <a:t>Could be; when I was writing that suggestion, I had the Breast Cancer TA in mind, which, unlike LZZT, does not realistically collected data. I was thinking about what we would use to “run” it through the entire pipeline end to end to demonstrate the BrCa story line.</a:t>
            </a:r>
          </a:p>
        </p188:txBody>
      </p188:reply>
      <p188:reply id="{B6D68D8C-6DB0-413D-BD1B-36B9A66DB9CF}" authorId="{F1147F01-A2F7-7472-04AE-369BFB032A62}" created="2026-02-11T16:53:04.199">
        <p188:txBody>
          <a:bodyPr/>
          <a:lstStyle/>
          <a:p>
            <a:r>
              <a:rPr lang="en-US"/>
              <a:t>I have update to: Need to demonstrate the data flow through the entire pipeline.  Let us know if there is a better alternative</a:t>
            </a:r>
          </a:p>
        </p188:txBody>
      </p188:reply>
    </p188:replyLst>
    <p188:txBody>
      <a:bodyPr/>
      <a:lstStyle/>
      <a:p>
        <a:r>
          <a:rPr lang="en-US"/>
          <a:t>Suggested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BE85BF-8571-4873-A9F4-BC9F86018272}"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279518E5-74A0-45E5-97A2-63D30C0E6420}">
      <dgm:prSet/>
      <dgm:spPr/>
      <dgm:t>
        <a:bodyPr/>
        <a:lstStyle/>
        <a:p>
          <a:r>
            <a:rPr lang="en-US" dirty="0"/>
            <a:t>Program Manager</a:t>
          </a:r>
        </a:p>
      </dgm:t>
    </dgm:pt>
    <dgm:pt modelId="{E18909DD-F4AC-45A8-B014-4254BFEC936F}" type="parTrans" cxnId="{23ABA05E-7868-4F5F-9F06-9526F10DD089}">
      <dgm:prSet/>
      <dgm:spPr/>
      <dgm:t>
        <a:bodyPr/>
        <a:lstStyle/>
        <a:p>
          <a:endParaRPr lang="en-US"/>
        </a:p>
      </dgm:t>
    </dgm:pt>
    <dgm:pt modelId="{027546C5-AE72-47F3-8030-4D0C2C792437}" type="sibTrans" cxnId="{23ABA05E-7868-4F5F-9F06-9526F10DD089}">
      <dgm:prSet/>
      <dgm:spPr/>
      <dgm:t>
        <a:bodyPr/>
        <a:lstStyle/>
        <a:p>
          <a:endParaRPr lang="en-US"/>
        </a:p>
      </dgm:t>
    </dgm:pt>
    <dgm:pt modelId="{0147909D-1C0F-43C9-9B00-E226554D91F8}">
      <dgm:prSet/>
      <dgm:spPr/>
      <dgm:t>
        <a:bodyPr/>
        <a:lstStyle/>
        <a:p>
          <a:r>
            <a:rPr lang="en-US"/>
            <a:t>Sam Hume </a:t>
          </a:r>
        </a:p>
      </dgm:t>
    </dgm:pt>
    <dgm:pt modelId="{B9286A8E-C9F6-48DB-BBE7-301DB545AF75}" type="parTrans" cxnId="{33330DE7-10CD-4B0F-959E-A4AA1F2DAC2C}">
      <dgm:prSet/>
      <dgm:spPr/>
      <dgm:t>
        <a:bodyPr/>
        <a:lstStyle/>
        <a:p>
          <a:endParaRPr lang="en-US"/>
        </a:p>
      </dgm:t>
    </dgm:pt>
    <dgm:pt modelId="{F76F51B1-9F2C-44F1-93BC-30B41B324EF8}" type="sibTrans" cxnId="{33330DE7-10CD-4B0F-959E-A4AA1F2DAC2C}">
      <dgm:prSet/>
      <dgm:spPr/>
      <dgm:t>
        <a:bodyPr/>
        <a:lstStyle/>
        <a:p>
          <a:endParaRPr lang="en-US"/>
        </a:p>
      </dgm:t>
    </dgm:pt>
    <dgm:pt modelId="{3C6ECDE6-CCC0-4894-8099-BBC2707FEF5E}">
      <dgm:prSet/>
      <dgm:spPr/>
      <dgm:t>
        <a:bodyPr/>
        <a:lstStyle/>
        <a:p>
          <a:r>
            <a:rPr lang="en-US"/>
            <a:t>Bess LeRoy </a:t>
          </a:r>
        </a:p>
      </dgm:t>
    </dgm:pt>
    <dgm:pt modelId="{29CFF014-387F-4020-BBE0-43EDC0043802}" type="parTrans" cxnId="{54B32210-3CAA-44BF-B28B-21AAAAC1C087}">
      <dgm:prSet/>
      <dgm:spPr/>
      <dgm:t>
        <a:bodyPr/>
        <a:lstStyle/>
        <a:p>
          <a:endParaRPr lang="en-US"/>
        </a:p>
      </dgm:t>
    </dgm:pt>
    <dgm:pt modelId="{CA089DE1-3C3F-48CE-9B11-13A6687B86DE}" type="sibTrans" cxnId="{54B32210-3CAA-44BF-B28B-21AAAAC1C087}">
      <dgm:prSet/>
      <dgm:spPr/>
      <dgm:t>
        <a:bodyPr/>
        <a:lstStyle/>
        <a:p>
          <a:endParaRPr lang="en-US"/>
        </a:p>
      </dgm:t>
    </dgm:pt>
    <dgm:pt modelId="{D3D3F2C2-45A0-4E1C-84C7-E5B7968C38D8}">
      <dgm:prSet/>
      <dgm:spPr/>
      <dgm:t>
        <a:bodyPr/>
        <a:lstStyle/>
        <a:p>
          <a:r>
            <a:rPr lang="en-US"/>
            <a:t>Anthony Chow </a:t>
          </a:r>
        </a:p>
      </dgm:t>
    </dgm:pt>
    <dgm:pt modelId="{45C5D163-ABF6-4B2B-8666-C5F3FED18B4F}" type="parTrans" cxnId="{22692E0E-6DA1-49DB-B70C-3F9DBB863FB6}">
      <dgm:prSet/>
      <dgm:spPr/>
      <dgm:t>
        <a:bodyPr/>
        <a:lstStyle/>
        <a:p>
          <a:endParaRPr lang="en-US"/>
        </a:p>
      </dgm:t>
    </dgm:pt>
    <dgm:pt modelId="{3DC13FC5-105C-42C0-9989-856E717DDA14}" type="sibTrans" cxnId="{22692E0E-6DA1-49DB-B70C-3F9DBB863FB6}">
      <dgm:prSet/>
      <dgm:spPr/>
      <dgm:t>
        <a:bodyPr/>
        <a:lstStyle/>
        <a:p>
          <a:endParaRPr lang="en-US"/>
        </a:p>
      </dgm:t>
    </dgm:pt>
    <dgm:pt modelId="{EA874B41-1776-4807-BC28-93C6910A470B}">
      <dgm:prSet/>
      <dgm:spPr/>
      <dgm:t>
        <a:bodyPr/>
        <a:lstStyle/>
        <a:p>
          <a:r>
            <a:rPr lang="en-US"/>
            <a:t>Dianna Di Russo</a:t>
          </a:r>
        </a:p>
      </dgm:t>
    </dgm:pt>
    <dgm:pt modelId="{34DF2A90-3A71-4589-8ADB-E98AFFEA950D}" type="parTrans" cxnId="{EC9ECBC8-D3D6-4A52-A637-64E7665E0DE5}">
      <dgm:prSet/>
      <dgm:spPr/>
      <dgm:t>
        <a:bodyPr/>
        <a:lstStyle/>
        <a:p>
          <a:endParaRPr lang="en-US"/>
        </a:p>
      </dgm:t>
    </dgm:pt>
    <dgm:pt modelId="{F341AAEE-51C5-454B-89A2-01D6BA0B810D}" type="sibTrans" cxnId="{EC9ECBC8-D3D6-4A52-A637-64E7665E0DE5}">
      <dgm:prSet/>
      <dgm:spPr/>
      <dgm:t>
        <a:bodyPr/>
        <a:lstStyle/>
        <a:p>
          <a:endParaRPr lang="en-US"/>
        </a:p>
      </dgm:t>
    </dgm:pt>
    <dgm:pt modelId="{A8847784-58F7-48F2-BA9E-0151975FAE6B}">
      <dgm:prSet/>
      <dgm:spPr/>
      <dgm:t>
        <a:bodyPr/>
        <a:lstStyle/>
        <a:p>
          <a:r>
            <a:rPr lang="en-US"/>
            <a:t>Christine Connolly</a:t>
          </a:r>
        </a:p>
      </dgm:t>
    </dgm:pt>
    <dgm:pt modelId="{9ECB45F2-86C5-4DF7-B4E2-140ED4C34845}" type="parTrans" cxnId="{9C072D4B-7B6F-4AF9-9626-9BF28BC24C20}">
      <dgm:prSet/>
      <dgm:spPr/>
      <dgm:t>
        <a:bodyPr/>
        <a:lstStyle/>
        <a:p>
          <a:endParaRPr lang="en-US"/>
        </a:p>
      </dgm:t>
    </dgm:pt>
    <dgm:pt modelId="{F99A2748-E951-44A5-B1BF-362365D7F0A1}" type="sibTrans" cxnId="{9C072D4B-7B6F-4AF9-9626-9BF28BC24C20}">
      <dgm:prSet/>
      <dgm:spPr/>
      <dgm:t>
        <a:bodyPr/>
        <a:lstStyle/>
        <a:p>
          <a:endParaRPr lang="en-US"/>
        </a:p>
      </dgm:t>
    </dgm:pt>
    <dgm:pt modelId="{61B5EA2F-31DD-42F5-9464-F6FD2F7264E5}">
      <dgm:prSet/>
      <dgm:spPr/>
      <dgm:t>
        <a:bodyPr/>
        <a:lstStyle/>
        <a:p>
          <a:r>
            <a:rPr lang="en-US"/>
            <a:t>Mikkel Traun </a:t>
          </a:r>
        </a:p>
      </dgm:t>
    </dgm:pt>
    <dgm:pt modelId="{407A394A-0C6D-47D2-BA46-28D44BC10BB5}" type="parTrans" cxnId="{5347DA71-2CBD-4B73-BA8B-CAE53B8FD274}">
      <dgm:prSet/>
      <dgm:spPr/>
      <dgm:t>
        <a:bodyPr/>
        <a:lstStyle/>
        <a:p>
          <a:endParaRPr lang="en-US"/>
        </a:p>
      </dgm:t>
    </dgm:pt>
    <dgm:pt modelId="{76A47776-9F6C-40B1-BCF6-1BCE9DE496C5}" type="sibTrans" cxnId="{5347DA71-2CBD-4B73-BA8B-CAE53B8FD274}">
      <dgm:prSet/>
      <dgm:spPr/>
      <dgm:t>
        <a:bodyPr/>
        <a:lstStyle/>
        <a:p>
          <a:endParaRPr lang="en-US"/>
        </a:p>
      </dgm:t>
    </dgm:pt>
    <dgm:pt modelId="{0850A4A1-FAF8-4D26-83FF-6FEC814B851F}">
      <dgm:prSet/>
      <dgm:spPr/>
      <dgm:t>
        <a:bodyPr/>
        <a:lstStyle/>
        <a:p>
          <a:r>
            <a:rPr lang="en-US"/>
            <a:t>Nicolas De Saint Jorre</a:t>
          </a:r>
        </a:p>
      </dgm:t>
    </dgm:pt>
    <dgm:pt modelId="{19A5080C-EAD4-4BE1-A71A-443BF3BA99F6}" type="parTrans" cxnId="{8B570094-3212-4035-8D18-438EA1205640}">
      <dgm:prSet/>
      <dgm:spPr/>
      <dgm:t>
        <a:bodyPr/>
        <a:lstStyle/>
        <a:p>
          <a:endParaRPr lang="en-US"/>
        </a:p>
      </dgm:t>
    </dgm:pt>
    <dgm:pt modelId="{A68DE4F5-60B4-46E2-83B0-1ABC315424E1}" type="sibTrans" cxnId="{8B570094-3212-4035-8D18-438EA1205640}">
      <dgm:prSet/>
      <dgm:spPr/>
      <dgm:t>
        <a:bodyPr/>
        <a:lstStyle/>
        <a:p>
          <a:endParaRPr lang="en-US"/>
        </a:p>
      </dgm:t>
    </dgm:pt>
    <dgm:pt modelId="{FA66B019-0DB1-4F9D-9E58-1E67CD7DF469}">
      <dgm:prSet/>
      <dgm:spPr/>
      <dgm:t>
        <a:bodyPr/>
        <a:lstStyle/>
        <a:p>
          <a:r>
            <a:rPr lang="en-US"/>
            <a:t>Valerie Mildred Sheft</a:t>
          </a:r>
        </a:p>
      </dgm:t>
    </dgm:pt>
    <dgm:pt modelId="{F2867445-1E59-4D46-95F6-E8D40AF2322D}" type="parTrans" cxnId="{67E2DF1E-9361-440E-ADA0-1E44A112AC81}">
      <dgm:prSet/>
      <dgm:spPr/>
      <dgm:t>
        <a:bodyPr/>
        <a:lstStyle/>
        <a:p>
          <a:endParaRPr lang="en-US"/>
        </a:p>
      </dgm:t>
    </dgm:pt>
    <dgm:pt modelId="{A221FFDE-E244-45B4-B6FD-29425B558284}" type="sibTrans" cxnId="{67E2DF1E-9361-440E-ADA0-1E44A112AC81}">
      <dgm:prSet/>
      <dgm:spPr/>
      <dgm:t>
        <a:bodyPr/>
        <a:lstStyle/>
        <a:p>
          <a:endParaRPr lang="en-US"/>
        </a:p>
      </dgm:t>
    </dgm:pt>
    <dgm:pt modelId="{F2FC754A-72DA-410E-8CE1-0D375E17883F}">
      <dgm:prSet/>
      <dgm:spPr/>
      <dgm:t>
        <a:bodyPr/>
        <a:lstStyle/>
        <a:p>
          <a:r>
            <a:rPr lang="en-US" dirty="0"/>
            <a:t>Jeremy Teoh </a:t>
          </a:r>
        </a:p>
      </dgm:t>
    </dgm:pt>
    <dgm:pt modelId="{60B49070-5471-4C8D-9492-6B43B29365A8}" type="parTrans" cxnId="{A95938AF-975D-473B-B98F-665643466D7C}">
      <dgm:prSet/>
      <dgm:spPr/>
      <dgm:t>
        <a:bodyPr/>
        <a:lstStyle/>
        <a:p>
          <a:endParaRPr lang="en-US"/>
        </a:p>
      </dgm:t>
    </dgm:pt>
    <dgm:pt modelId="{012EA66C-F176-4146-9F83-E9CDF6B31EBC}" type="sibTrans" cxnId="{A95938AF-975D-473B-B98F-665643466D7C}">
      <dgm:prSet/>
      <dgm:spPr/>
      <dgm:t>
        <a:bodyPr/>
        <a:lstStyle/>
        <a:p>
          <a:endParaRPr lang="en-US"/>
        </a:p>
      </dgm:t>
    </dgm:pt>
    <dgm:pt modelId="{02C958BE-9BEF-4A8D-8ACD-B887A02B8DD5}">
      <dgm:prSet/>
      <dgm:spPr/>
      <dgm:t>
        <a:bodyPr/>
        <a:lstStyle/>
        <a:p>
          <a:r>
            <a:rPr lang="en-US" dirty="0"/>
            <a:t>Charles Shadle</a:t>
          </a:r>
        </a:p>
      </dgm:t>
    </dgm:pt>
    <dgm:pt modelId="{03AA495E-5FD4-46F2-9B04-5FC320264AE6}" type="parTrans" cxnId="{4D732EA9-A2DC-41B3-B06B-3ADCF51E9B06}">
      <dgm:prSet/>
      <dgm:spPr/>
      <dgm:t>
        <a:bodyPr/>
        <a:lstStyle/>
        <a:p>
          <a:endParaRPr lang="en-US"/>
        </a:p>
      </dgm:t>
    </dgm:pt>
    <dgm:pt modelId="{4E4372B0-ABBF-4F34-99FB-BDF4CE188BF2}" type="sibTrans" cxnId="{4D732EA9-A2DC-41B3-B06B-3ADCF51E9B06}">
      <dgm:prSet/>
      <dgm:spPr/>
      <dgm:t>
        <a:bodyPr/>
        <a:lstStyle/>
        <a:p>
          <a:endParaRPr lang="en-US"/>
        </a:p>
      </dgm:t>
    </dgm:pt>
    <dgm:pt modelId="{DF63BC08-7A01-4CBC-B559-E994BF3BBCFA}">
      <dgm:prSet/>
      <dgm:spPr/>
      <dgm:t>
        <a:bodyPr/>
        <a:lstStyle/>
        <a:p>
          <a:r>
            <a:rPr lang="en-US" dirty="0"/>
            <a:t>CDISC Executive Team</a:t>
          </a:r>
        </a:p>
      </dgm:t>
    </dgm:pt>
    <dgm:pt modelId="{CB5D71D4-58D9-4C88-9448-A0EC6CBA17AE}" type="parTrans" cxnId="{399B8626-2026-468F-93CC-50B862FE7F59}">
      <dgm:prSet/>
      <dgm:spPr/>
      <dgm:t>
        <a:bodyPr/>
        <a:lstStyle/>
        <a:p>
          <a:endParaRPr lang="en-US"/>
        </a:p>
      </dgm:t>
    </dgm:pt>
    <dgm:pt modelId="{C39559EA-338B-440E-840A-2AA56CD9EA66}" type="sibTrans" cxnId="{399B8626-2026-468F-93CC-50B862FE7F59}">
      <dgm:prSet/>
      <dgm:spPr/>
      <dgm:t>
        <a:bodyPr/>
        <a:lstStyle/>
        <a:p>
          <a:endParaRPr lang="en-US"/>
        </a:p>
      </dgm:t>
    </dgm:pt>
    <dgm:pt modelId="{BBC838C0-FB7F-4345-84BD-1008D25F6722}">
      <dgm:prSet/>
      <dgm:spPr/>
      <dgm:t>
        <a:bodyPr/>
        <a:lstStyle/>
        <a:p>
          <a:r>
            <a:rPr lang="en-US" dirty="0"/>
            <a:t>Chris Decker</a:t>
          </a:r>
        </a:p>
      </dgm:t>
    </dgm:pt>
    <dgm:pt modelId="{E18C692E-A474-46E6-872B-D9163E03AA1C}" type="parTrans" cxnId="{4932ED71-72AD-4FC7-914E-865D648EEFF6}">
      <dgm:prSet/>
      <dgm:spPr/>
      <dgm:t>
        <a:bodyPr/>
        <a:lstStyle/>
        <a:p>
          <a:endParaRPr lang="en-US"/>
        </a:p>
      </dgm:t>
    </dgm:pt>
    <dgm:pt modelId="{F63ED51F-FA2D-4E97-9037-409C5B12DFA7}" type="sibTrans" cxnId="{4932ED71-72AD-4FC7-914E-865D648EEFF6}">
      <dgm:prSet/>
      <dgm:spPr/>
      <dgm:t>
        <a:bodyPr/>
        <a:lstStyle/>
        <a:p>
          <a:endParaRPr lang="en-US"/>
        </a:p>
      </dgm:t>
    </dgm:pt>
    <dgm:pt modelId="{8492A5FF-44F2-42C1-BA68-3E92402F1EB7}">
      <dgm:prSet/>
      <dgm:spPr/>
      <dgm:t>
        <a:bodyPr/>
        <a:lstStyle/>
        <a:p>
          <a:r>
            <a:rPr lang="en-US"/>
            <a:t>Peter Van Reusel</a:t>
          </a:r>
        </a:p>
      </dgm:t>
    </dgm:pt>
    <dgm:pt modelId="{1513109F-771B-40A6-9D6C-F7DD13942E4E}" type="parTrans" cxnId="{D9A3EFE7-AEA0-4A81-9AB7-D1C98F3E60F2}">
      <dgm:prSet/>
      <dgm:spPr/>
      <dgm:t>
        <a:bodyPr/>
        <a:lstStyle/>
        <a:p>
          <a:endParaRPr lang="en-US"/>
        </a:p>
      </dgm:t>
    </dgm:pt>
    <dgm:pt modelId="{9D114C5F-F02D-45B9-954C-12000DBA43B8}" type="sibTrans" cxnId="{D9A3EFE7-AEA0-4A81-9AB7-D1C98F3E60F2}">
      <dgm:prSet/>
      <dgm:spPr/>
      <dgm:t>
        <a:bodyPr/>
        <a:lstStyle/>
        <a:p>
          <a:endParaRPr lang="en-US"/>
        </a:p>
      </dgm:t>
    </dgm:pt>
    <dgm:pt modelId="{4567AF50-B06D-44A4-AB21-1F5B796AA017}">
      <dgm:prSet/>
      <dgm:spPr/>
      <dgm:t>
        <a:bodyPr/>
        <a:lstStyle/>
        <a:p>
          <a:r>
            <a:rPr lang="en-US"/>
            <a:t>Nicole Harmon</a:t>
          </a:r>
        </a:p>
      </dgm:t>
    </dgm:pt>
    <dgm:pt modelId="{F0B4286C-B96B-4F58-9CFC-0D4F98E75458}" type="parTrans" cxnId="{6E0B6C23-4DE4-487E-8B27-0C2012F08F4E}">
      <dgm:prSet/>
      <dgm:spPr/>
      <dgm:t>
        <a:bodyPr/>
        <a:lstStyle/>
        <a:p>
          <a:endParaRPr lang="en-US"/>
        </a:p>
      </dgm:t>
    </dgm:pt>
    <dgm:pt modelId="{7AABA08F-7A62-4079-8CFB-8423EFABF48B}" type="sibTrans" cxnId="{6E0B6C23-4DE4-487E-8B27-0C2012F08F4E}">
      <dgm:prSet/>
      <dgm:spPr/>
      <dgm:t>
        <a:bodyPr/>
        <a:lstStyle/>
        <a:p>
          <a:endParaRPr lang="en-US"/>
        </a:p>
      </dgm:t>
    </dgm:pt>
    <dgm:pt modelId="{AEE1552A-57BC-4EF2-89FE-33704C1AE50A}">
      <dgm:prSet/>
      <dgm:spPr/>
      <dgm:t>
        <a:bodyPr/>
        <a:lstStyle/>
        <a:p>
          <a:r>
            <a:rPr lang="en-US" dirty="0"/>
            <a:t>Julie Smiley</a:t>
          </a:r>
          <a:endParaRPr lang="en-US"/>
        </a:p>
      </dgm:t>
    </dgm:pt>
    <dgm:pt modelId="{90665278-ECCE-4A5A-8EF2-BD15AC6FEA80}" type="parTrans" cxnId="{AA2EDE41-0AC8-4057-9EC5-EB757695B099}">
      <dgm:prSet/>
      <dgm:spPr/>
      <dgm:t>
        <a:bodyPr/>
        <a:lstStyle/>
        <a:p>
          <a:endParaRPr lang="en-US"/>
        </a:p>
      </dgm:t>
    </dgm:pt>
    <dgm:pt modelId="{FB8DB4D3-8FB5-4C38-8CF5-402D9C7D9C72}" type="sibTrans" cxnId="{AA2EDE41-0AC8-4057-9EC5-EB757695B099}">
      <dgm:prSet/>
      <dgm:spPr/>
      <dgm:t>
        <a:bodyPr/>
        <a:lstStyle/>
        <a:p>
          <a:endParaRPr lang="en-US"/>
        </a:p>
      </dgm:t>
    </dgm:pt>
    <dgm:pt modelId="{8B97FE4E-2F43-4525-9BB8-C48C8E50E6D5}">
      <dgm:prSet/>
      <dgm:spPr/>
      <dgm:t>
        <a:bodyPr/>
        <a:lstStyle/>
        <a:p>
          <a:r>
            <a:rPr lang="en-US"/>
            <a:t>Co-Leads</a:t>
          </a:r>
          <a:endParaRPr lang="en-US" dirty="0"/>
        </a:p>
      </dgm:t>
    </dgm:pt>
    <dgm:pt modelId="{8FFBEAEC-A049-4EB6-A5C3-167EB7730623}" type="parTrans" cxnId="{CB9C318B-37C9-444B-B8F2-AD213F838597}">
      <dgm:prSet/>
      <dgm:spPr/>
      <dgm:t>
        <a:bodyPr/>
        <a:lstStyle/>
        <a:p>
          <a:endParaRPr lang="en-US"/>
        </a:p>
      </dgm:t>
    </dgm:pt>
    <dgm:pt modelId="{859523B2-39E4-4CF1-9E3E-5B1F0D1D285E}" type="sibTrans" cxnId="{CB9C318B-37C9-444B-B8F2-AD213F838597}">
      <dgm:prSet/>
      <dgm:spPr/>
      <dgm:t>
        <a:bodyPr/>
        <a:lstStyle/>
        <a:p>
          <a:endParaRPr lang="en-US"/>
        </a:p>
      </dgm:t>
    </dgm:pt>
    <dgm:pt modelId="{3A1DEBA3-1EA0-8A42-BF95-6F856524324B}">
      <dgm:prSet/>
      <dgm:spPr/>
      <dgm:t>
        <a:bodyPr/>
        <a:lstStyle/>
        <a:p>
          <a:r>
            <a:rPr lang="en-US" dirty="0"/>
            <a:t>Lex Jansen</a:t>
          </a:r>
        </a:p>
      </dgm:t>
    </dgm:pt>
    <dgm:pt modelId="{38A357BF-02EB-6840-ABAC-084E2B3D42A2}" type="parTrans" cxnId="{242D8822-2861-254A-AF1A-26929AADD4AA}">
      <dgm:prSet/>
      <dgm:spPr/>
      <dgm:t>
        <a:bodyPr/>
        <a:lstStyle/>
        <a:p>
          <a:endParaRPr lang="en-US"/>
        </a:p>
      </dgm:t>
    </dgm:pt>
    <dgm:pt modelId="{C57ED17E-B12A-BA48-9080-0AB5E7B3E22D}" type="sibTrans" cxnId="{242D8822-2861-254A-AF1A-26929AADD4AA}">
      <dgm:prSet/>
      <dgm:spPr/>
      <dgm:t>
        <a:bodyPr/>
        <a:lstStyle/>
        <a:p>
          <a:endParaRPr lang="en-US"/>
        </a:p>
      </dgm:t>
    </dgm:pt>
    <dgm:pt modelId="{EB2142F9-8B4B-42BA-AF86-B2D2A662E606}" type="pres">
      <dgm:prSet presAssocID="{15BE85BF-8571-4873-A9F4-BC9F86018272}" presName="Name0" presStyleCnt="0">
        <dgm:presLayoutVars>
          <dgm:dir/>
          <dgm:animLvl val="lvl"/>
          <dgm:resizeHandles val="exact"/>
        </dgm:presLayoutVars>
      </dgm:prSet>
      <dgm:spPr/>
    </dgm:pt>
    <dgm:pt modelId="{78761A8E-94D8-45D5-A510-535CA65AD085}" type="pres">
      <dgm:prSet presAssocID="{279518E5-74A0-45E5-97A2-63D30C0E6420}" presName="linNode" presStyleCnt="0"/>
      <dgm:spPr/>
    </dgm:pt>
    <dgm:pt modelId="{504C58EE-4599-40B3-A014-3F82484C580F}" type="pres">
      <dgm:prSet presAssocID="{279518E5-74A0-45E5-97A2-63D30C0E6420}" presName="parTx" presStyleLbl="revTx" presStyleIdx="0" presStyleCnt="3">
        <dgm:presLayoutVars>
          <dgm:chMax val="1"/>
          <dgm:bulletEnabled val="1"/>
        </dgm:presLayoutVars>
      </dgm:prSet>
      <dgm:spPr/>
    </dgm:pt>
    <dgm:pt modelId="{EA64BB96-AB6C-4000-9B20-915F8AC418F5}" type="pres">
      <dgm:prSet presAssocID="{279518E5-74A0-45E5-97A2-63D30C0E6420}" presName="bracket" presStyleLbl="parChTrans1D1" presStyleIdx="0" presStyleCnt="3"/>
      <dgm:spPr/>
    </dgm:pt>
    <dgm:pt modelId="{17EE9F77-15FF-4E91-A3D8-C4EE8729FEB7}" type="pres">
      <dgm:prSet presAssocID="{279518E5-74A0-45E5-97A2-63D30C0E6420}" presName="spH" presStyleCnt="0"/>
      <dgm:spPr/>
    </dgm:pt>
    <dgm:pt modelId="{B7EC6A73-94DF-4CEB-82E0-E8D013EFB57C}" type="pres">
      <dgm:prSet presAssocID="{279518E5-74A0-45E5-97A2-63D30C0E6420}" presName="desTx" presStyleLbl="node1" presStyleIdx="0" presStyleCnt="3">
        <dgm:presLayoutVars>
          <dgm:bulletEnabled val="1"/>
        </dgm:presLayoutVars>
      </dgm:prSet>
      <dgm:spPr/>
    </dgm:pt>
    <dgm:pt modelId="{EA361ADE-E8BD-473F-93DC-50B2C3FCEA23}" type="pres">
      <dgm:prSet presAssocID="{027546C5-AE72-47F3-8030-4D0C2C792437}" presName="spV" presStyleCnt="0"/>
      <dgm:spPr/>
    </dgm:pt>
    <dgm:pt modelId="{15B7F2C8-0D41-4856-A709-0F8CB9C23F75}" type="pres">
      <dgm:prSet presAssocID="{DF63BC08-7A01-4CBC-B559-E994BF3BBCFA}" presName="linNode" presStyleCnt="0"/>
      <dgm:spPr/>
    </dgm:pt>
    <dgm:pt modelId="{2F84A07B-2FF9-4ED0-9E62-5EB15948B9B3}" type="pres">
      <dgm:prSet presAssocID="{DF63BC08-7A01-4CBC-B559-E994BF3BBCFA}" presName="parTx" presStyleLbl="revTx" presStyleIdx="1" presStyleCnt="3">
        <dgm:presLayoutVars>
          <dgm:chMax val="1"/>
          <dgm:bulletEnabled val="1"/>
        </dgm:presLayoutVars>
      </dgm:prSet>
      <dgm:spPr/>
    </dgm:pt>
    <dgm:pt modelId="{8189A5F4-7B5A-4E64-9C3B-12C17B761523}" type="pres">
      <dgm:prSet presAssocID="{DF63BC08-7A01-4CBC-B559-E994BF3BBCFA}" presName="bracket" presStyleLbl="parChTrans1D1" presStyleIdx="1" presStyleCnt="3"/>
      <dgm:spPr/>
    </dgm:pt>
    <dgm:pt modelId="{6C2EE5BB-E746-4682-B219-CA60756D783A}" type="pres">
      <dgm:prSet presAssocID="{DF63BC08-7A01-4CBC-B559-E994BF3BBCFA}" presName="spH" presStyleCnt="0"/>
      <dgm:spPr/>
    </dgm:pt>
    <dgm:pt modelId="{1AE6A697-B5E2-40AD-AF9B-7452BC7F5F78}" type="pres">
      <dgm:prSet presAssocID="{DF63BC08-7A01-4CBC-B559-E994BF3BBCFA}" presName="desTx" presStyleLbl="node1" presStyleIdx="1" presStyleCnt="3">
        <dgm:presLayoutVars>
          <dgm:bulletEnabled val="1"/>
        </dgm:presLayoutVars>
      </dgm:prSet>
      <dgm:spPr/>
    </dgm:pt>
    <dgm:pt modelId="{6974981D-3451-4D04-8C73-966095509BC9}" type="pres">
      <dgm:prSet presAssocID="{C39559EA-338B-440E-840A-2AA56CD9EA66}" presName="spV" presStyleCnt="0"/>
      <dgm:spPr/>
    </dgm:pt>
    <dgm:pt modelId="{032625F0-53D7-4857-89F1-392293C2A658}" type="pres">
      <dgm:prSet presAssocID="{8B97FE4E-2F43-4525-9BB8-C48C8E50E6D5}" presName="linNode" presStyleCnt="0"/>
      <dgm:spPr/>
    </dgm:pt>
    <dgm:pt modelId="{BDFDBF77-EDA7-4CB2-A9E3-A691B6659AAC}" type="pres">
      <dgm:prSet presAssocID="{8B97FE4E-2F43-4525-9BB8-C48C8E50E6D5}" presName="parTx" presStyleLbl="revTx" presStyleIdx="2" presStyleCnt="3">
        <dgm:presLayoutVars>
          <dgm:chMax val="1"/>
          <dgm:bulletEnabled val="1"/>
        </dgm:presLayoutVars>
      </dgm:prSet>
      <dgm:spPr/>
    </dgm:pt>
    <dgm:pt modelId="{018F427C-25F8-44F0-B581-8897D291ABF6}" type="pres">
      <dgm:prSet presAssocID="{8B97FE4E-2F43-4525-9BB8-C48C8E50E6D5}" presName="bracket" presStyleLbl="parChTrans1D1" presStyleIdx="2" presStyleCnt="3"/>
      <dgm:spPr/>
    </dgm:pt>
    <dgm:pt modelId="{72D8B9A2-0840-45CE-BC7C-900E6F56134F}" type="pres">
      <dgm:prSet presAssocID="{8B97FE4E-2F43-4525-9BB8-C48C8E50E6D5}" presName="spH" presStyleCnt="0"/>
      <dgm:spPr/>
    </dgm:pt>
    <dgm:pt modelId="{134F0D3D-0240-4379-97D9-7DBA0D142867}" type="pres">
      <dgm:prSet presAssocID="{8B97FE4E-2F43-4525-9BB8-C48C8E50E6D5}" presName="desTx" presStyleLbl="node1" presStyleIdx="2" presStyleCnt="3">
        <dgm:presLayoutVars>
          <dgm:bulletEnabled val="1"/>
        </dgm:presLayoutVars>
      </dgm:prSet>
      <dgm:spPr/>
    </dgm:pt>
  </dgm:ptLst>
  <dgm:cxnLst>
    <dgm:cxn modelId="{22692E0E-6DA1-49DB-B70C-3F9DBB863FB6}" srcId="{8B97FE4E-2F43-4525-9BB8-C48C8E50E6D5}" destId="{D3D3F2C2-45A0-4E1C-84C7-E5B7968C38D8}" srcOrd="2" destOrd="0" parTransId="{45C5D163-ABF6-4B2B-8666-C5F3FED18B4F}" sibTransId="{3DC13FC5-105C-42C0-9989-856E717DDA14}"/>
    <dgm:cxn modelId="{54B32210-3CAA-44BF-B28B-21AAAAC1C087}" srcId="{8B97FE4E-2F43-4525-9BB8-C48C8E50E6D5}" destId="{3C6ECDE6-CCC0-4894-8099-BBC2707FEF5E}" srcOrd="1" destOrd="0" parTransId="{29CFF014-387F-4020-BBE0-43EDC0043802}" sibTransId="{CA089DE1-3C3F-48CE-9B11-13A6687B86DE}"/>
    <dgm:cxn modelId="{3868AE13-B9BA-FA4E-80BD-B13267D4B1CB}" type="presOf" srcId="{3A1DEBA3-1EA0-8A42-BF95-6F856524324B}" destId="{134F0D3D-0240-4379-97D9-7DBA0D142867}" srcOrd="0" destOrd="9" presId="urn:diagrams.loki3.com/BracketList"/>
    <dgm:cxn modelId="{67E2DF1E-9361-440E-ADA0-1E44A112AC81}" srcId="{8B97FE4E-2F43-4525-9BB8-C48C8E50E6D5}" destId="{FA66B019-0DB1-4F9D-9E58-1E67CD7DF469}" srcOrd="7" destOrd="0" parTransId="{F2867445-1E59-4D46-95F6-E8D40AF2322D}" sibTransId="{A221FFDE-E244-45B4-B6FD-29425B558284}"/>
    <dgm:cxn modelId="{242D8822-2861-254A-AF1A-26929AADD4AA}" srcId="{8B97FE4E-2F43-4525-9BB8-C48C8E50E6D5}" destId="{3A1DEBA3-1EA0-8A42-BF95-6F856524324B}" srcOrd="9" destOrd="0" parTransId="{38A357BF-02EB-6840-ABAC-084E2B3D42A2}" sibTransId="{C57ED17E-B12A-BA48-9080-0AB5E7B3E22D}"/>
    <dgm:cxn modelId="{310B8922-0369-4369-847A-590B2A1BF288}" type="presOf" srcId="{15BE85BF-8571-4873-A9F4-BC9F86018272}" destId="{EB2142F9-8B4B-42BA-AF86-B2D2A662E606}" srcOrd="0" destOrd="0" presId="urn:diagrams.loki3.com/BracketList"/>
    <dgm:cxn modelId="{6E0B6C23-4DE4-487E-8B27-0C2012F08F4E}" srcId="{DF63BC08-7A01-4CBC-B559-E994BF3BBCFA}" destId="{4567AF50-B06D-44A4-AB21-1F5B796AA017}" srcOrd="2" destOrd="0" parTransId="{F0B4286C-B96B-4F58-9CFC-0D4F98E75458}" sibTransId="{7AABA08F-7A62-4079-8CFB-8423EFABF48B}"/>
    <dgm:cxn modelId="{399B8626-2026-468F-93CC-50B862FE7F59}" srcId="{15BE85BF-8571-4873-A9F4-BC9F86018272}" destId="{DF63BC08-7A01-4CBC-B559-E994BF3BBCFA}" srcOrd="1" destOrd="0" parTransId="{CB5D71D4-58D9-4C88-9448-A0EC6CBA17AE}" sibTransId="{C39559EA-338B-440E-840A-2AA56CD9EA66}"/>
    <dgm:cxn modelId="{20849B34-5C95-4A7E-A451-1214C0413DB5}" type="presOf" srcId="{3C6ECDE6-CCC0-4894-8099-BBC2707FEF5E}" destId="{134F0D3D-0240-4379-97D9-7DBA0D142867}" srcOrd="0" destOrd="1" presId="urn:diagrams.loki3.com/BracketList"/>
    <dgm:cxn modelId="{944ACA35-B365-4F34-800C-805E0C2DD056}" type="presOf" srcId="{D3D3F2C2-45A0-4E1C-84C7-E5B7968C38D8}" destId="{134F0D3D-0240-4379-97D9-7DBA0D142867}" srcOrd="0" destOrd="2" presId="urn:diagrams.loki3.com/BracketList"/>
    <dgm:cxn modelId="{8EA36340-2208-4C3C-9B0B-26F609F175DA}" type="presOf" srcId="{EA874B41-1776-4807-BC28-93C6910A470B}" destId="{134F0D3D-0240-4379-97D9-7DBA0D142867}" srcOrd="0" destOrd="3" presId="urn:diagrams.loki3.com/BracketList"/>
    <dgm:cxn modelId="{23ABA05E-7868-4F5F-9F06-9526F10DD089}" srcId="{15BE85BF-8571-4873-A9F4-BC9F86018272}" destId="{279518E5-74A0-45E5-97A2-63D30C0E6420}" srcOrd="0" destOrd="0" parTransId="{E18909DD-F4AC-45A8-B014-4254BFEC936F}" sibTransId="{027546C5-AE72-47F3-8030-4D0C2C792437}"/>
    <dgm:cxn modelId="{AA2EDE41-0AC8-4057-9EC5-EB757695B099}" srcId="{DF63BC08-7A01-4CBC-B559-E994BF3BBCFA}" destId="{AEE1552A-57BC-4EF2-89FE-33704C1AE50A}" srcOrd="3" destOrd="0" parTransId="{90665278-ECCE-4A5A-8EF2-BD15AC6FEA80}" sibTransId="{FB8DB4D3-8FB5-4C38-8CF5-402D9C7D9C72}"/>
    <dgm:cxn modelId="{4260DC43-BE1F-4D15-9984-AB3D110412DD}" type="presOf" srcId="{BBC838C0-FB7F-4345-84BD-1008D25F6722}" destId="{1AE6A697-B5E2-40AD-AF9B-7452BC7F5F78}" srcOrd="0" destOrd="0" presId="urn:diagrams.loki3.com/BracketList"/>
    <dgm:cxn modelId="{C3C2A24A-50F8-4098-B135-DC29B5DD625A}" type="presOf" srcId="{8B97FE4E-2F43-4525-9BB8-C48C8E50E6D5}" destId="{BDFDBF77-EDA7-4CB2-A9E3-A691B6659AAC}" srcOrd="0" destOrd="0" presId="urn:diagrams.loki3.com/BracketList"/>
    <dgm:cxn modelId="{9C072D4B-7B6F-4AF9-9626-9BF28BC24C20}" srcId="{8B97FE4E-2F43-4525-9BB8-C48C8E50E6D5}" destId="{A8847784-58F7-48F2-BA9E-0151975FAE6B}" srcOrd="4" destOrd="0" parTransId="{9ECB45F2-86C5-4DF7-B4E2-140ED4C34845}" sibTransId="{F99A2748-E951-44A5-B1BF-362365D7F0A1}"/>
    <dgm:cxn modelId="{5347DA71-2CBD-4B73-BA8B-CAE53B8FD274}" srcId="{8B97FE4E-2F43-4525-9BB8-C48C8E50E6D5}" destId="{61B5EA2F-31DD-42F5-9464-F6FD2F7264E5}" srcOrd="5" destOrd="0" parTransId="{407A394A-0C6D-47D2-BA46-28D44BC10BB5}" sibTransId="{76A47776-9F6C-40B1-BCF6-1BCE9DE496C5}"/>
    <dgm:cxn modelId="{2675E451-5427-4E42-B6A3-CDE650DB40D9}" type="presOf" srcId="{AEE1552A-57BC-4EF2-89FE-33704C1AE50A}" destId="{1AE6A697-B5E2-40AD-AF9B-7452BC7F5F78}" srcOrd="0" destOrd="3" presId="urn:diagrams.loki3.com/BracketList"/>
    <dgm:cxn modelId="{4932ED71-72AD-4FC7-914E-865D648EEFF6}" srcId="{DF63BC08-7A01-4CBC-B559-E994BF3BBCFA}" destId="{BBC838C0-FB7F-4345-84BD-1008D25F6722}" srcOrd="0" destOrd="0" parTransId="{E18C692E-A474-46E6-872B-D9163E03AA1C}" sibTransId="{F63ED51F-FA2D-4E97-9037-409C5B12DFA7}"/>
    <dgm:cxn modelId="{6973B456-D1A9-4B9C-A625-C03A7AB5A879}" type="presOf" srcId="{0147909D-1C0F-43C9-9B00-E226554D91F8}" destId="{134F0D3D-0240-4379-97D9-7DBA0D142867}" srcOrd="0" destOrd="0" presId="urn:diagrams.loki3.com/BracketList"/>
    <dgm:cxn modelId="{E2DE7D86-F464-45E4-A79A-810D865B3993}" type="presOf" srcId="{A8847784-58F7-48F2-BA9E-0151975FAE6B}" destId="{134F0D3D-0240-4379-97D9-7DBA0D142867}" srcOrd="0" destOrd="4" presId="urn:diagrams.loki3.com/BracketList"/>
    <dgm:cxn modelId="{CB9C318B-37C9-444B-B8F2-AD213F838597}" srcId="{15BE85BF-8571-4873-A9F4-BC9F86018272}" destId="{8B97FE4E-2F43-4525-9BB8-C48C8E50E6D5}" srcOrd="2" destOrd="0" parTransId="{8FFBEAEC-A049-4EB6-A5C3-167EB7730623}" sibTransId="{859523B2-39E4-4CF1-9E3E-5B1F0D1D285E}"/>
    <dgm:cxn modelId="{8B570094-3212-4035-8D18-438EA1205640}" srcId="{8B97FE4E-2F43-4525-9BB8-C48C8E50E6D5}" destId="{0850A4A1-FAF8-4D26-83FF-6FEC814B851F}" srcOrd="6" destOrd="0" parTransId="{19A5080C-EAD4-4BE1-A71A-443BF3BA99F6}" sibTransId="{A68DE4F5-60B4-46E2-83B0-1ABC315424E1}"/>
    <dgm:cxn modelId="{4D732EA9-A2DC-41B3-B06B-3ADCF51E9B06}" srcId="{279518E5-74A0-45E5-97A2-63D30C0E6420}" destId="{02C958BE-9BEF-4A8D-8ACD-B887A02B8DD5}" srcOrd="0" destOrd="0" parTransId="{03AA495E-5FD4-46F2-9B04-5FC320264AE6}" sibTransId="{4E4372B0-ABBF-4F34-99FB-BDF4CE188BF2}"/>
    <dgm:cxn modelId="{A95938AF-975D-473B-B98F-665643466D7C}" srcId="{8B97FE4E-2F43-4525-9BB8-C48C8E50E6D5}" destId="{F2FC754A-72DA-410E-8CE1-0D375E17883F}" srcOrd="8" destOrd="0" parTransId="{60B49070-5471-4C8D-9492-6B43B29365A8}" sibTransId="{012EA66C-F176-4146-9F83-E9CDF6B31EBC}"/>
    <dgm:cxn modelId="{779D79AF-7B31-478E-B527-D41312252D6B}" type="presOf" srcId="{279518E5-74A0-45E5-97A2-63D30C0E6420}" destId="{504C58EE-4599-40B3-A014-3F82484C580F}" srcOrd="0" destOrd="0" presId="urn:diagrams.loki3.com/BracketList"/>
    <dgm:cxn modelId="{5E0D0BB8-F6C8-4A06-8478-0FFDEE16F160}" type="presOf" srcId="{F2FC754A-72DA-410E-8CE1-0D375E17883F}" destId="{134F0D3D-0240-4379-97D9-7DBA0D142867}" srcOrd="0" destOrd="8" presId="urn:diagrams.loki3.com/BracketList"/>
    <dgm:cxn modelId="{54D69AC6-8B08-4FA6-B223-82147BCAE539}" type="presOf" srcId="{0850A4A1-FAF8-4D26-83FF-6FEC814B851F}" destId="{134F0D3D-0240-4379-97D9-7DBA0D142867}" srcOrd="0" destOrd="6" presId="urn:diagrams.loki3.com/BracketList"/>
    <dgm:cxn modelId="{FC5C07C7-4FF3-4B6B-9DBA-5E267F163580}" type="presOf" srcId="{4567AF50-B06D-44A4-AB21-1F5B796AA017}" destId="{1AE6A697-B5E2-40AD-AF9B-7452BC7F5F78}" srcOrd="0" destOrd="2" presId="urn:diagrams.loki3.com/BracketList"/>
    <dgm:cxn modelId="{EC9ECBC8-D3D6-4A52-A637-64E7665E0DE5}" srcId="{8B97FE4E-2F43-4525-9BB8-C48C8E50E6D5}" destId="{EA874B41-1776-4807-BC28-93C6910A470B}" srcOrd="3" destOrd="0" parTransId="{34DF2A90-3A71-4589-8ADB-E98AFFEA950D}" sibTransId="{F341AAEE-51C5-454B-89A2-01D6BA0B810D}"/>
    <dgm:cxn modelId="{1AB480D1-8F75-441C-A3A1-2BE863DD767A}" type="presOf" srcId="{8492A5FF-44F2-42C1-BA68-3E92402F1EB7}" destId="{1AE6A697-B5E2-40AD-AF9B-7452BC7F5F78}" srcOrd="0" destOrd="1" presId="urn:diagrams.loki3.com/BracketList"/>
    <dgm:cxn modelId="{D39C1AE2-0EC5-4B37-8080-23CFBE92121A}" type="presOf" srcId="{FA66B019-0DB1-4F9D-9E58-1E67CD7DF469}" destId="{134F0D3D-0240-4379-97D9-7DBA0D142867}" srcOrd="0" destOrd="7" presId="urn:diagrams.loki3.com/BracketList"/>
    <dgm:cxn modelId="{33330DE7-10CD-4B0F-959E-A4AA1F2DAC2C}" srcId="{8B97FE4E-2F43-4525-9BB8-C48C8E50E6D5}" destId="{0147909D-1C0F-43C9-9B00-E226554D91F8}" srcOrd="0" destOrd="0" parTransId="{B9286A8E-C9F6-48DB-BBE7-301DB545AF75}" sibTransId="{F76F51B1-9F2C-44F1-93BC-30B41B324EF8}"/>
    <dgm:cxn modelId="{D5057DE7-A624-42C6-B71B-2AC3FDC4B47F}" type="presOf" srcId="{61B5EA2F-31DD-42F5-9464-F6FD2F7264E5}" destId="{134F0D3D-0240-4379-97D9-7DBA0D142867}" srcOrd="0" destOrd="5" presId="urn:diagrams.loki3.com/BracketList"/>
    <dgm:cxn modelId="{D9A3EFE7-AEA0-4A81-9AB7-D1C98F3E60F2}" srcId="{DF63BC08-7A01-4CBC-B559-E994BF3BBCFA}" destId="{8492A5FF-44F2-42C1-BA68-3E92402F1EB7}" srcOrd="1" destOrd="0" parTransId="{1513109F-771B-40A6-9D6C-F7DD13942E4E}" sibTransId="{9D114C5F-F02D-45B9-954C-12000DBA43B8}"/>
    <dgm:cxn modelId="{CF8D82F9-0907-4C41-A3AD-EEE4893A27C4}" type="presOf" srcId="{02C958BE-9BEF-4A8D-8ACD-B887A02B8DD5}" destId="{B7EC6A73-94DF-4CEB-82E0-E8D013EFB57C}" srcOrd="0" destOrd="0" presId="urn:diagrams.loki3.com/BracketList"/>
    <dgm:cxn modelId="{B13D15FA-876C-4B69-BD03-551256797DA9}" type="presOf" srcId="{DF63BC08-7A01-4CBC-B559-E994BF3BBCFA}" destId="{2F84A07B-2FF9-4ED0-9E62-5EB15948B9B3}" srcOrd="0" destOrd="0" presId="urn:diagrams.loki3.com/BracketList"/>
    <dgm:cxn modelId="{20A579F9-B5DE-41A8-9034-74B07B0ED198}" type="presParOf" srcId="{EB2142F9-8B4B-42BA-AF86-B2D2A662E606}" destId="{78761A8E-94D8-45D5-A510-535CA65AD085}" srcOrd="0" destOrd="0" presId="urn:diagrams.loki3.com/BracketList"/>
    <dgm:cxn modelId="{57DBDEFC-B5E1-40FC-82CC-3764EE469D58}" type="presParOf" srcId="{78761A8E-94D8-45D5-A510-535CA65AD085}" destId="{504C58EE-4599-40B3-A014-3F82484C580F}" srcOrd="0" destOrd="0" presId="urn:diagrams.loki3.com/BracketList"/>
    <dgm:cxn modelId="{2AFB7519-C1E8-4E01-875A-88D7BF373B67}" type="presParOf" srcId="{78761A8E-94D8-45D5-A510-535CA65AD085}" destId="{EA64BB96-AB6C-4000-9B20-915F8AC418F5}" srcOrd="1" destOrd="0" presId="urn:diagrams.loki3.com/BracketList"/>
    <dgm:cxn modelId="{EF5AE283-8126-4F3F-B057-B5B268F015C6}" type="presParOf" srcId="{78761A8E-94D8-45D5-A510-535CA65AD085}" destId="{17EE9F77-15FF-4E91-A3D8-C4EE8729FEB7}" srcOrd="2" destOrd="0" presId="urn:diagrams.loki3.com/BracketList"/>
    <dgm:cxn modelId="{F0E2A93F-09D6-431A-8B54-6FC581BD7533}" type="presParOf" srcId="{78761A8E-94D8-45D5-A510-535CA65AD085}" destId="{B7EC6A73-94DF-4CEB-82E0-E8D013EFB57C}" srcOrd="3" destOrd="0" presId="urn:diagrams.loki3.com/BracketList"/>
    <dgm:cxn modelId="{78EE1E0A-1059-430D-BC5D-42324129F5B4}" type="presParOf" srcId="{EB2142F9-8B4B-42BA-AF86-B2D2A662E606}" destId="{EA361ADE-E8BD-473F-93DC-50B2C3FCEA23}" srcOrd="1" destOrd="0" presId="urn:diagrams.loki3.com/BracketList"/>
    <dgm:cxn modelId="{02C43C64-07C3-45A4-9826-791859A29D66}" type="presParOf" srcId="{EB2142F9-8B4B-42BA-AF86-B2D2A662E606}" destId="{15B7F2C8-0D41-4856-A709-0F8CB9C23F75}" srcOrd="2" destOrd="0" presId="urn:diagrams.loki3.com/BracketList"/>
    <dgm:cxn modelId="{D33FCCE7-999A-494B-B63C-CF70E0F47736}" type="presParOf" srcId="{15B7F2C8-0D41-4856-A709-0F8CB9C23F75}" destId="{2F84A07B-2FF9-4ED0-9E62-5EB15948B9B3}" srcOrd="0" destOrd="0" presId="urn:diagrams.loki3.com/BracketList"/>
    <dgm:cxn modelId="{E9269589-0F13-4E4F-8F9C-9710541A1A5D}" type="presParOf" srcId="{15B7F2C8-0D41-4856-A709-0F8CB9C23F75}" destId="{8189A5F4-7B5A-4E64-9C3B-12C17B761523}" srcOrd="1" destOrd="0" presId="urn:diagrams.loki3.com/BracketList"/>
    <dgm:cxn modelId="{0B9C498F-25A6-4A23-B3B0-C7B8ADDD4EE3}" type="presParOf" srcId="{15B7F2C8-0D41-4856-A709-0F8CB9C23F75}" destId="{6C2EE5BB-E746-4682-B219-CA60756D783A}" srcOrd="2" destOrd="0" presId="urn:diagrams.loki3.com/BracketList"/>
    <dgm:cxn modelId="{6A2D2218-E411-4AC7-B916-4411C37FD0AC}" type="presParOf" srcId="{15B7F2C8-0D41-4856-A709-0F8CB9C23F75}" destId="{1AE6A697-B5E2-40AD-AF9B-7452BC7F5F78}" srcOrd="3" destOrd="0" presId="urn:diagrams.loki3.com/BracketList"/>
    <dgm:cxn modelId="{FE5FD0B2-638A-4930-AF77-965068AADD9C}" type="presParOf" srcId="{EB2142F9-8B4B-42BA-AF86-B2D2A662E606}" destId="{6974981D-3451-4D04-8C73-966095509BC9}" srcOrd="3" destOrd="0" presId="urn:diagrams.loki3.com/BracketList"/>
    <dgm:cxn modelId="{9A519702-97A3-44E5-97BC-69FCF663D1EF}" type="presParOf" srcId="{EB2142F9-8B4B-42BA-AF86-B2D2A662E606}" destId="{032625F0-53D7-4857-89F1-392293C2A658}" srcOrd="4" destOrd="0" presId="urn:diagrams.loki3.com/BracketList"/>
    <dgm:cxn modelId="{CF203018-98A0-448E-85CC-333EA293060C}" type="presParOf" srcId="{032625F0-53D7-4857-89F1-392293C2A658}" destId="{BDFDBF77-EDA7-4CB2-A9E3-A691B6659AAC}" srcOrd="0" destOrd="0" presId="urn:diagrams.loki3.com/BracketList"/>
    <dgm:cxn modelId="{97EE7927-0821-41E3-A42C-848E35E59841}" type="presParOf" srcId="{032625F0-53D7-4857-89F1-392293C2A658}" destId="{018F427C-25F8-44F0-B581-8897D291ABF6}" srcOrd="1" destOrd="0" presId="urn:diagrams.loki3.com/BracketList"/>
    <dgm:cxn modelId="{0B8AB82D-63DF-4FB3-B0AE-A30C7E86B697}" type="presParOf" srcId="{032625F0-53D7-4857-89F1-392293C2A658}" destId="{72D8B9A2-0840-45CE-BC7C-900E6F56134F}" srcOrd="2" destOrd="0" presId="urn:diagrams.loki3.com/BracketList"/>
    <dgm:cxn modelId="{19B4BF14-D5F8-4BB2-AC64-E9BB87BD0B31}" type="presParOf" srcId="{032625F0-53D7-4857-89F1-392293C2A658}" destId="{134F0D3D-0240-4379-97D9-7DBA0D142867}" srcOrd="3" destOrd="0" presId="urn:diagrams.loki3.com/Bracke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B59884-06DD-46F8-85CE-838C74ED6A6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E7A555A-AC1D-4E1E-B9A7-4F9AD8DB3C98}">
      <dgm:prSet phldrT="[Text]"/>
      <dgm:spPr/>
      <dgm:t>
        <a:bodyPr/>
        <a:lstStyle/>
        <a:p>
          <a:r>
            <a:rPr lang="en-US" dirty="0"/>
            <a:t>Design</a:t>
          </a:r>
        </a:p>
      </dgm:t>
    </dgm:pt>
    <dgm:pt modelId="{7D417D39-AA4A-4ACA-87AD-10D11AEDD59E}" type="parTrans" cxnId="{842BBFFD-A98F-439A-A99E-AD40E5D4F8A1}">
      <dgm:prSet/>
      <dgm:spPr/>
      <dgm:t>
        <a:bodyPr/>
        <a:lstStyle/>
        <a:p>
          <a:endParaRPr lang="en-US"/>
        </a:p>
      </dgm:t>
    </dgm:pt>
    <dgm:pt modelId="{85BDEA19-68B9-4C79-B89F-06A53C65FD48}" type="sibTrans" cxnId="{842BBFFD-A98F-439A-A99E-AD40E5D4F8A1}">
      <dgm:prSet/>
      <dgm:spPr/>
      <dgm:t>
        <a:bodyPr/>
        <a:lstStyle/>
        <a:p>
          <a:endParaRPr lang="en-US"/>
        </a:p>
      </dgm:t>
    </dgm:pt>
    <dgm:pt modelId="{B8E39E76-FD18-4948-9820-7EF4D5346D83}">
      <dgm:prSet phldrT="[Text]"/>
      <dgm:spPr/>
      <dgm:t>
        <a:bodyPr/>
        <a:lstStyle/>
        <a:p>
          <a:r>
            <a:rPr lang="en-US" dirty="0"/>
            <a:t>Build</a:t>
          </a:r>
        </a:p>
      </dgm:t>
    </dgm:pt>
    <dgm:pt modelId="{2F3141BA-2C80-461C-9C79-B5C18F0F7B6C}" type="parTrans" cxnId="{349E43AE-0B4B-444A-B771-20EA1AB28529}">
      <dgm:prSet/>
      <dgm:spPr/>
      <dgm:t>
        <a:bodyPr/>
        <a:lstStyle/>
        <a:p>
          <a:endParaRPr lang="en-US"/>
        </a:p>
      </dgm:t>
    </dgm:pt>
    <dgm:pt modelId="{E6F92BD1-029D-4FD3-95BC-6AB9F40EEA22}" type="sibTrans" cxnId="{349E43AE-0B4B-444A-B771-20EA1AB28529}">
      <dgm:prSet/>
      <dgm:spPr/>
      <dgm:t>
        <a:bodyPr/>
        <a:lstStyle/>
        <a:p>
          <a:endParaRPr lang="en-US"/>
        </a:p>
      </dgm:t>
    </dgm:pt>
    <dgm:pt modelId="{63883F0A-3AC8-4B48-B346-4831CD792C75}">
      <dgm:prSet phldrT="[Text]"/>
      <dgm:spPr/>
      <dgm:t>
        <a:bodyPr/>
        <a:lstStyle/>
        <a:p>
          <a:r>
            <a:rPr lang="en-US" dirty="0"/>
            <a:t>Run</a:t>
          </a:r>
        </a:p>
      </dgm:t>
    </dgm:pt>
    <dgm:pt modelId="{0561184C-1CE6-4CC4-8C14-34DB697CD129}" type="parTrans" cxnId="{75065AF9-F463-4B4A-B06A-F5BC4EC3DF1C}">
      <dgm:prSet/>
      <dgm:spPr/>
      <dgm:t>
        <a:bodyPr/>
        <a:lstStyle/>
        <a:p>
          <a:endParaRPr lang="en-US"/>
        </a:p>
      </dgm:t>
    </dgm:pt>
    <dgm:pt modelId="{E791C29A-2EF4-452E-A50B-A81EAE655F7F}" type="sibTrans" cxnId="{75065AF9-F463-4B4A-B06A-F5BC4EC3DF1C}">
      <dgm:prSet/>
      <dgm:spPr/>
      <dgm:t>
        <a:bodyPr/>
        <a:lstStyle/>
        <a:p>
          <a:endParaRPr lang="en-US"/>
        </a:p>
      </dgm:t>
    </dgm:pt>
    <dgm:pt modelId="{B49C7E74-FBE1-4EB4-82BC-8BAA110B2250}">
      <dgm:prSet phldrT="[Text]"/>
      <dgm:spPr/>
      <dgm:t>
        <a:bodyPr/>
        <a:lstStyle/>
        <a:p>
          <a:r>
            <a:rPr lang="en-US" b="1" dirty="0"/>
            <a:t>Co-Leads</a:t>
          </a:r>
          <a:endParaRPr lang="en-US" dirty="0"/>
        </a:p>
      </dgm:t>
    </dgm:pt>
    <dgm:pt modelId="{8267EF2F-DAE4-498F-9D4A-2A49CD33200F}" type="parTrans" cxnId="{C7788D76-D254-482D-9E41-C8082126A452}">
      <dgm:prSet/>
      <dgm:spPr/>
      <dgm:t>
        <a:bodyPr/>
        <a:lstStyle/>
        <a:p>
          <a:endParaRPr lang="en-US"/>
        </a:p>
      </dgm:t>
    </dgm:pt>
    <dgm:pt modelId="{B26B1FFB-D617-492D-8D31-A8F3507723AB}" type="sibTrans" cxnId="{C7788D76-D254-482D-9E41-C8082126A452}">
      <dgm:prSet/>
      <dgm:spPr/>
      <dgm:t>
        <a:bodyPr/>
        <a:lstStyle/>
        <a:p>
          <a:endParaRPr lang="en-US"/>
        </a:p>
      </dgm:t>
    </dgm:pt>
    <dgm:pt modelId="{9D21FFB5-5634-4117-B9A2-8A8E1B2B919B}">
      <dgm:prSet/>
      <dgm:spPr/>
      <dgm:t>
        <a:bodyPr/>
        <a:lstStyle/>
        <a:p>
          <a:r>
            <a:rPr lang="en-US" dirty="0"/>
            <a:t>Mikkel Traun</a:t>
          </a:r>
        </a:p>
      </dgm:t>
    </dgm:pt>
    <dgm:pt modelId="{D42FBDE4-DF31-4790-9C6E-D6091E726B05}" type="parTrans" cxnId="{5846BE57-0893-4A0A-8E20-7F22D5A6334E}">
      <dgm:prSet/>
      <dgm:spPr/>
      <dgm:t>
        <a:bodyPr/>
        <a:lstStyle/>
        <a:p>
          <a:endParaRPr lang="en-US"/>
        </a:p>
      </dgm:t>
    </dgm:pt>
    <dgm:pt modelId="{54A06394-2197-46B4-AC33-3CDB29A5413D}" type="sibTrans" cxnId="{5846BE57-0893-4A0A-8E20-7F22D5A6334E}">
      <dgm:prSet/>
      <dgm:spPr/>
      <dgm:t>
        <a:bodyPr/>
        <a:lstStyle/>
        <a:p>
          <a:endParaRPr lang="en-US"/>
        </a:p>
      </dgm:t>
    </dgm:pt>
    <dgm:pt modelId="{5C0AFD70-3127-462B-8897-FEF331579122}">
      <dgm:prSet/>
      <dgm:spPr/>
      <dgm:t>
        <a:bodyPr/>
        <a:lstStyle/>
        <a:p>
          <a:r>
            <a:rPr lang="en-US" dirty="0"/>
            <a:t>Valerie </a:t>
          </a:r>
          <a:r>
            <a:rPr lang="en-US" dirty="0" err="1"/>
            <a:t>Sheft</a:t>
          </a:r>
          <a:endParaRPr lang="en-US" dirty="0"/>
        </a:p>
      </dgm:t>
    </dgm:pt>
    <dgm:pt modelId="{702719B0-A7D4-4A8A-8657-60AC1F336479}" type="parTrans" cxnId="{EEBD0266-9E99-42CE-9A44-74C0C993C51E}">
      <dgm:prSet/>
      <dgm:spPr/>
      <dgm:t>
        <a:bodyPr/>
        <a:lstStyle/>
        <a:p>
          <a:endParaRPr lang="en-US"/>
        </a:p>
      </dgm:t>
    </dgm:pt>
    <dgm:pt modelId="{AD3A5F88-D5F8-4E93-9EAD-45A6A9646BE4}" type="sibTrans" cxnId="{EEBD0266-9E99-42CE-9A44-74C0C993C51E}">
      <dgm:prSet/>
      <dgm:spPr/>
      <dgm:t>
        <a:bodyPr/>
        <a:lstStyle/>
        <a:p>
          <a:endParaRPr lang="en-US"/>
        </a:p>
      </dgm:t>
    </dgm:pt>
    <dgm:pt modelId="{00324E21-0F9D-4E73-9C2A-3F100025921A}">
      <dgm:prSet/>
      <dgm:spPr/>
      <dgm:t>
        <a:bodyPr/>
        <a:lstStyle/>
        <a:p>
          <a:r>
            <a:rPr lang="en-US" b="1" dirty="0"/>
            <a:t>Sub-teams</a:t>
          </a:r>
        </a:p>
      </dgm:t>
    </dgm:pt>
    <dgm:pt modelId="{D17EB4E6-57F5-451C-B54E-8542FDE78CFA}" type="parTrans" cxnId="{A9E307B1-3532-4989-B24C-869BE8465251}">
      <dgm:prSet/>
      <dgm:spPr/>
      <dgm:t>
        <a:bodyPr/>
        <a:lstStyle/>
        <a:p>
          <a:endParaRPr lang="en-US"/>
        </a:p>
      </dgm:t>
    </dgm:pt>
    <dgm:pt modelId="{9C701054-882F-4B73-860A-637CBBFC7848}" type="sibTrans" cxnId="{A9E307B1-3532-4989-B24C-869BE8465251}">
      <dgm:prSet/>
      <dgm:spPr/>
      <dgm:t>
        <a:bodyPr/>
        <a:lstStyle/>
        <a:p>
          <a:endParaRPr lang="en-US"/>
        </a:p>
      </dgm:t>
    </dgm:pt>
    <dgm:pt modelId="{F8C636B2-58D1-4897-9C62-180403F2E772}">
      <dgm:prSet phldrT="[Text]"/>
      <dgm:spPr/>
      <dgm:t>
        <a:bodyPr/>
        <a:lstStyle/>
        <a:p>
          <a:r>
            <a:rPr lang="en-US" b="1" dirty="0"/>
            <a:t>Co-Leads</a:t>
          </a:r>
        </a:p>
      </dgm:t>
    </dgm:pt>
    <dgm:pt modelId="{70E48CC6-0058-44BE-8AF4-522EB68ABFDC}" type="parTrans" cxnId="{24A0BEE2-07C3-4D8E-BB2A-CA07FDDE2041}">
      <dgm:prSet/>
      <dgm:spPr/>
      <dgm:t>
        <a:bodyPr/>
        <a:lstStyle/>
        <a:p>
          <a:endParaRPr lang="en-US"/>
        </a:p>
      </dgm:t>
    </dgm:pt>
    <dgm:pt modelId="{9B96882A-C60B-41A2-AD3A-921EFB8CE89C}" type="sibTrans" cxnId="{24A0BEE2-07C3-4D8E-BB2A-CA07FDDE2041}">
      <dgm:prSet/>
      <dgm:spPr/>
      <dgm:t>
        <a:bodyPr/>
        <a:lstStyle/>
        <a:p>
          <a:endParaRPr lang="en-US"/>
        </a:p>
      </dgm:t>
    </dgm:pt>
    <dgm:pt modelId="{84121121-9C5D-403F-AD9F-4A9A18C3F30B}">
      <dgm:prSet phldrT="[Text]"/>
      <dgm:spPr/>
      <dgm:t>
        <a:bodyPr/>
        <a:lstStyle/>
        <a:p>
          <a:r>
            <a:rPr lang="en-US" b="1" dirty="0"/>
            <a:t>Sub-teams</a:t>
          </a:r>
        </a:p>
      </dgm:t>
    </dgm:pt>
    <dgm:pt modelId="{CA421691-4674-47B0-85B8-02F08A74F720}" type="parTrans" cxnId="{470184E2-E850-460B-8129-74C0D2BF1EA9}">
      <dgm:prSet/>
      <dgm:spPr/>
      <dgm:t>
        <a:bodyPr/>
        <a:lstStyle/>
        <a:p>
          <a:endParaRPr lang="en-US"/>
        </a:p>
      </dgm:t>
    </dgm:pt>
    <dgm:pt modelId="{D073817E-AB4C-4E5D-A43F-C37A4E017390}" type="sibTrans" cxnId="{470184E2-E850-460B-8129-74C0D2BF1EA9}">
      <dgm:prSet/>
      <dgm:spPr/>
      <dgm:t>
        <a:bodyPr/>
        <a:lstStyle/>
        <a:p>
          <a:endParaRPr lang="en-US"/>
        </a:p>
      </dgm:t>
    </dgm:pt>
    <dgm:pt modelId="{D9CD2DAB-89FC-4DBF-8798-662C20270698}">
      <dgm:prSet phldrT="[Text]"/>
      <dgm:spPr/>
      <dgm:t>
        <a:bodyPr/>
        <a:lstStyle/>
        <a:p>
          <a:r>
            <a:rPr lang="en-US" b="1" dirty="0"/>
            <a:t>Co-Leads</a:t>
          </a:r>
        </a:p>
      </dgm:t>
    </dgm:pt>
    <dgm:pt modelId="{EDBAEF53-B10B-4E9C-819D-BAE3AF796EEF}" type="parTrans" cxnId="{DCBBD47C-2E8A-426A-B098-E4FFA28FCCE2}">
      <dgm:prSet/>
      <dgm:spPr/>
      <dgm:t>
        <a:bodyPr/>
        <a:lstStyle/>
        <a:p>
          <a:endParaRPr lang="en-US"/>
        </a:p>
      </dgm:t>
    </dgm:pt>
    <dgm:pt modelId="{3156166B-ED30-42A0-B591-601B1E49D245}" type="sibTrans" cxnId="{DCBBD47C-2E8A-426A-B098-E4FFA28FCCE2}">
      <dgm:prSet/>
      <dgm:spPr/>
      <dgm:t>
        <a:bodyPr/>
        <a:lstStyle/>
        <a:p>
          <a:endParaRPr lang="en-US"/>
        </a:p>
      </dgm:t>
    </dgm:pt>
    <dgm:pt modelId="{3D558594-0F48-4F7A-BF71-4E4716D00847}">
      <dgm:prSet phldrT="[Text]"/>
      <dgm:spPr/>
      <dgm:t>
        <a:bodyPr/>
        <a:lstStyle/>
        <a:p>
          <a:r>
            <a:rPr lang="en-US" b="1" dirty="0"/>
            <a:t>Sub-teams</a:t>
          </a:r>
        </a:p>
      </dgm:t>
    </dgm:pt>
    <dgm:pt modelId="{E0D1DC24-7A44-4AE8-830B-0316886FC674}" type="parTrans" cxnId="{B3AAA80C-D736-4A5A-800B-B6F96062419F}">
      <dgm:prSet/>
      <dgm:spPr/>
      <dgm:t>
        <a:bodyPr/>
        <a:lstStyle/>
        <a:p>
          <a:endParaRPr lang="en-US"/>
        </a:p>
      </dgm:t>
    </dgm:pt>
    <dgm:pt modelId="{E168A03A-D46F-433C-A251-40DC500A9F2C}" type="sibTrans" cxnId="{B3AAA80C-D736-4A5A-800B-B6F96062419F}">
      <dgm:prSet/>
      <dgm:spPr/>
      <dgm:t>
        <a:bodyPr/>
        <a:lstStyle/>
        <a:p>
          <a:endParaRPr lang="en-US"/>
        </a:p>
      </dgm:t>
    </dgm:pt>
    <dgm:pt modelId="{95150DD2-1ECF-4CE6-87FB-26B0EEAB8DFE}">
      <dgm:prSet/>
      <dgm:spPr/>
      <dgm:t>
        <a:bodyPr/>
        <a:lstStyle/>
        <a:p>
          <a:r>
            <a:rPr lang="en-US" dirty="0"/>
            <a:t>Data</a:t>
          </a:r>
        </a:p>
      </dgm:t>
    </dgm:pt>
    <dgm:pt modelId="{E54BE61B-EBAD-4B69-BD61-A70A08E7FF55}" type="parTrans" cxnId="{924002E2-847F-48A1-9EFE-DB43EFD967E1}">
      <dgm:prSet/>
      <dgm:spPr/>
      <dgm:t>
        <a:bodyPr/>
        <a:lstStyle/>
        <a:p>
          <a:endParaRPr lang="en-US"/>
        </a:p>
      </dgm:t>
    </dgm:pt>
    <dgm:pt modelId="{B5B29718-7E60-47F7-98DF-65432E3E7158}" type="sibTrans" cxnId="{924002E2-847F-48A1-9EFE-DB43EFD967E1}">
      <dgm:prSet/>
      <dgm:spPr/>
      <dgm:t>
        <a:bodyPr/>
        <a:lstStyle/>
        <a:p>
          <a:endParaRPr lang="en-US"/>
        </a:p>
      </dgm:t>
    </dgm:pt>
    <dgm:pt modelId="{5B304DC3-AFAC-46F2-B54B-D061FED8D78A}">
      <dgm:prSet phldrT="[Text]"/>
      <dgm:spPr/>
      <dgm:t>
        <a:bodyPr/>
        <a:lstStyle/>
        <a:p>
          <a:pPr>
            <a:buFont typeface="Arial" panose="020B0604020202020204" pitchFamily="34" charset="0"/>
            <a:buChar char="•"/>
          </a:pPr>
          <a:r>
            <a:rPr lang="en-US" dirty="0"/>
            <a:t>Lex Jansen</a:t>
          </a:r>
        </a:p>
      </dgm:t>
    </dgm:pt>
    <dgm:pt modelId="{E02B35F0-7759-4C3A-ACC0-14DFC30E0101}" type="parTrans" cxnId="{9CA7CA4F-4D84-4E82-88C1-37674B837FF9}">
      <dgm:prSet/>
      <dgm:spPr/>
      <dgm:t>
        <a:bodyPr/>
        <a:lstStyle/>
        <a:p>
          <a:endParaRPr lang="en-US"/>
        </a:p>
      </dgm:t>
    </dgm:pt>
    <dgm:pt modelId="{AFA3B0BC-AB23-46FE-816A-F847713BE370}" type="sibTrans" cxnId="{9CA7CA4F-4D84-4E82-88C1-37674B837FF9}">
      <dgm:prSet/>
      <dgm:spPr/>
      <dgm:t>
        <a:bodyPr/>
        <a:lstStyle/>
        <a:p>
          <a:endParaRPr lang="en-US"/>
        </a:p>
      </dgm:t>
    </dgm:pt>
    <dgm:pt modelId="{62C20C51-BEE5-406B-9B27-8A7F4DADB6A3}">
      <dgm:prSet phldrT="[Text]"/>
      <dgm:spPr/>
      <dgm:t>
        <a:bodyPr/>
        <a:lstStyle/>
        <a:p>
          <a:pPr>
            <a:buFont typeface="Arial" panose="020B0604020202020204" pitchFamily="34" charset="0"/>
            <a:buChar char="•"/>
          </a:pPr>
          <a:r>
            <a:rPr lang="en-US" dirty="0"/>
            <a:t>Bess Le Roy</a:t>
          </a:r>
        </a:p>
      </dgm:t>
    </dgm:pt>
    <dgm:pt modelId="{5408213D-0605-42EB-A461-B2BED657CC91}" type="parTrans" cxnId="{E2266659-8696-408D-B7B1-4CEAAE97DB34}">
      <dgm:prSet/>
      <dgm:spPr/>
      <dgm:t>
        <a:bodyPr/>
        <a:lstStyle/>
        <a:p>
          <a:endParaRPr lang="en-US"/>
        </a:p>
      </dgm:t>
    </dgm:pt>
    <dgm:pt modelId="{14954785-C7D3-4B04-B154-5BC5D695641D}" type="sibTrans" cxnId="{E2266659-8696-408D-B7B1-4CEAAE97DB34}">
      <dgm:prSet/>
      <dgm:spPr/>
      <dgm:t>
        <a:bodyPr/>
        <a:lstStyle/>
        <a:p>
          <a:endParaRPr lang="en-US"/>
        </a:p>
      </dgm:t>
    </dgm:pt>
    <dgm:pt modelId="{1A2C0F78-204B-49AE-BD5C-26733FB12DCA}">
      <dgm:prSet/>
      <dgm:spPr/>
      <dgm:t>
        <a:bodyPr/>
        <a:lstStyle/>
        <a:p>
          <a:r>
            <a:rPr lang="en-US" dirty="0"/>
            <a:t>Dianna Di Russo</a:t>
          </a:r>
        </a:p>
      </dgm:t>
    </dgm:pt>
    <dgm:pt modelId="{CE0F6030-4851-4229-B665-D9D529B7FD4E}" type="parTrans" cxnId="{C6E59CEC-F58E-446C-A807-46494775CD52}">
      <dgm:prSet/>
      <dgm:spPr/>
      <dgm:t>
        <a:bodyPr/>
        <a:lstStyle/>
        <a:p>
          <a:endParaRPr lang="en-US"/>
        </a:p>
      </dgm:t>
    </dgm:pt>
    <dgm:pt modelId="{038A513C-72C1-4921-894F-8FBF21C1E492}" type="sibTrans" cxnId="{C6E59CEC-F58E-446C-A807-46494775CD52}">
      <dgm:prSet/>
      <dgm:spPr/>
      <dgm:t>
        <a:bodyPr/>
        <a:lstStyle/>
        <a:p>
          <a:endParaRPr lang="en-US"/>
        </a:p>
      </dgm:t>
    </dgm:pt>
    <dgm:pt modelId="{CF014131-FBF1-4562-917C-46177F3CD984}">
      <dgm:prSet/>
      <dgm:spPr/>
      <dgm:t>
        <a:bodyPr/>
        <a:lstStyle/>
        <a:p>
          <a:r>
            <a:rPr lang="en-US"/>
            <a:t>Christine Connolly</a:t>
          </a:r>
          <a:endParaRPr lang="en-US" dirty="0"/>
        </a:p>
      </dgm:t>
    </dgm:pt>
    <dgm:pt modelId="{EEB8117E-FA48-42D0-91B6-886728EB8AF6}" type="parTrans" cxnId="{33849BFC-78E8-4923-8EE0-A07205EBADE5}">
      <dgm:prSet/>
      <dgm:spPr/>
      <dgm:t>
        <a:bodyPr/>
        <a:lstStyle/>
        <a:p>
          <a:endParaRPr lang="en-US"/>
        </a:p>
      </dgm:t>
    </dgm:pt>
    <dgm:pt modelId="{BB3802C1-6A12-450E-AB7D-33884FE7860D}" type="sibTrans" cxnId="{33849BFC-78E8-4923-8EE0-A07205EBADE5}">
      <dgm:prSet/>
      <dgm:spPr/>
      <dgm:t>
        <a:bodyPr/>
        <a:lstStyle/>
        <a:p>
          <a:endParaRPr lang="en-US"/>
        </a:p>
      </dgm:t>
    </dgm:pt>
    <dgm:pt modelId="{31E332A0-61F5-471C-B89F-23895EE9DB52}">
      <dgm:prSet/>
      <dgm:spPr/>
      <dgm:t>
        <a:bodyPr/>
        <a:lstStyle/>
        <a:p>
          <a:r>
            <a:rPr lang="en-US"/>
            <a:t>Anthony Chow</a:t>
          </a:r>
        </a:p>
      </dgm:t>
    </dgm:pt>
    <dgm:pt modelId="{5819E667-37B1-41A3-9025-1CAF6531C581}" type="parTrans" cxnId="{C6C7EFB2-244A-40D2-AB70-6B4BD5D614DE}">
      <dgm:prSet/>
      <dgm:spPr/>
      <dgm:t>
        <a:bodyPr/>
        <a:lstStyle/>
        <a:p>
          <a:endParaRPr lang="en-US"/>
        </a:p>
      </dgm:t>
    </dgm:pt>
    <dgm:pt modelId="{91FE9AEA-4CA0-420B-8B84-2CE3C19262F8}" type="sibTrans" cxnId="{C6C7EFB2-244A-40D2-AB70-6B4BD5D614DE}">
      <dgm:prSet/>
      <dgm:spPr/>
      <dgm:t>
        <a:bodyPr/>
        <a:lstStyle/>
        <a:p>
          <a:endParaRPr lang="en-US"/>
        </a:p>
      </dgm:t>
    </dgm:pt>
    <dgm:pt modelId="{07171314-052C-934D-B2AD-E7DF637CD015}">
      <dgm:prSet phldrT="[Text]"/>
      <dgm:spPr/>
      <dgm:t>
        <a:bodyPr/>
        <a:lstStyle/>
        <a:p>
          <a:pPr>
            <a:buFont typeface="Arial" panose="020B0604020202020204" pitchFamily="34" charset="0"/>
            <a:buChar char="•"/>
          </a:pPr>
          <a:r>
            <a:rPr lang="en-US" dirty="0"/>
            <a:t>Sam Hume</a:t>
          </a:r>
        </a:p>
      </dgm:t>
    </dgm:pt>
    <dgm:pt modelId="{2A03C248-2756-424F-929E-22164450B0D4}" type="parTrans" cxnId="{EF94F02D-ABD9-144F-BDAB-45632B3786C6}">
      <dgm:prSet/>
      <dgm:spPr/>
      <dgm:t>
        <a:bodyPr/>
        <a:lstStyle/>
        <a:p>
          <a:endParaRPr lang="en-US"/>
        </a:p>
      </dgm:t>
    </dgm:pt>
    <dgm:pt modelId="{B760A280-CE2D-934C-85A6-2468A5660EA1}" type="sibTrans" cxnId="{EF94F02D-ABD9-144F-BDAB-45632B3786C6}">
      <dgm:prSet/>
      <dgm:spPr/>
      <dgm:t>
        <a:bodyPr/>
        <a:lstStyle/>
        <a:p>
          <a:endParaRPr lang="en-US"/>
        </a:p>
      </dgm:t>
    </dgm:pt>
    <dgm:pt modelId="{25B0D68F-ED18-8A44-9660-48EE57425C20}">
      <dgm:prSet phldrT="[Text]"/>
      <dgm:spPr/>
      <dgm:t>
        <a:bodyPr/>
        <a:lstStyle/>
        <a:p>
          <a:pPr>
            <a:buFont typeface="Arial" panose="020B0604020202020204" pitchFamily="34" charset="0"/>
            <a:buChar char="•"/>
          </a:pPr>
          <a:r>
            <a:rPr lang="en-US" dirty="0"/>
            <a:t>Nicolas de Saint </a:t>
          </a:r>
          <a:r>
            <a:rPr lang="en-US" dirty="0" err="1"/>
            <a:t>Jorre</a:t>
          </a:r>
          <a:endParaRPr lang="en-US" dirty="0"/>
        </a:p>
      </dgm:t>
    </dgm:pt>
    <dgm:pt modelId="{B1FAA778-5A76-2A4E-988A-8708CBCADCFE}" type="parTrans" cxnId="{7D34EABD-4DB5-3245-A44E-CDC2306CD4AE}">
      <dgm:prSet/>
      <dgm:spPr/>
      <dgm:t>
        <a:bodyPr/>
        <a:lstStyle/>
        <a:p>
          <a:endParaRPr lang="en-US"/>
        </a:p>
      </dgm:t>
    </dgm:pt>
    <dgm:pt modelId="{3B207394-2BE0-E744-96A6-CAE0EECDCCFA}" type="sibTrans" cxnId="{7D34EABD-4DB5-3245-A44E-CDC2306CD4AE}">
      <dgm:prSet/>
      <dgm:spPr/>
      <dgm:t>
        <a:bodyPr/>
        <a:lstStyle/>
        <a:p>
          <a:endParaRPr lang="en-US"/>
        </a:p>
      </dgm:t>
    </dgm:pt>
    <dgm:pt modelId="{14F7FA72-4C03-5A48-A4A4-C73D877B752D}">
      <dgm:prSet phldrT="[Text]"/>
      <dgm:spPr/>
      <dgm:t>
        <a:bodyPr/>
        <a:lstStyle/>
        <a:p>
          <a:r>
            <a:rPr lang="en-US" b="0" dirty="0"/>
            <a:t>Define-XML/Shell Dataset</a:t>
          </a:r>
        </a:p>
      </dgm:t>
    </dgm:pt>
    <dgm:pt modelId="{F7705B59-D64B-574C-B907-19E8BBF8AFE2}" type="parTrans" cxnId="{40322E1E-49FC-CD42-918A-5E646CA8E492}">
      <dgm:prSet/>
      <dgm:spPr/>
      <dgm:t>
        <a:bodyPr/>
        <a:lstStyle/>
        <a:p>
          <a:endParaRPr lang="en-US"/>
        </a:p>
      </dgm:t>
    </dgm:pt>
    <dgm:pt modelId="{70EEED12-5CEE-D945-8324-E3AF75526B01}" type="sibTrans" cxnId="{40322E1E-49FC-CD42-918A-5E646CA8E492}">
      <dgm:prSet/>
      <dgm:spPr/>
      <dgm:t>
        <a:bodyPr/>
        <a:lstStyle/>
        <a:p>
          <a:endParaRPr lang="en-US"/>
        </a:p>
      </dgm:t>
    </dgm:pt>
    <dgm:pt modelId="{7068AD1C-7CFE-A347-8C53-183C3ACB7DCB}">
      <dgm:prSet phldrT="[Text]"/>
      <dgm:spPr/>
      <dgm:t>
        <a:bodyPr/>
        <a:lstStyle/>
        <a:p>
          <a:r>
            <a:rPr lang="en-US" b="0" dirty="0"/>
            <a:t>ODM/CRF/aCRF</a:t>
          </a:r>
        </a:p>
      </dgm:t>
    </dgm:pt>
    <dgm:pt modelId="{268E6239-3DFF-5249-8256-C888C8A87574}" type="parTrans" cxnId="{8B43B863-DFC8-3B49-AD72-44D6B5485D70}">
      <dgm:prSet/>
      <dgm:spPr/>
      <dgm:t>
        <a:bodyPr/>
        <a:lstStyle/>
        <a:p>
          <a:endParaRPr lang="en-US"/>
        </a:p>
      </dgm:t>
    </dgm:pt>
    <dgm:pt modelId="{C45ACA12-CAC8-C547-B377-18A115EB5C34}" type="sibTrans" cxnId="{8B43B863-DFC8-3B49-AD72-44D6B5485D70}">
      <dgm:prSet/>
      <dgm:spPr/>
      <dgm:t>
        <a:bodyPr/>
        <a:lstStyle/>
        <a:p>
          <a:endParaRPr lang="en-US"/>
        </a:p>
      </dgm:t>
    </dgm:pt>
    <dgm:pt modelId="{2A4F6B9D-4D6F-C143-944D-19515DA02800}">
      <dgm:prSet phldrT="[Text]"/>
      <dgm:spPr/>
      <dgm:t>
        <a:bodyPr/>
        <a:lstStyle/>
        <a:p>
          <a:pPr>
            <a:buFont typeface="Arial" panose="020B0604020202020204" pitchFamily="34" charset="0"/>
            <a:buChar char="•"/>
          </a:pPr>
          <a:r>
            <a:rPr lang="en-US" dirty="0"/>
            <a:t>Jeremy Teoh</a:t>
          </a:r>
        </a:p>
      </dgm:t>
    </dgm:pt>
    <dgm:pt modelId="{F22CE6D7-575F-4241-867A-FAC57A45642D}" type="parTrans" cxnId="{80488C41-2621-AF43-ABB3-7709B9DFAC51}">
      <dgm:prSet/>
      <dgm:spPr/>
      <dgm:t>
        <a:bodyPr/>
        <a:lstStyle/>
        <a:p>
          <a:endParaRPr lang="en-US"/>
        </a:p>
      </dgm:t>
    </dgm:pt>
    <dgm:pt modelId="{BBE986F0-2F08-E04F-ADC7-716AD2DBE243}" type="sibTrans" cxnId="{80488C41-2621-AF43-ABB3-7709B9DFAC51}">
      <dgm:prSet/>
      <dgm:spPr/>
      <dgm:t>
        <a:bodyPr/>
        <a:lstStyle/>
        <a:p>
          <a:endParaRPr lang="en-US"/>
        </a:p>
      </dgm:t>
    </dgm:pt>
    <dgm:pt modelId="{957556A7-37A2-014C-8609-A1FE0D27A76E}">
      <dgm:prSet/>
      <dgm:spPr/>
      <dgm:t>
        <a:bodyPr/>
        <a:lstStyle/>
        <a:p>
          <a:r>
            <a:rPr lang="en-US" dirty="0"/>
            <a:t>sdtm.oak</a:t>
          </a:r>
        </a:p>
      </dgm:t>
    </dgm:pt>
    <dgm:pt modelId="{58159A0E-B961-C14F-900A-9B97DD6436D0}" type="parTrans" cxnId="{DB1D6A91-FA5E-AF4B-A2FC-F40BC18F685F}">
      <dgm:prSet/>
      <dgm:spPr/>
      <dgm:t>
        <a:bodyPr/>
        <a:lstStyle/>
        <a:p>
          <a:endParaRPr lang="en-US"/>
        </a:p>
      </dgm:t>
    </dgm:pt>
    <dgm:pt modelId="{72D1AB3B-7A59-D34C-BF6E-87DFBCB26BE1}" type="sibTrans" cxnId="{DB1D6A91-FA5E-AF4B-A2FC-F40BC18F685F}">
      <dgm:prSet/>
      <dgm:spPr/>
      <dgm:t>
        <a:bodyPr/>
        <a:lstStyle/>
        <a:p>
          <a:endParaRPr lang="en-US"/>
        </a:p>
      </dgm:t>
    </dgm:pt>
    <dgm:pt modelId="{3209EF33-084F-C44A-873A-2E2F43D96517}">
      <dgm:prSet/>
      <dgm:spPr/>
      <dgm:t>
        <a:bodyPr/>
        <a:lstStyle/>
        <a:p>
          <a:r>
            <a:rPr lang="en-US" dirty="0"/>
            <a:t>Conformance</a:t>
          </a:r>
        </a:p>
      </dgm:t>
    </dgm:pt>
    <dgm:pt modelId="{8AFFD6F4-7585-2A4D-8AB7-884A1428FB40}" type="parTrans" cxnId="{0A8A0F63-AB45-1B43-A0BC-F28BDAE6FBEB}">
      <dgm:prSet/>
      <dgm:spPr/>
      <dgm:t>
        <a:bodyPr/>
        <a:lstStyle/>
        <a:p>
          <a:endParaRPr lang="en-US"/>
        </a:p>
      </dgm:t>
    </dgm:pt>
    <dgm:pt modelId="{BC325654-1FCF-0E4B-8F2E-70DD7C1635FE}" type="sibTrans" cxnId="{0A8A0F63-AB45-1B43-A0BC-F28BDAE6FBEB}">
      <dgm:prSet/>
      <dgm:spPr/>
      <dgm:t>
        <a:bodyPr/>
        <a:lstStyle/>
        <a:p>
          <a:endParaRPr lang="en-US"/>
        </a:p>
      </dgm:t>
    </dgm:pt>
    <dgm:pt modelId="{1EE1E5B3-C582-B244-883B-3E9312E01913}">
      <dgm:prSet/>
      <dgm:spPr/>
      <dgm:t>
        <a:bodyPr/>
        <a:lstStyle/>
        <a:p>
          <a:r>
            <a:rPr lang="en-US" b="0" dirty="0"/>
            <a:t>Study Design Team</a:t>
          </a:r>
        </a:p>
      </dgm:t>
    </dgm:pt>
    <dgm:pt modelId="{95BA6E33-6BAD-C945-997A-42240693C0B4}" type="parTrans" cxnId="{BEDF7379-C051-CA41-9DB9-CC9D625AADDA}">
      <dgm:prSet/>
      <dgm:spPr/>
      <dgm:t>
        <a:bodyPr/>
        <a:lstStyle/>
        <a:p>
          <a:endParaRPr lang="en-US"/>
        </a:p>
      </dgm:t>
    </dgm:pt>
    <dgm:pt modelId="{CED4568E-6FC6-6A45-9E0C-37CDC29D2EEA}" type="sibTrans" cxnId="{BEDF7379-C051-CA41-9DB9-CC9D625AADDA}">
      <dgm:prSet/>
      <dgm:spPr/>
      <dgm:t>
        <a:bodyPr/>
        <a:lstStyle/>
        <a:p>
          <a:endParaRPr lang="en-US"/>
        </a:p>
      </dgm:t>
    </dgm:pt>
    <dgm:pt modelId="{BF8B0AF1-5A80-44DE-9950-839B3A1A5B36}" type="pres">
      <dgm:prSet presAssocID="{1FB59884-06DD-46F8-85CE-838C74ED6A66}" presName="Name0" presStyleCnt="0">
        <dgm:presLayoutVars>
          <dgm:dir/>
          <dgm:animLvl val="lvl"/>
          <dgm:resizeHandles val="exact"/>
        </dgm:presLayoutVars>
      </dgm:prSet>
      <dgm:spPr/>
    </dgm:pt>
    <dgm:pt modelId="{3601FC32-5D46-4037-BC00-AF4D344CD6A6}" type="pres">
      <dgm:prSet presAssocID="{2E7A555A-AC1D-4E1E-B9A7-4F9AD8DB3C98}" presName="composite" presStyleCnt="0"/>
      <dgm:spPr/>
    </dgm:pt>
    <dgm:pt modelId="{87D7D49C-29DE-49A9-8A64-3E958A42F8B2}" type="pres">
      <dgm:prSet presAssocID="{2E7A555A-AC1D-4E1E-B9A7-4F9AD8DB3C98}" presName="parTx" presStyleLbl="alignNode1" presStyleIdx="0" presStyleCnt="3">
        <dgm:presLayoutVars>
          <dgm:chMax val="0"/>
          <dgm:chPref val="0"/>
          <dgm:bulletEnabled val="1"/>
        </dgm:presLayoutVars>
      </dgm:prSet>
      <dgm:spPr/>
    </dgm:pt>
    <dgm:pt modelId="{0146B377-95F8-4335-AB60-D42261FE7594}" type="pres">
      <dgm:prSet presAssocID="{2E7A555A-AC1D-4E1E-B9A7-4F9AD8DB3C98}" presName="desTx" presStyleLbl="alignAccFollowNode1" presStyleIdx="0" presStyleCnt="3">
        <dgm:presLayoutVars>
          <dgm:bulletEnabled val="1"/>
        </dgm:presLayoutVars>
      </dgm:prSet>
      <dgm:spPr/>
    </dgm:pt>
    <dgm:pt modelId="{1DA841FB-987A-41BD-B4CD-04CDE696511E}" type="pres">
      <dgm:prSet presAssocID="{85BDEA19-68B9-4C79-B89F-06A53C65FD48}" presName="space" presStyleCnt="0"/>
      <dgm:spPr/>
    </dgm:pt>
    <dgm:pt modelId="{D0CA39C8-D6B3-4670-8344-8B2EC93D8AF7}" type="pres">
      <dgm:prSet presAssocID="{B8E39E76-FD18-4948-9820-7EF4D5346D83}" presName="composite" presStyleCnt="0"/>
      <dgm:spPr/>
    </dgm:pt>
    <dgm:pt modelId="{64BCF494-A316-4600-99FB-DC9C216DF0D2}" type="pres">
      <dgm:prSet presAssocID="{B8E39E76-FD18-4948-9820-7EF4D5346D83}" presName="parTx" presStyleLbl="alignNode1" presStyleIdx="1" presStyleCnt="3">
        <dgm:presLayoutVars>
          <dgm:chMax val="0"/>
          <dgm:chPref val="0"/>
          <dgm:bulletEnabled val="1"/>
        </dgm:presLayoutVars>
      </dgm:prSet>
      <dgm:spPr/>
    </dgm:pt>
    <dgm:pt modelId="{37432589-32ED-4141-9AB8-30D4FB4F56FA}" type="pres">
      <dgm:prSet presAssocID="{B8E39E76-FD18-4948-9820-7EF4D5346D83}" presName="desTx" presStyleLbl="alignAccFollowNode1" presStyleIdx="1" presStyleCnt="3">
        <dgm:presLayoutVars>
          <dgm:bulletEnabled val="1"/>
        </dgm:presLayoutVars>
      </dgm:prSet>
      <dgm:spPr/>
    </dgm:pt>
    <dgm:pt modelId="{0C7DA9D1-AF09-4ABC-A965-137DBBCE5F1E}" type="pres">
      <dgm:prSet presAssocID="{E6F92BD1-029D-4FD3-95BC-6AB9F40EEA22}" presName="space" presStyleCnt="0"/>
      <dgm:spPr/>
    </dgm:pt>
    <dgm:pt modelId="{538CC16E-C9B8-47C1-8EB0-A8B8FFD74196}" type="pres">
      <dgm:prSet presAssocID="{63883F0A-3AC8-4B48-B346-4831CD792C75}" presName="composite" presStyleCnt="0"/>
      <dgm:spPr/>
    </dgm:pt>
    <dgm:pt modelId="{1E9BA0D9-1916-4041-A9FC-B7203DB6717C}" type="pres">
      <dgm:prSet presAssocID="{63883F0A-3AC8-4B48-B346-4831CD792C75}" presName="parTx" presStyleLbl="alignNode1" presStyleIdx="2" presStyleCnt="3">
        <dgm:presLayoutVars>
          <dgm:chMax val="0"/>
          <dgm:chPref val="0"/>
          <dgm:bulletEnabled val="1"/>
        </dgm:presLayoutVars>
      </dgm:prSet>
      <dgm:spPr/>
    </dgm:pt>
    <dgm:pt modelId="{2B89600C-261C-4678-8BEE-60C6C8EAFAE6}" type="pres">
      <dgm:prSet presAssocID="{63883F0A-3AC8-4B48-B346-4831CD792C75}" presName="desTx" presStyleLbl="alignAccFollowNode1" presStyleIdx="2" presStyleCnt="3">
        <dgm:presLayoutVars>
          <dgm:bulletEnabled val="1"/>
        </dgm:presLayoutVars>
      </dgm:prSet>
      <dgm:spPr/>
    </dgm:pt>
  </dgm:ptLst>
  <dgm:cxnLst>
    <dgm:cxn modelId="{B3AAA80C-D736-4A5A-800B-B6F96062419F}" srcId="{63883F0A-3AC8-4B48-B346-4831CD792C75}" destId="{3D558594-0F48-4F7A-BF71-4E4716D00847}" srcOrd="1" destOrd="0" parTransId="{E0D1DC24-7A44-4AE8-830B-0316886FC674}" sibTransId="{E168A03A-D46F-433C-A251-40DC500A9F2C}"/>
    <dgm:cxn modelId="{2B1B3412-05E1-4223-B542-C905792718EB}" type="presOf" srcId="{5C0AFD70-3127-462B-8897-FEF331579122}" destId="{0146B377-95F8-4335-AB60-D42261FE7594}" srcOrd="0" destOrd="2" presId="urn:microsoft.com/office/officeart/2005/8/layout/hList1"/>
    <dgm:cxn modelId="{40322E1E-49FC-CD42-918A-5E646CA8E492}" srcId="{84121121-9C5D-403F-AD9F-4A9A18C3F30B}" destId="{14F7FA72-4C03-5A48-A4A4-C73D877B752D}" srcOrd="1" destOrd="0" parTransId="{F7705B59-D64B-574C-B907-19E8BBF8AFE2}" sibTransId="{70EEED12-5CEE-D945-8324-E3AF75526B01}"/>
    <dgm:cxn modelId="{A2BF461E-0E3D-43BF-B694-D8787D20B95F}" type="presOf" srcId="{95150DD2-1ECF-4CE6-87FB-26B0EEAB8DFE}" destId="{2B89600C-261C-4678-8BEE-60C6C8EAFAE6}" srcOrd="0" destOrd="6" presId="urn:microsoft.com/office/officeart/2005/8/layout/hList1"/>
    <dgm:cxn modelId="{B5170626-DB75-4980-9A7E-37358D7D94B4}" type="presOf" srcId="{2E7A555A-AC1D-4E1E-B9A7-4F9AD8DB3C98}" destId="{87D7D49C-29DE-49A9-8A64-3E958A42F8B2}" srcOrd="0" destOrd="0" presId="urn:microsoft.com/office/officeart/2005/8/layout/hList1"/>
    <dgm:cxn modelId="{BA3D682B-6816-3A40-8081-2DEDC6EA6C7E}" type="presOf" srcId="{2A4F6B9D-4D6F-C143-944D-19515DA02800}" destId="{37432589-32ED-4141-9AB8-30D4FB4F56FA}" srcOrd="0" destOrd="4" presId="urn:microsoft.com/office/officeart/2005/8/layout/hList1"/>
    <dgm:cxn modelId="{3AAC612D-7D35-47BE-B307-AF76268781AC}" type="presOf" srcId="{9D21FFB5-5634-4117-B9A2-8A8E1B2B919B}" destId="{0146B377-95F8-4335-AB60-D42261FE7594}" srcOrd="0" destOrd="1" presId="urn:microsoft.com/office/officeart/2005/8/layout/hList1"/>
    <dgm:cxn modelId="{EF94F02D-ABD9-144F-BDAB-45632B3786C6}" srcId="{F8C636B2-58D1-4897-9C62-180403F2E772}" destId="{07171314-052C-934D-B2AD-E7DF637CD015}" srcOrd="2" destOrd="0" parTransId="{2A03C248-2756-424F-929E-22164450B0D4}" sibTransId="{B760A280-CE2D-934C-85A6-2468A5660EA1}"/>
    <dgm:cxn modelId="{0AA45B32-6A89-4FD6-9640-D963ADC50951}" type="presOf" srcId="{1A2C0F78-204B-49AE-BD5C-26733FB12DCA}" destId="{2B89600C-261C-4678-8BEE-60C6C8EAFAE6}" srcOrd="0" destOrd="2" presId="urn:microsoft.com/office/officeart/2005/8/layout/hList1"/>
    <dgm:cxn modelId="{80488C41-2621-AF43-ABB3-7709B9DFAC51}" srcId="{F8C636B2-58D1-4897-9C62-180403F2E772}" destId="{2A4F6B9D-4D6F-C143-944D-19515DA02800}" srcOrd="3" destOrd="0" parTransId="{F22CE6D7-575F-4241-867A-FAC57A45642D}" sibTransId="{BBE986F0-2F08-E04F-ADC7-716AD2DBE243}"/>
    <dgm:cxn modelId="{35B98362-610A-9844-9043-FDB20868F165}" type="presOf" srcId="{3209EF33-084F-C44A-873A-2E2F43D96517}" destId="{2B89600C-261C-4678-8BEE-60C6C8EAFAE6}" srcOrd="0" destOrd="8" presId="urn:microsoft.com/office/officeart/2005/8/layout/hList1"/>
    <dgm:cxn modelId="{1008F762-1BA3-014D-9753-9767DE4455F3}" type="presOf" srcId="{07171314-052C-934D-B2AD-E7DF637CD015}" destId="{37432589-32ED-4141-9AB8-30D4FB4F56FA}" srcOrd="0" destOrd="3" presId="urn:microsoft.com/office/officeart/2005/8/layout/hList1"/>
    <dgm:cxn modelId="{0A8A0F63-AB45-1B43-A0BC-F28BDAE6FBEB}" srcId="{3D558594-0F48-4F7A-BF71-4E4716D00847}" destId="{3209EF33-084F-C44A-873A-2E2F43D96517}" srcOrd="2" destOrd="0" parTransId="{8AFFD6F4-7585-2A4D-8AB7-884A1428FB40}" sibTransId="{BC325654-1FCF-0E4B-8F2E-70DD7C1635FE}"/>
    <dgm:cxn modelId="{8B43B863-DFC8-3B49-AD72-44D6B5485D70}" srcId="{84121121-9C5D-403F-AD9F-4A9A18C3F30B}" destId="{7068AD1C-7CFE-A347-8C53-183C3ACB7DCB}" srcOrd="0" destOrd="0" parTransId="{268E6239-3DFF-5249-8256-C888C8A87574}" sibTransId="{C45ACA12-CAC8-C547-B377-18A115EB5C34}"/>
    <dgm:cxn modelId="{EEBD0266-9E99-42CE-9A44-74C0C993C51E}" srcId="{B49C7E74-FBE1-4EB4-82BC-8BAA110B2250}" destId="{5C0AFD70-3127-462B-8897-FEF331579122}" srcOrd="1" destOrd="0" parTransId="{702719B0-A7D4-4A8A-8657-60AC1F336479}" sibTransId="{AD3A5F88-D5F8-4E93-9EAD-45A6A9646BE4}"/>
    <dgm:cxn modelId="{7133CA4D-77D6-7C4A-B2A3-A15266195992}" type="presOf" srcId="{1EE1E5B3-C582-B244-883B-3E9312E01913}" destId="{0146B377-95F8-4335-AB60-D42261FE7594}" srcOrd="0" destOrd="4" presId="urn:microsoft.com/office/officeart/2005/8/layout/hList1"/>
    <dgm:cxn modelId="{9CA7CA4F-4D84-4E82-88C1-37674B837FF9}" srcId="{F8C636B2-58D1-4897-9C62-180403F2E772}" destId="{5B304DC3-AFAC-46F2-B54B-D061FED8D78A}" srcOrd="0" destOrd="0" parTransId="{E02B35F0-7759-4C3A-ACC0-14DFC30E0101}" sibTransId="{AFA3B0BC-AB23-46FE-816A-F847713BE370}"/>
    <dgm:cxn modelId="{F3401C55-86F7-4090-BEE5-0110578C209E}" type="presOf" srcId="{00324E21-0F9D-4E73-9C2A-3F100025921A}" destId="{0146B377-95F8-4335-AB60-D42261FE7594}" srcOrd="0" destOrd="3" presId="urn:microsoft.com/office/officeart/2005/8/layout/hList1"/>
    <dgm:cxn modelId="{C7788D76-D254-482D-9E41-C8082126A452}" srcId="{2E7A555A-AC1D-4E1E-B9A7-4F9AD8DB3C98}" destId="{B49C7E74-FBE1-4EB4-82BC-8BAA110B2250}" srcOrd="0" destOrd="0" parTransId="{8267EF2F-DAE4-498F-9D4A-2A49CD33200F}" sibTransId="{B26B1FFB-D617-492D-8D31-A8F3507723AB}"/>
    <dgm:cxn modelId="{5C7F0077-DFC0-473D-AC7D-E143D4B49E81}" type="presOf" srcId="{5B304DC3-AFAC-46F2-B54B-D061FED8D78A}" destId="{37432589-32ED-4141-9AB8-30D4FB4F56FA}" srcOrd="0" destOrd="1" presId="urn:microsoft.com/office/officeart/2005/8/layout/hList1"/>
    <dgm:cxn modelId="{5846BE57-0893-4A0A-8E20-7F22D5A6334E}" srcId="{B49C7E74-FBE1-4EB4-82BC-8BAA110B2250}" destId="{9D21FFB5-5634-4117-B9A2-8A8E1B2B919B}" srcOrd="0" destOrd="0" parTransId="{D42FBDE4-DF31-4790-9C6E-D6091E726B05}" sibTransId="{54A06394-2197-46B4-AC33-3CDB29A5413D}"/>
    <dgm:cxn modelId="{E2266659-8696-408D-B7B1-4CEAAE97DB34}" srcId="{D9CD2DAB-89FC-4DBF-8798-662C20270698}" destId="{62C20C51-BEE5-406B-9B27-8A7F4DADB6A3}" srcOrd="0" destOrd="0" parTransId="{5408213D-0605-42EB-A461-B2BED657CC91}" sibTransId="{14954785-C7D3-4B04-B154-5BC5D695641D}"/>
    <dgm:cxn modelId="{BEDF7379-C051-CA41-9DB9-CC9D625AADDA}" srcId="{00324E21-0F9D-4E73-9C2A-3F100025921A}" destId="{1EE1E5B3-C582-B244-883B-3E9312E01913}" srcOrd="0" destOrd="0" parTransId="{95BA6E33-6BAD-C945-997A-42240693C0B4}" sibTransId="{CED4568E-6FC6-6A45-9E0C-37CDC29D2EEA}"/>
    <dgm:cxn modelId="{CB78E559-AE47-1C44-BE84-C6DCDE035DBB}" type="presOf" srcId="{957556A7-37A2-014C-8609-A1FE0D27A76E}" destId="{2B89600C-261C-4678-8BEE-60C6C8EAFAE6}" srcOrd="0" destOrd="7" presId="urn:microsoft.com/office/officeart/2005/8/layout/hList1"/>
    <dgm:cxn modelId="{DCBBD47C-2E8A-426A-B098-E4FFA28FCCE2}" srcId="{63883F0A-3AC8-4B48-B346-4831CD792C75}" destId="{D9CD2DAB-89FC-4DBF-8798-662C20270698}" srcOrd="0" destOrd="0" parTransId="{EDBAEF53-B10B-4E9C-819D-BAE3AF796EEF}" sibTransId="{3156166B-ED30-42A0-B591-601B1E49D245}"/>
    <dgm:cxn modelId="{D9D7D183-3D94-42AD-A60F-58E3BF2DDE59}" type="presOf" srcId="{CF014131-FBF1-4562-917C-46177F3CD984}" destId="{2B89600C-261C-4678-8BEE-60C6C8EAFAE6}" srcOrd="0" destOrd="3" presId="urn:microsoft.com/office/officeart/2005/8/layout/hList1"/>
    <dgm:cxn modelId="{DB1D6A91-FA5E-AF4B-A2FC-F40BC18F685F}" srcId="{3D558594-0F48-4F7A-BF71-4E4716D00847}" destId="{957556A7-37A2-014C-8609-A1FE0D27A76E}" srcOrd="1" destOrd="0" parTransId="{58159A0E-B961-C14F-900A-9B97DD6436D0}" sibTransId="{72D1AB3B-7A59-D34C-BF6E-87DFBCB26BE1}"/>
    <dgm:cxn modelId="{65286D9D-DBF5-418A-A05A-B742F39803DF}" type="presOf" srcId="{62C20C51-BEE5-406B-9B27-8A7F4DADB6A3}" destId="{2B89600C-261C-4678-8BEE-60C6C8EAFAE6}" srcOrd="0" destOrd="1" presId="urn:microsoft.com/office/officeart/2005/8/layout/hList1"/>
    <dgm:cxn modelId="{349E43AE-0B4B-444A-B771-20EA1AB28529}" srcId="{1FB59884-06DD-46F8-85CE-838C74ED6A66}" destId="{B8E39E76-FD18-4948-9820-7EF4D5346D83}" srcOrd="1" destOrd="0" parTransId="{2F3141BA-2C80-461C-9C79-B5C18F0F7B6C}" sibTransId="{E6F92BD1-029D-4FD3-95BC-6AB9F40EEA22}"/>
    <dgm:cxn modelId="{A7A9ABAF-3DFF-47BD-AEBF-54EF41DAF50B}" type="presOf" srcId="{B49C7E74-FBE1-4EB4-82BC-8BAA110B2250}" destId="{0146B377-95F8-4335-AB60-D42261FE7594}" srcOrd="0" destOrd="0" presId="urn:microsoft.com/office/officeart/2005/8/layout/hList1"/>
    <dgm:cxn modelId="{675A04B0-B4C8-4C95-80C1-D12CD75E58FB}" type="presOf" srcId="{1FB59884-06DD-46F8-85CE-838C74ED6A66}" destId="{BF8B0AF1-5A80-44DE-9950-839B3A1A5B36}" srcOrd="0" destOrd="0" presId="urn:microsoft.com/office/officeart/2005/8/layout/hList1"/>
    <dgm:cxn modelId="{A9E307B1-3532-4989-B24C-869BE8465251}" srcId="{2E7A555A-AC1D-4E1E-B9A7-4F9AD8DB3C98}" destId="{00324E21-0F9D-4E73-9C2A-3F100025921A}" srcOrd="1" destOrd="0" parTransId="{D17EB4E6-57F5-451C-B54E-8542FDE78CFA}" sibTransId="{9C701054-882F-4B73-860A-637CBBFC7848}"/>
    <dgm:cxn modelId="{C6C7EFB2-244A-40D2-AB70-6B4BD5D614DE}" srcId="{D9CD2DAB-89FC-4DBF-8798-662C20270698}" destId="{31E332A0-61F5-471C-B89F-23895EE9DB52}" srcOrd="3" destOrd="0" parTransId="{5819E667-37B1-41A3-9025-1CAF6531C581}" sibTransId="{91FE9AEA-4CA0-420B-8B84-2CE3C19262F8}"/>
    <dgm:cxn modelId="{BE3C74B5-52B9-7B44-AD5D-0275B5757BBC}" type="presOf" srcId="{25B0D68F-ED18-8A44-9660-48EE57425C20}" destId="{37432589-32ED-4141-9AB8-30D4FB4F56FA}" srcOrd="0" destOrd="2" presId="urn:microsoft.com/office/officeart/2005/8/layout/hList1"/>
    <dgm:cxn modelId="{46B6A8B5-C7F2-5049-AA0B-A194C4A96114}" type="presOf" srcId="{84121121-9C5D-403F-AD9F-4A9A18C3F30B}" destId="{37432589-32ED-4141-9AB8-30D4FB4F56FA}" srcOrd="0" destOrd="5" presId="urn:microsoft.com/office/officeart/2005/8/layout/hList1"/>
    <dgm:cxn modelId="{7D34EABD-4DB5-3245-A44E-CDC2306CD4AE}" srcId="{F8C636B2-58D1-4897-9C62-180403F2E772}" destId="{25B0D68F-ED18-8A44-9660-48EE57425C20}" srcOrd="1" destOrd="0" parTransId="{B1FAA778-5A76-2A4E-988A-8708CBCADCFE}" sibTransId="{3B207394-2BE0-E744-96A6-CAE0EECDCCFA}"/>
    <dgm:cxn modelId="{881979C0-FB38-4FEB-9108-CC3DD17FF5E2}" type="presOf" srcId="{F8C636B2-58D1-4897-9C62-180403F2E772}" destId="{37432589-32ED-4141-9AB8-30D4FB4F56FA}" srcOrd="0" destOrd="0" presId="urn:microsoft.com/office/officeart/2005/8/layout/hList1"/>
    <dgm:cxn modelId="{B760A5CC-4A86-4258-A8FC-FA77EC7F525C}" type="presOf" srcId="{63883F0A-3AC8-4B48-B346-4831CD792C75}" destId="{1E9BA0D9-1916-4041-A9FC-B7203DB6717C}" srcOrd="0" destOrd="0" presId="urn:microsoft.com/office/officeart/2005/8/layout/hList1"/>
    <dgm:cxn modelId="{B129B7CF-8335-394E-B829-B75DB44E52FD}" type="presOf" srcId="{7068AD1C-7CFE-A347-8C53-183C3ACB7DCB}" destId="{37432589-32ED-4141-9AB8-30D4FB4F56FA}" srcOrd="0" destOrd="6" presId="urn:microsoft.com/office/officeart/2005/8/layout/hList1"/>
    <dgm:cxn modelId="{506030D1-AA42-4B94-AC4A-EFE3D84EBBF2}" type="presOf" srcId="{D9CD2DAB-89FC-4DBF-8798-662C20270698}" destId="{2B89600C-261C-4678-8BEE-60C6C8EAFAE6}" srcOrd="0" destOrd="0" presId="urn:microsoft.com/office/officeart/2005/8/layout/hList1"/>
    <dgm:cxn modelId="{BBF898D9-DD86-4DF3-8250-F9B3DC5CCEF3}" type="presOf" srcId="{B8E39E76-FD18-4948-9820-7EF4D5346D83}" destId="{64BCF494-A316-4600-99FB-DC9C216DF0D2}" srcOrd="0" destOrd="0" presId="urn:microsoft.com/office/officeart/2005/8/layout/hList1"/>
    <dgm:cxn modelId="{54FA09DE-B701-1F40-A8F6-992313443EE1}" type="presOf" srcId="{14F7FA72-4C03-5A48-A4A4-C73D877B752D}" destId="{37432589-32ED-4141-9AB8-30D4FB4F56FA}" srcOrd="0" destOrd="7" presId="urn:microsoft.com/office/officeart/2005/8/layout/hList1"/>
    <dgm:cxn modelId="{924002E2-847F-48A1-9EFE-DB43EFD967E1}" srcId="{3D558594-0F48-4F7A-BF71-4E4716D00847}" destId="{95150DD2-1ECF-4CE6-87FB-26B0EEAB8DFE}" srcOrd="0" destOrd="0" parTransId="{E54BE61B-EBAD-4B69-BD61-A70A08E7FF55}" sibTransId="{B5B29718-7E60-47F7-98DF-65432E3E7158}"/>
    <dgm:cxn modelId="{470184E2-E850-460B-8129-74C0D2BF1EA9}" srcId="{B8E39E76-FD18-4948-9820-7EF4D5346D83}" destId="{84121121-9C5D-403F-AD9F-4A9A18C3F30B}" srcOrd="1" destOrd="0" parTransId="{CA421691-4674-47B0-85B8-02F08A74F720}" sibTransId="{D073817E-AB4C-4E5D-A43F-C37A4E017390}"/>
    <dgm:cxn modelId="{24A0BEE2-07C3-4D8E-BB2A-CA07FDDE2041}" srcId="{B8E39E76-FD18-4948-9820-7EF4D5346D83}" destId="{F8C636B2-58D1-4897-9C62-180403F2E772}" srcOrd="0" destOrd="0" parTransId="{70E48CC6-0058-44BE-8AF4-522EB68ABFDC}" sibTransId="{9B96882A-C60B-41A2-AD3A-921EFB8CE89C}"/>
    <dgm:cxn modelId="{C6E59CEC-F58E-446C-A807-46494775CD52}" srcId="{D9CD2DAB-89FC-4DBF-8798-662C20270698}" destId="{1A2C0F78-204B-49AE-BD5C-26733FB12DCA}" srcOrd="1" destOrd="0" parTransId="{CE0F6030-4851-4229-B665-D9D529B7FD4E}" sibTransId="{038A513C-72C1-4921-894F-8FBF21C1E492}"/>
    <dgm:cxn modelId="{0A2B4FF8-F217-47E0-AA0B-991DA4447DFE}" type="presOf" srcId="{31E332A0-61F5-471C-B89F-23895EE9DB52}" destId="{2B89600C-261C-4678-8BEE-60C6C8EAFAE6}" srcOrd="0" destOrd="4" presId="urn:microsoft.com/office/officeart/2005/8/layout/hList1"/>
    <dgm:cxn modelId="{75065AF9-F463-4B4A-B06A-F5BC4EC3DF1C}" srcId="{1FB59884-06DD-46F8-85CE-838C74ED6A66}" destId="{63883F0A-3AC8-4B48-B346-4831CD792C75}" srcOrd="2" destOrd="0" parTransId="{0561184C-1CE6-4CC4-8C14-34DB697CD129}" sibTransId="{E791C29A-2EF4-452E-A50B-A81EAE655F7F}"/>
    <dgm:cxn modelId="{7D88D5FB-298F-47A3-9C25-2BBE5C13D98E}" type="presOf" srcId="{3D558594-0F48-4F7A-BF71-4E4716D00847}" destId="{2B89600C-261C-4678-8BEE-60C6C8EAFAE6}" srcOrd="0" destOrd="5" presId="urn:microsoft.com/office/officeart/2005/8/layout/hList1"/>
    <dgm:cxn modelId="{33849BFC-78E8-4923-8EE0-A07205EBADE5}" srcId="{D9CD2DAB-89FC-4DBF-8798-662C20270698}" destId="{CF014131-FBF1-4562-917C-46177F3CD984}" srcOrd="2" destOrd="0" parTransId="{EEB8117E-FA48-42D0-91B6-886728EB8AF6}" sibTransId="{BB3802C1-6A12-450E-AB7D-33884FE7860D}"/>
    <dgm:cxn modelId="{842BBFFD-A98F-439A-A99E-AD40E5D4F8A1}" srcId="{1FB59884-06DD-46F8-85CE-838C74ED6A66}" destId="{2E7A555A-AC1D-4E1E-B9A7-4F9AD8DB3C98}" srcOrd="0" destOrd="0" parTransId="{7D417D39-AA4A-4ACA-87AD-10D11AEDD59E}" sibTransId="{85BDEA19-68B9-4C79-B89F-06A53C65FD48}"/>
    <dgm:cxn modelId="{02D42A5E-1F49-48B0-AAEC-E98A7473395C}" type="presParOf" srcId="{BF8B0AF1-5A80-44DE-9950-839B3A1A5B36}" destId="{3601FC32-5D46-4037-BC00-AF4D344CD6A6}" srcOrd="0" destOrd="0" presId="urn:microsoft.com/office/officeart/2005/8/layout/hList1"/>
    <dgm:cxn modelId="{EAA182EC-4BE0-4279-A8F0-DACE7AF759D7}" type="presParOf" srcId="{3601FC32-5D46-4037-BC00-AF4D344CD6A6}" destId="{87D7D49C-29DE-49A9-8A64-3E958A42F8B2}" srcOrd="0" destOrd="0" presId="urn:microsoft.com/office/officeart/2005/8/layout/hList1"/>
    <dgm:cxn modelId="{FB6D5527-BDF4-40E3-8D1D-ADBF4498925A}" type="presParOf" srcId="{3601FC32-5D46-4037-BC00-AF4D344CD6A6}" destId="{0146B377-95F8-4335-AB60-D42261FE7594}" srcOrd="1" destOrd="0" presId="urn:microsoft.com/office/officeart/2005/8/layout/hList1"/>
    <dgm:cxn modelId="{20EB0320-B092-4E94-BA80-35FAD4ECDD86}" type="presParOf" srcId="{BF8B0AF1-5A80-44DE-9950-839B3A1A5B36}" destId="{1DA841FB-987A-41BD-B4CD-04CDE696511E}" srcOrd="1" destOrd="0" presId="urn:microsoft.com/office/officeart/2005/8/layout/hList1"/>
    <dgm:cxn modelId="{2CC796A0-E923-4994-8364-046A107FB061}" type="presParOf" srcId="{BF8B0AF1-5A80-44DE-9950-839B3A1A5B36}" destId="{D0CA39C8-D6B3-4670-8344-8B2EC93D8AF7}" srcOrd="2" destOrd="0" presId="urn:microsoft.com/office/officeart/2005/8/layout/hList1"/>
    <dgm:cxn modelId="{77D986F8-54CB-42BA-A841-5061F2CD69FA}" type="presParOf" srcId="{D0CA39C8-D6B3-4670-8344-8B2EC93D8AF7}" destId="{64BCF494-A316-4600-99FB-DC9C216DF0D2}" srcOrd="0" destOrd="0" presId="urn:microsoft.com/office/officeart/2005/8/layout/hList1"/>
    <dgm:cxn modelId="{D1D8AAB2-386A-441E-A437-F161476F4FDA}" type="presParOf" srcId="{D0CA39C8-D6B3-4670-8344-8B2EC93D8AF7}" destId="{37432589-32ED-4141-9AB8-30D4FB4F56FA}" srcOrd="1" destOrd="0" presId="urn:microsoft.com/office/officeart/2005/8/layout/hList1"/>
    <dgm:cxn modelId="{B7F6029B-FEB5-4ADC-B479-23FA1B4E8A77}" type="presParOf" srcId="{BF8B0AF1-5A80-44DE-9950-839B3A1A5B36}" destId="{0C7DA9D1-AF09-4ABC-A965-137DBBCE5F1E}" srcOrd="3" destOrd="0" presId="urn:microsoft.com/office/officeart/2005/8/layout/hList1"/>
    <dgm:cxn modelId="{A09307AF-9296-4FCE-AA5F-680FE628D8BE}" type="presParOf" srcId="{BF8B0AF1-5A80-44DE-9950-839B3A1A5B36}" destId="{538CC16E-C9B8-47C1-8EB0-A8B8FFD74196}" srcOrd="4" destOrd="0" presId="urn:microsoft.com/office/officeart/2005/8/layout/hList1"/>
    <dgm:cxn modelId="{7FBC9537-7CE4-4449-BCB9-E477611CF65E}" type="presParOf" srcId="{538CC16E-C9B8-47C1-8EB0-A8B8FFD74196}" destId="{1E9BA0D9-1916-4041-A9FC-B7203DB6717C}" srcOrd="0" destOrd="0" presId="urn:microsoft.com/office/officeart/2005/8/layout/hList1"/>
    <dgm:cxn modelId="{D3711508-B622-46D8-B9B2-7FBF4E71F0D2}" type="presParOf" srcId="{538CC16E-C9B8-47C1-8EB0-A8B8FFD74196}" destId="{2B89600C-261C-4678-8BEE-60C6C8EAFAE6}"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1C6D68C-F587-4780-98C9-09C21A23F3F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1011B21C-B95E-4FA5-9F36-EF534EF13004}">
      <dgm:prSet phldrT="[Text]"/>
      <dgm:spPr/>
      <dgm:t>
        <a:bodyPr/>
        <a:lstStyle/>
        <a:p>
          <a:r>
            <a:rPr lang="en-US" dirty="0"/>
            <a:t>BC Curation</a:t>
          </a:r>
        </a:p>
      </dgm:t>
    </dgm:pt>
    <dgm:pt modelId="{6B164974-52C1-4F3C-B6EE-852E00561830}" type="parTrans" cxnId="{26996AEC-B8E8-458F-8959-228192083707}">
      <dgm:prSet/>
      <dgm:spPr/>
      <dgm:t>
        <a:bodyPr/>
        <a:lstStyle/>
        <a:p>
          <a:endParaRPr lang="en-US"/>
        </a:p>
      </dgm:t>
    </dgm:pt>
    <dgm:pt modelId="{DC30BE09-D07D-4B54-9EF7-13BEF1B5D93F}" type="sibTrans" cxnId="{26996AEC-B8E8-458F-8959-228192083707}">
      <dgm:prSet/>
      <dgm:spPr/>
      <dgm:t>
        <a:bodyPr/>
        <a:lstStyle/>
        <a:p>
          <a:endParaRPr lang="en-US"/>
        </a:p>
      </dgm:t>
    </dgm:pt>
    <dgm:pt modelId="{BE682F2C-6C55-4355-86AA-76C16799F175}">
      <dgm:prSet phldrT="[Text]"/>
      <dgm:spPr/>
      <dgm:t>
        <a:bodyPr/>
        <a:lstStyle/>
        <a:p>
          <a:r>
            <a:rPr lang="en-US" dirty="0"/>
            <a:t>CDISC Open Rules</a:t>
          </a:r>
        </a:p>
      </dgm:t>
    </dgm:pt>
    <dgm:pt modelId="{FFFBC247-5380-4FBC-8FD1-8F084A6C4FF3}" type="parTrans" cxnId="{A1DCF52F-7EBE-4BE3-A8A5-8B08F976D296}">
      <dgm:prSet/>
      <dgm:spPr/>
      <dgm:t>
        <a:bodyPr/>
        <a:lstStyle/>
        <a:p>
          <a:endParaRPr lang="en-US"/>
        </a:p>
      </dgm:t>
    </dgm:pt>
    <dgm:pt modelId="{142F80FB-1B7F-484F-8B0D-D89783B8F361}" type="sibTrans" cxnId="{A1DCF52F-7EBE-4BE3-A8A5-8B08F976D296}">
      <dgm:prSet/>
      <dgm:spPr/>
      <dgm:t>
        <a:bodyPr/>
        <a:lstStyle/>
        <a:p>
          <a:endParaRPr lang="en-US"/>
        </a:p>
      </dgm:t>
    </dgm:pt>
    <dgm:pt modelId="{88A0DA0D-3EAE-4175-A733-4AD2D38FBB30}">
      <dgm:prSet phldrT="[Text]"/>
      <dgm:spPr/>
      <dgm:t>
        <a:bodyPr/>
        <a:lstStyle/>
        <a:p>
          <a:r>
            <a:rPr lang="en-US" dirty="0"/>
            <a:t>Analysis Concepts</a:t>
          </a:r>
        </a:p>
      </dgm:t>
    </dgm:pt>
    <dgm:pt modelId="{BEA972D7-C956-45EA-A492-1573D177E55C}" type="parTrans" cxnId="{78CD3187-5602-4B5B-BAC7-76E9E7AFF592}">
      <dgm:prSet/>
      <dgm:spPr/>
      <dgm:t>
        <a:bodyPr/>
        <a:lstStyle/>
        <a:p>
          <a:endParaRPr lang="en-US"/>
        </a:p>
      </dgm:t>
    </dgm:pt>
    <dgm:pt modelId="{FED4C6C3-06C8-4C35-A3C7-3367C8375A70}" type="sibTrans" cxnId="{78CD3187-5602-4B5B-BAC7-76E9E7AFF592}">
      <dgm:prSet/>
      <dgm:spPr/>
      <dgm:t>
        <a:bodyPr/>
        <a:lstStyle/>
        <a:p>
          <a:endParaRPr lang="en-US"/>
        </a:p>
      </dgm:t>
    </dgm:pt>
    <dgm:pt modelId="{4E0B9EF3-7932-41D1-8249-DB79A399BDCC}">
      <dgm:prSet phldrT="[Text]"/>
      <dgm:spPr/>
      <dgm:t>
        <a:bodyPr/>
        <a:lstStyle/>
        <a:p>
          <a:r>
            <a:rPr lang="en-US" dirty="0"/>
            <a:t>TMF Digital Model</a:t>
          </a:r>
        </a:p>
      </dgm:t>
    </dgm:pt>
    <dgm:pt modelId="{0397BC54-999F-4D0D-A4E3-CA211150753D}" type="parTrans" cxnId="{176D1E1A-930D-4466-A4BB-76136DFAB461}">
      <dgm:prSet/>
      <dgm:spPr/>
      <dgm:t>
        <a:bodyPr/>
        <a:lstStyle/>
        <a:p>
          <a:endParaRPr lang="en-US"/>
        </a:p>
      </dgm:t>
    </dgm:pt>
    <dgm:pt modelId="{9357D119-A6A0-4BC2-8D5A-CFA5451F73BE}" type="sibTrans" cxnId="{176D1E1A-930D-4466-A4BB-76136DFAB461}">
      <dgm:prSet/>
      <dgm:spPr/>
      <dgm:t>
        <a:bodyPr/>
        <a:lstStyle/>
        <a:p>
          <a:endParaRPr lang="en-US"/>
        </a:p>
      </dgm:t>
    </dgm:pt>
    <dgm:pt modelId="{10427B97-979C-4D97-84E0-238680B9A9D3}" type="pres">
      <dgm:prSet presAssocID="{71C6D68C-F587-4780-98C9-09C21A23F3F8}" presName="diagram" presStyleCnt="0">
        <dgm:presLayoutVars>
          <dgm:dir/>
          <dgm:resizeHandles val="exact"/>
        </dgm:presLayoutVars>
      </dgm:prSet>
      <dgm:spPr/>
    </dgm:pt>
    <dgm:pt modelId="{457C4A74-9779-498D-A1C5-2500916DFC64}" type="pres">
      <dgm:prSet presAssocID="{1011B21C-B95E-4FA5-9F36-EF534EF13004}" presName="node" presStyleLbl="node1" presStyleIdx="0" presStyleCnt="4">
        <dgm:presLayoutVars>
          <dgm:bulletEnabled val="1"/>
        </dgm:presLayoutVars>
      </dgm:prSet>
      <dgm:spPr/>
    </dgm:pt>
    <dgm:pt modelId="{6B5D5106-1D7D-4399-8F08-55B95C7963D6}" type="pres">
      <dgm:prSet presAssocID="{DC30BE09-D07D-4B54-9EF7-13BEF1B5D93F}" presName="sibTrans" presStyleCnt="0"/>
      <dgm:spPr/>
    </dgm:pt>
    <dgm:pt modelId="{6DD19A53-A6DF-4F10-942F-6FCA2AB01D22}" type="pres">
      <dgm:prSet presAssocID="{BE682F2C-6C55-4355-86AA-76C16799F175}" presName="node" presStyleLbl="node1" presStyleIdx="1" presStyleCnt="4">
        <dgm:presLayoutVars>
          <dgm:bulletEnabled val="1"/>
        </dgm:presLayoutVars>
      </dgm:prSet>
      <dgm:spPr/>
    </dgm:pt>
    <dgm:pt modelId="{2909E47E-B7CF-4DCB-9089-DFDC9CFF9194}" type="pres">
      <dgm:prSet presAssocID="{142F80FB-1B7F-484F-8B0D-D89783B8F361}" presName="sibTrans" presStyleCnt="0"/>
      <dgm:spPr/>
    </dgm:pt>
    <dgm:pt modelId="{4A5A3C48-3C3B-4F13-AE2B-220BCAD57EE6}" type="pres">
      <dgm:prSet presAssocID="{88A0DA0D-3EAE-4175-A733-4AD2D38FBB30}" presName="node" presStyleLbl="node1" presStyleIdx="2" presStyleCnt="4">
        <dgm:presLayoutVars>
          <dgm:bulletEnabled val="1"/>
        </dgm:presLayoutVars>
      </dgm:prSet>
      <dgm:spPr/>
    </dgm:pt>
    <dgm:pt modelId="{40C0A0F1-1A02-4856-8407-1E47052E691C}" type="pres">
      <dgm:prSet presAssocID="{FED4C6C3-06C8-4C35-A3C7-3367C8375A70}" presName="sibTrans" presStyleCnt="0"/>
      <dgm:spPr/>
    </dgm:pt>
    <dgm:pt modelId="{0E8CBE1D-D0BF-42B6-B133-A7CF10627DD2}" type="pres">
      <dgm:prSet presAssocID="{4E0B9EF3-7932-41D1-8249-DB79A399BDCC}" presName="node" presStyleLbl="node1" presStyleIdx="3" presStyleCnt="4">
        <dgm:presLayoutVars>
          <dgm:bulletEnabled val="1"/>
        </dgm:presLayoutVars>
      </dgm:prSet>
      <dgm:spPr/>
    </dgm:pt>
  </dgm:ptLst>
  <dgm:cxnLst>
    <dgm:cxn modelId="{176D1E1A-930D-4466-A4BB-76136DFAB461}" srcId="{71C6D68C-F587-4780-98C9-09C21A23F3F8}" destId="{4E0B9EF3-7932-41D1-8249-DB79A399BDCC}" srcOrd="3" destOrd="0" parTransId="{0397BC54-999F-4D0D-A4E3-CA211150753D}" sibTransId="{9357D119-A6A0-4BC2-8D5A-CFA5451F73BE}"/>
    <dgm:cxn modelId="{DA10741E-60D3-46B3-A6D8-FD92FC99E227}" type="presOf" srcId="{4E0B9EF3-7932-41D1-8249-DB79A399BDCC}" destId="{0E8CBE1D-D0BF-42B6-B133-A7CF10627DD2}" srcOrd="0" destOrd="0" presId="urn:microsoft.com/office/officeart/2005/8/layout/default"/>
    <dgm:cxn modelId="{A1DCF52F-7EBE-4BE3-A8A5-8B08F976D296}" srcId="{71C6D68C-F587-4780-98C9-09C21A23F3F8}" destId="{BE682F2C-6C55-4355-86AA-76C16799F175}" srcOrd="1" destOrd="0" parTransId="{FFFBC247-5380-4FBC-8FD1-8F084A6C4FF3}" sibTransId="{142F80FB-1B7F-484F-8B0D-D89783B8F361}"/>
    <dgm:cxn modelId="{A0519E40-EC50-4491-BEE3-830B4355659C}" type="presOf" srcId="{88A0DA0D-3EAE-4175-A733-4AD2D38FBB30}" destId="{4A5A3C48-3C3B-4F13-AE2B-220BCAD57EE6}" srcOrd="0" destOrd="0" presId="urn:microsoft.com/office/officeart/2005/8/layout/default"/>
    <dgm:cxn modelId="{A1A91067-F6D6-4212-A9D7-98EFDFD99BCF}" type="presOf" srcId="{BE682F2C-6C55-4355-86AA-76C16799F175}" destId="{6DD19A53-A6DF-4F10-942F-6FCA2AB01D22}" srcOrd="0" destOrd="0" presId="urn:microsoft.com/office/officeart/2005/8/layout/default"/>
    <dgm:cxn modelId="{78CD3187-5602-4B5B-BAC7-76E9E7AFF592}" srcId="{71C6D68C-F587-4780-98C9-09C21A23F3F8}" destId="{88A0DA0D-3EAE-4175-A733-4AD2D38FBB30}" srcOrd="2" destOrd="0" parTransId="{BEA972D7-C956-45EA-A492-1573D177E55C}" sibTransId="{FED4C6C3-06C8-4C35-A3C7-3367C8375A70}"/>
    <dgm:cxn modelId="{E618B6B9-86EF-4DA8-8E30-F01AEEA565FC}" type="presOf" srcId="{71C6D68C-F587-4780-98C9-09C21A23F3F8}" destId="{10427B97-979C-4D97-84E0-238680B9A9D3}" srcOrd="0" destOrd="0" presId="urn:microsoft.com/office/officeart/2005/8/layout/default"/>
    <dgm:cxn modelId="{72EEE9CD-FBE7-4449-8E14-4CCB5DF57B4C}" type="presOf" srcId="{1011B21C-B95E-4FA5-9F36-EF534EF13004}" destId="{457C4A74-9779-498D-A1C5-2500916DFC64}" srcOrd="0" destOrd="0" presId="urn:microsoft.com/office/officeart/2005/8/layout/default"/>
    <dgm:cxn modelId="{26996AEC-B8E8-458F-8959-228192083707}" srcId="{71C6D68C-F587-4780-98C9-09C21A23F3F8}" destId="{1011B21C-B95E-4FA5-9F36-EF534EF13004}" srcOrd="0" destOrd="0" parTransId="{6B164974-52C1-4F3C-B6EE-852E00561830}" sibTransId="{DC30BE09-D07D-4B54-9EF7-13BEF1B5D93F}"/>
    <dgm:cxn modelId="{E045E4E4-5B1A-40F6-B361-E9550FCA8756}" type="presParOf" srcId="{10427B97-979C-4D97-84E0-238680B9A9D3}" destId="{457C4A74-9779-498D-A1C5-2500916DFC64}" srcOrd="0" destOrd="0" presId="urn:microsoft.com/office/officeart/2005/8/layout/default"/>
    <dgm:cxn modelId="{CF287F9D-6602-4B73-99DA-2A6D554C5306}" type="presParOf" srcId="{10427B97-979C-4D97-84E0-238680B9A9D3}" destId="{6B5D5106-1D7D-4399-8F08-55B95C7963D6}" srcOrd="1" destOrd="0" presId="urn:microsoft.com/office/officeart/2005/8/layout/default"/>
    <dgm:cxn modelId="{F7809759-D1A2-4681-BD3F-3DD25EF37335}" type="presParOf" srcId="{10427B97-979C-4D97-84E0-238680B9A9D3}" destId="{6DD19A53-A6DF-4F10-942F-6FCA2AB01D22}" srcOrd="2" destOrd="0" presId="urn:microsoft.com/office/officeart/2005/8/layout/default"/>
    <dgm:cxn modelId="{83830689-0843-41F9-B331-09C702BE97BC}" type="presParOf" srcId="{10427B97-979C-4D97-84E0-238680B9A9D3}" destId="{2909E47E-B7CF-4DCB-9089-DFDC9CFF9194}" srcOrd="3" destOrd="0" presId="urn:microsoft.com/office/officeart/2005/8/layout/default"/>
    <dgm:cxn modelId="{EE32267D-451D-49F0-8C42-5D339A93BA68}" type="presParOf" srcId="{10427B97-979C-4D97-84E0-238680B9A9D3}" destId="{4A5A3C48-3C3B-4F13-AE2B-220BCAD57EE6}" srcOrd="4" destOrd="0" presId="urn:microsoft.com/office/officeart/2005/8/layout/default"/>
    <dgm:cxn modelId="{AB984CF8-4FC5-461E-A477-6B371771CF07}" type="presParOf" srcId="{10427B97-979C-4D97-84E0-238680B9A9D3}" destId="{40C0A0F1-1A02-4856-8407-1E47052E691C}" srcOrd="5" destOrd="0" presId="urn:microsoft.com/office/officeart/2005/8/layout/default"/>
    <dgm:cxn modelId="{834B3178-4936-4D25-97EB-16B165783FED}" type="presParOf" srcId="{10427B97-979C-4D97-84E0-238680B9A9D3}" destId="{0E8CBE1D-D0BF-42B6-B133-A7CF10627DD2}" srcOrd="6" destOrd="0" presId="urn:microsoft.com/office/officeart/2005/8/layout/default"/>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8FE658-D05F-45FC-B989-4CE07D95DB5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6096F1B-FAEF-4C9A-B5C5-3F3A9BC773B1}">
      <dgm:prSet phldrT="[Text]"/>
      <dgm:spPr/>
      <dgm:t>
        <a:bodyPr/>
        <a:lstStyle/>
        <a:p>
          <a:r>
            <a:rPr lang="en-US" b="1" i="0"/>
            <a:t>Digital Protocol &amp; Impact Analysis Reporting</a:t>
          </a:r>
          <a:r>
            <a:rPr lang="en-US"/>
            <a:t>: Machine-readable protocol model with automated amendment and impact analysis</a:t>
          </a:r>
        </a:p>
      </dgm:t>
    </dgm:pt>
    <dgm:pt modelId="{6B07B2F1-1F4B-4ACF-A8FF-DDAD020A7E27}" type="parTrans" cxnId="{FC5A73C7-F35C-41D9-B4F4-FDB961E43D97}">
      <dgm:prSet/>
      <dgm:spPr/>
      <dgm:t>
        <a:bodyPr/>
        <a:lstStyle/>
        <a:p>
          <a:endParaRPr lang="en-US"/>
        </a:p>
      </dgm:t>
    </dgm:pt>
    <dgm:pt modelId="{A28AD3F8-A044-41FB-B437-1A1E1F5526F5}" type="sibTrans" cxnId="{FC5A73C7-F35C-41D9-B4F4-FDB961E43D97}">
      <dgm:prSet/>
      <dgm:spPr/>
      <dgm:t>
        <a:bodyPr/>
        <a:lstStyle/>
        <a:p>
          <a:endParaRPr lang="en-US"/>
        </a:p>
      </dgm:t>
    </dgm:pt>
    <dgm:pt modelId="{48297C47-A6FC-4B69-90D9-8655E4611438}">
      <dgm:prSet/>
      <dgm:spPr/>
      <dgm:t>
        <a:bodyPr/>
        <a:lstStyle/>
        <a:p>
          <a:r>
            <a:rPr lang="en-US" b="1"/>
            <a:t>Standardized Analysis Concept Model</a:t>
          </a:r>
          <a:r>
            <a:rPr lang="en-US"/>
            <a:t>: Configurable, machine-readable analysis concepts driving automated analysis artifacts</a:t>
          </a:r>
        </a:p>
      </dgm:t>
    </dgm:pt>
    <dgm:pt modelId="{4DBF3F00-2542-49C8-9CBD-C7012CA353DA}" type="parTrans" cxnId="{F6267659-AE5F-4805-A651-91773511BB1A}">
      <dgm:prSet/>
      <dgm:spPr/>
      <dgm:t>
        <a:bodyPr/>
        <a:lstStyle/>
        <a:p>
          <a:endParaRPr lang="en-US"/>
        </a:p>
      </dgm:t>
    </dgm:pt>
    <dgm:pt modelId="{7EE439F0-BB41-4AD6-AAAC-34C26C519759}" type="sibTrans" cxnId="{F6267659-AE5F-4805-A651-91773511BB1A}">
      <dgm:prSet/>
      <dgm:spPr/>
      <dgm:t>
        <a:bodyPr/>
        <a:lstStyle/>
        <a:p>
          <a:endParaRPr lang="en-US"/>
        </a:p>
      </dgm:t>
    </dgm:pt>
    <dgm:pt modelId="{E19159C2-C941-4298-934E-991A593944CE}">
      <dgm:prSet/>
      <dgm:spPr/>
      <dgm:t>
        <a:bodyPr/>
        <a:lstStyle/>
        <a:p>
          <a:r>
            <a:rPr lang="en-US" b="1"/>
            <a:t>Automated eCRFs, Define &amp; Dataset Generation</a:t>
          </a:r>
          <a:r>
            <a:rPr lang="en-US"/>
            <a:t>: Generation of eCRFs, Define.xml and datasets integrated with study workflows</a:t>
          </a:r>
        </a:p>
      </dgm:t>
    </dgm:pt>
    <dgm:pt modelId="{D7AA7D64-940C-4C7C-AA90-B7B6383669F5}" type="parTrans" cxnId="{E3038C51-6348-43F1-8EEF-E3BF98BD362D}">
      <dgm:prSet/>
      <dgm:spPr/>
      <dgm:t>
        <a:bodyPr/>
        <a:lstStyle/>
        <a:p>
          <a:endParaRPr lang="en-US"/>
        </a:p>
      </dgm:t>
    </dgm:pt>
    <dgm:pt modelId="{7C671287-0F46-487D-99D6-85856F6E2AE5}" type="sibTrans" cxnId="{E3038C51-6348-43F1-8EEF-E3BF98BD362D}">
      <dgm:prSet/>
      <dgm:spPr/>
      <dgm:t>
        <a:bodyPr/>
        <a:lstStyle/>
        <a:p>
          <a:endParaRPr lang="en-US"/>
        </a:p>
      </dgm:t>
    </dgm:pt>
    <dgm:pt modelId="{9AB9B4AF-8B0F-447D-A77A-00A8DAA84543}">
      <dgm:prSet/>
      <dgm:spPr/>
      <dgm:t>
        <a:bodyPr/>
        <a:lstStyle/>
        <a:p>
          <a:r>
            <a:rPr lang="en-US" b="1"/>
            <a:t>Digital Data Transfer Agreement Model</a:t>
          </a:r>
          <a:r>
            <a:rPr lang="en-US"/>
            <a:t>: Technical DTA model and standardized template aligned with the digital protocol</a:t>
          </a:r>
        </a:p>
      </dgm:t>
    </dgm:pt>
    <dgm:pt modelId="{0C1EDAA2-95DE-4387-A013-35EEA3DB548E}" type="parTrans" cxnId="{41B779BD-F105-4EF5-82F2-C13C1DE19D78}">
      <dgm:prSet/>
      <dgm:spPr/>
      <dgm:t>
        <a:bodyPr/>
        <a:lstStyle/>
        <a:p>
          <a:endParaRPr lang="en-US"/>
        </a:p>
      </dgm:t>
    </dgm:pt>
    <dgm:pt modelId="{A916F92B-490E-425D-9E23-91A09EE2C000}" type="sibTrans" cxnId="{41B779BD-F105-4EF5-82F2-C13C1DE19D78}">
      <dgm:prSet/>
      <dgm:spPr/>
      <dgm:t>
        <a:bodyPr/>
        <a:lstStyle/>
        <a:p>
          <a:endParaRPr lang="en-US"/>
        </a:p>
      </dgm:t>
    </dgm:pt>
    <dgm:pt modelId="{36ADAF04-0B95-442B-86C5-83C1E239FA0E}" type="pres">
      <dgm:prSet presAssocID="{AF8FE658-D05F-45FC-B989-4CE07D95DB55}" presName="vert0" presStyleCnt="0">
        <dgm:presLayoutVars>
          <dgm:dir/>
          <dgm:animOne val="branch"/>
          <dgm:animLvl val="lvl"/>
        </dgm:presLayoutVars>
      </dgm:prSet>
      <dgm:spPr/>
    </dgm:pt>
    <dgm:pt modelId="{BDC28426-DD72-4AC3-98C0-29BC3439EEE4}" type="pres">
      <dgm:prSet presAssocID="{96096F1B-FAEF-4C9A-B5C5-3F3A9BC773B1}" presName="thickLine" presStyleLbl="alignNode1" presStyleIdx="0" presStyleCnt="4"/>
      <dgm:spPr/>
    </dgm:pt>
    <dgm:pt modelId="{A1D92181-DA5F-4D8F-9AD8-E1771B6ACB4C}" type="pres">
      <dgm:prSet presAssocID="{96096F1B-FAEF-4C9A-B5C5-3F3A9BC773B1}" presName="horz1" presStyleCnt="0"/>
      <dgm:spPr/>
    </dgm:pt>
    <dgm:pt modelId="{DE29CE8D-3E5A-4584-9F0B-36332C2471DE}" type="pres">
      <dgm:prSet presAssocID="{96096F1B-FAEF-4C9A-B5C5-3F3A9BC773B1}" presName="tx1" presStyleLbl="revTx" presStyleIdx="0" presStyleCnt="4"/>
      <dgm:spPr/>
    </dgm:pt>
    <dgm:pt modelId="{81524272-16A1-4EC9-BD77-3E25C7B6C071}" type="pres">
      <dgm:prSet presAssocID="{96096F1B-FAEF-4C9A-B5C5-3F3A9BC773B1}" presName="vert1" presStyleCnt="0"/>
      <dgm:spPr/>
    </dgm:pt>
    <dgm:pt modelId="{D6F8C9AF-5E2B-420E-B673-E1222C8A9473}" type="pres">
      <dgm:prSet presAssocID="{E19159C2-C941-4298-934E-991A593944CE}" presName="thickLine" presStyleLbl="alignNode1" presStyleIdx="1" presStyleCnt="4"/>
      <dgm:spPr/>
    </dgm:pt>
    <dgm:pt modelId="{80253A6E-EF7F-4D9B-AD91-16435BE81EBB}" type="pres">
      <dgm:prSet presAssocID="{E19159C2-C941-4298-934E-991A593944CE}" presName="horz1" presStyleCnt="0"/>
      <dgm:spPr/>
    </dgm:pt>
    <dgm:pt modelId="{5FDF310D-B144-483F-9DB2-4B0065448944}" type="pres">
      <dgm:prSet presAssocID="{E19159C2-C941-4298-934E-991A593944CE}" presName="tx1" presStyleLbl="revTx" presStyleIdx="1" presStyleCnt="4"/>
      <dgm:spPr/>
    </dgm:pt>
    <dgm:pt modelId="{CD8A7D74-0BB8-4ACA-906F-92F5DF6C6E7B}" type="pres">
      <dgm:prSet presAssocID="{E19159C2-C941-4298-934E-991A593944CE}" presName="vert1" presStyleCnt="0"/>
      <dgm:spPr/>
    </dgm:pt>
    <dgm:pt modelId="{6927F620-A483-417F-8D69-7B97E4A22D21}" type="pres">
      <dgm:prSet presAssocID="{9AB9B4AF-8B0F-447D-A77A-00A8DAA84543}" presName="thickLine" presStyleLbl="alignNode1" presStyleIdx="2" presStyleCnt="4"/>
      <dgm:spPr/>
    </dgm:pt>
    <dgm:pt modelId="{693BA304-E638-49AA-A737-56A5ACCD1875}" type="pres">
      <dgm:prSet presAssocID="{9AB9B4AF-8B0F-447D-A77A-00A8DAA84543}" presName="horz1" presStyleCnt="0"/>
      <dgm:spPr/>
    </dgm:pt>
    <dgm:pt modelId="{F9A965E7-9E61-46F8-BBF2-4FB09D019E67}" type="pres">
      <dgm:prSet presAssocID="{9AB9B4AF-8B0F-447D-A77A-00A8DAA84543}" presName="tx1" presStyleLbl="revTx" presStyleIdx="2" presStyleCnt="4"/>
      <dgm:spPr/>
    </dgm:pt>
    <dgm:pt modelId="{AAE3AE49-99BB-415D-A001-3FD1458A7778}" type="pres">
      <dgm:prSet presAssocID="{9AB9B4AF-8B0F-447D-A77A-00A8DAA84543}" presName="vert1" presStyleCnt="0"/>
      <dgm:spPr/>
    </dgm:pt>
    <dgm:pt modelId="{23022408-86D1-486D-AF4A-7B4E0254F24D}" type="pres">
      <dgm:prSet presAssocID="{48297C47-A6FC-4B69-90D9-8655E4611438}" presName="thickLine" presStyleLbl="alignNode1" presStyleIdx="3" presStyleCnt="4"/>
      <dgm:spPr/>
    </dgm:pt>
    <dgm:pt modelId="{C0561689-5CF1-4BAC-A3A0-84895A3A70C6}" type="pres">
      <dgm:prSet presAssocID="{48297C47-A6FC-4B69-90D9-8655E4611438}" presName="horz1" presStyleCnt="0"/>
      <dgm:spPr/>
    </dgm:pt>
    <dgm:pt modelId="{12738046-6A38-4B1B-85FD-73D9C8734E9D}" type="pres">
      <dgm:prSet presAssocID="{48297C47-A6FC-4B69-90D9-8655E4611438}" presName="tx1" presStyleLbl="revTx" presStyleIdx="3" presStyleCnt="4"/>
      <dgm:spPr/>
    </dgm:pt>
    <dgm:pt modelId="{5FD22A2C-FE3B-49A6-8D04-B0A43B5EC014}" type="pres">
      <dgm:prSet presAssocID="{48297C47-A6FC-4B69-90D9-8655E4611438}" presName="vert1" presStyleCnt="0"/>
      <dgm:spPr/>
    </dgm:pt>
  </dgm:ptLst>
  <dgm:cxnLst>
    <dgm:cxn modelId="{28B42419-D719-4363-BD24-A14C0F19CDDF}" type="presOf" srcId="{96096F1B-FAEF-4C9A-B5C5-3F3A9BC773B1}" destId="{DE29CE8D-3E5A-4584-9F0B-36332C2471DE}" srcOrd="0" destOrd="0" presId="urn:microsoft.com/office/officeart/2008/layout/LinedList"/>
    <dgm:cxn modelId="{E3038C51-6348-43F1-8EEF-E3BF98BD362D}" srcId="{AF8FE658-D05F-45FC-B989-4CE07D95DB55}" destId="{E19159C2-C941-4298-934E-991A593944CE}" srcOrd="1" destOrd="0" parTransId="{D7AA7D64-940C-4C7C-AA90-B7B6383669F5}" sibTransId="{7C671287-0F46-487D-99D6-85856F6E2AE5}"/>
    <dgm:cxn modelId="{F6267659-AE5F-4805-A651-91773511BB1A}" srcId="{AF8FE658-D05F-45FC-B989-4CE07D95DB55}" destId="{48297C47-A6FC-4B69-90D9-8655E4611438}" srcOrd="3" destOrd="0" parTransId="{4DBF3F00-2542-49C8-9CBD-C7012CA353DA}" sibTransId="{7EE439F0-BB41-4AD6-AAAC-34C26C519759}"/>
    <dgm:cxn modelId="{CC3ADFA0-9F35-439A-B751-07C4E1DAA597}" type="presOf" srcId="{AF8FE658-D05F-45FC-B989-4CE07D95DB55}" destId="{36ADAF04-0B95-442B-86C5-83C1E239FA0E}" srcOrd="0" destOrd="0" presId="urn:microsoft.com/office/officeart/2008/layout/LinedList"/>
    <dgm:cxn modelId="{546E4DB8-D590-47E2-81C7-8A3EDA20CC08}" type="presOf" srcId="{48297C47-A6FC-4B69-90D9-8655E4611438}" destId="{12738046-6A38-4B1B-85FD-73D9C8734E9D}" srcOrd="0" destOrd="0" presId="urn:microsoft.com/office/officeart/2008/layout/LinedList"/>
    <dgm:cxn modelId="{41B779BD-F105-4EF5-82F2-C13C1DE19D78}" srcId="{AF8FE658-D05F-45FC-B989-4CE07D95DB55}" destId="{9AB9B4AF-8B0F-447D-A77A-00A8DAA84543}" srcOrd="2" destOrd="0" parTransId="{0C1EDAA2-95DE-4387-A013-35EEA3DB548E}" sibTransId="{A916F92B-490E-425D-9E23-91A09EE2C000}"/>
    <dgm:cxn modelId="{FC5A73C7-F35C-41D9-B4F4-FDB961E43D97}" srcId="{AF8FE658-D05F-45FC-B989-4CE07D95DB55}" destId="{96096F1B-FAEF-4C9A-B5C5-3F3A9BC773B1}" srcOrd="0" destOrd="0" parTransId="{6B07B2F1-1F4B-4ACF-A8FF-DDAD020A7E27}" sibTransId="{A28AD3F8-A044-41FB-B437-1A1E1F5526F5}"/>
    <dgm:cxn modelId="{458022CB-A017-4965-836A-9E2552546CF5}" type="presOf" srcId="{9AB9B4AF-8B0F-447D-A77A-00A8DAA84543}" destId="{F9A965E7-9E61-46F8-BBF2-4FB09D019E67}" srcOrd="0" destOrd="0" presId="urn:microsoft.com/office/officeart/2008/layout/LinedList"/>
    <dgm:cxn modelId="{769F65D2-205D-4424-AE1A-7303599A4DFA}" type="presOf" srcId="{E19159C2-C941-4298-934E-991A593944CE}" destId="{5FDF310D-B144-483F-9DB2-4B0065448944}" srcOrd="0" destOrd="0" presId="urn:microsoft.com/office/officeart/2008/layout/LinedList"/>
    <dgm:cxn modelId="{DB13EE7C-F04D-4FCC-9979-F225F3C1B069}" type="presParOf" srcId="{36ADAF04-0B95-442B-86C5-83C1E239FA0E}" destId="{BDC28426-DD72-4AC3-98C0-29BC3439EEE4}" srcOrd="0" destOrd="0" presId="urn:microsoft.com/office/officeart/2008/layout/LinedList"/>
    <dgm:cxn modelId="{A20E0529-6016-465D-AB50-B16F538E7B38}" type="presParOf" srcId="{36ADAF04-0B95-442B-86C5-83C1E239FA0E}" destId="{A1D92181-DA5F-4D8F-9AD8-E1771B6ACB4C}" srcOrd="1" destOrd="0" presId="urn:microsoft.com/office/officeart/2008/layout/LinedList"/>
    <dgm:cxn modelId="{9761E042-CC1A-4A9A-87E7-4D1BA8721E5A}" type="presParOf" srcId="{A1D92181-DA5F-4D8F-9AD8-E1771B6ACB4C}" destId="{DE29CE8D-3E5A-4584-9F0B-36332C2471DE}" srcOrd="0" destOrd="0" presId="urn:microsoft.com/office/officeart/2008/layout/LinedList"/>
    <dgm:cxn modelId="{E5EE10C3-8A5F-4F64-B7C4-7AC4711178BD}" type="presParOf" srcId="{A1D92181-DA5F-4D8F-9AD8-E1771B6ACB4C}" destId="{81524272-16A1-4EC9-BD77-3E25C7B6C071}" srcOrd="1" destOrd="0" presId="urn:microsoft.com/office/officeart/2008/layout/LinedList"/>
    <dgm:cxn modelId="{A66A9357-E84C-4B7D-B993-A45E1F09323D}" type="presParOf" srcId="{36ADAF04-0B95-442B-86C5-83C1E239FA0E}" destId="{D6F8C9AF-5E2B-420E-B673-E1222C8A9473}" srcOrd="2" destOrd="0" presId="urn:microsoft.com/office/officeart/2008/layout/LinedList"/>
    <dgm:cxn modelId="{4A64E6D1-71B4-4F99-B1D4-EEB946DD33F6}" type="presParOf" srcId="{36ADAF04-0B95-442B-86C5-83C1E239FA0E}" destId="{80253A6E-EF7F-4D9B-AD91-16435BE81EBB}" srcOrd="3" destOrd="0" presId="urn:microsoft.com/office/officeart/2008/layout/LinedList"/>
    <dgm:cxn modelId="{EC04C2DB-484C-4CC7-9B93-735F2D07D1CC}" type="presParOf" srcId="{80253A6E-EF7F-4D9B-AD91-16435BE81EBB}" destId="{5FDF310D-B144-483F-9DB2-4B0065448944}" srcOrd="0" destOrd="0" presId="urn:microsoft.com/office/officeart/2008/layout/LinedList"/>
    <dgm:cxn modelId="{F651C450-179D-4AA1-A3E4-A537BDC9B17A}" type="presParOf" srcId="{80253A6E-EF7F-4D9B-AD91-16435BE81EBB}" destId="{CD8A7D74-0BB8-4ACA-906F-92F5DF6C6E7B}" srcOrd="1" destOrd="0" presId="urn:microsoft.com/office/officeart/2008/layout/LinedList"/>
    <dgm:cxn modelId="{6D6BFB11-8870-492B-BB67-FA947485BEA6}" type="presParOf" srcId="{36ADAF04-0B95-442B-86C5-83C1E239FA0E}" destId="{6927F620-A483-417F-8D69-7B97E4A22D21}" srcOrd="4" destOrd="0" presId="urn:microsoft.com/office/officeart/2008/layout/LinedList"/>
    <dgm:cxn modelId="{0B47AF27-9546-4822-92C3-ECC13963F335}" type="presParOf" srcId="{36ADAF04-0B95-442B-86C5-83C1E239FA0E}" destId="{693BA304-E638-49AA-A737-56A5ACCD1875}" srcOrd="5" destOrd="0" presId="urn:microsoft.com/office/officeart/2008/layout/LinedList"/>
    <dgm:cxn modelId="{79F497EC-F740-47F6-8F91-40F145E921F8}" type="presParOf" srcId="{693BA304-E638-49AA-A737-56A5ACCD1875}" destId="{F9A965E7-9E61-46F8-BBF2-4FB09D019E67}" srcOrd="0" destOrd="0" presId="urn:microsoft.com/office/officeart/2008/layout/LinedList"/>
    <dgm:cxn modelId="{B1202B0B-F411-475C-B9B4-B35FC991906C}" type="presParOf" srcId="{693BA304-E638-49AA-A737-56A5ACCD1875}" destId="{AAE3AE49-99BB-415D-A001-3FD1458A7778}" srcOrd="1" destOrd="0" presId="urn:microsoft.com/office/officeart/2008/layout/LinedList"/>
    <dgm:cxn modelId="{6D5339FA-88B7-4DEE-BBAD-03D19DDC787B}" type="presParOf" srcId="{36ADAF04-0B95-442B-86C5-83C1E239FA0E}" destId="{23022408-86D1-486D-AF4A-7B4E0254F24D}" srcOrd="6" destOrd="0" presId="urn:microsoft.com/office/officeart/2008/layout/LinedList"/>
    <dgm:cxn modelId="{09645FBD-D266-4794-B847-53A5AB9D3B6F}" type="presParOf" srcId="{36ADAF04-0B95-442B-86C5-83C1E239FA0E}" destId="{C0561689-5CF1-4BAC-A3A0-84895A3A70C6}" srcOrd="7" destOrd="0" presId="urn:microsoft.com/office/officeart/2008/layout/LinedList"/>
    <dgm:cxn modelId="{AD45D426-7ADE-4FB1-A39F-91BA00F2A815}" type="presParOf" srcId="{C0561689-5CF1-4BAC-A3A0-84895A3A70C6}" destId="{12738046-6A38-4B1B-85FD-73D9C8734E9D}" srcOrd="0" destOrd="0" presId="urn:microsoft.com/office/officeart/2008/layout/LinedList"/>
    <dgm:cxn modelId="{EF5FFDD1-D5FC-40CF-844B-17D7D15B772C}" type="presParOf" srcId="{C0561689-5CF1-4BAC-A3A0-84895A3A70C6}" destId="{5FD22A2C-FE3B-49A6-8D04-B0A43B5EC01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4C58EE-4599-40B3-A014-3F82484C580F}">
      <dsp:nvSpPr>
        <dsp:cNvPr id="0" name=""/>
        <dsp:cNvSpPr/>
      </dsp:nvSpPr>
      <dsp:spPr>
        <a:xfrm>
          <a:off x="2122" y="109462"/>
          <a:ext cx="1085499" cy="367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27940" rIns="78232" bIns="27940" numCol="1" spcCol="1270" anchor="ctr" anchorCtr="0">
          <a:noAutofit/>
        </a:bodyPr>
        <a:lstStyle/>
        <a:p>
          <a:pPr marL="0" lvl="0" indent="0" algn="r" defTabSz="488950">
            <a:lnSpc>
              <a:spcPct val="90000"/>
            </a:lnSpc>
            <a:spcBef>
              <a:spcPct val="0"/>
            </a:spcBef>
            <a:spcAft>
              <a:spcPct val="35000"/>
            </a:spcAft>
            <a:buNone/>
          </a:pPr>
          <a:r>
            <a:rPr lang="en-US" sz="1100" kern="1200" dirty="0"/>
            <a:t>Program Manager</a:t>
          </a:r>
        </a:p>
      </dsp:txBody>
      <dsp:txXfrm>
        <a:off x="2122" y="109462"/>
        <a:ext cx="1085499" cy="367537"/>
      </dsp:txXfrm>
    </dsp:sp>
    <dsp:sp modelId="{EA64BB96-AB6C-4000-9B20-915F8AC418F5}">
      <dsp:nvSpPr>
        <dsp:cNvPr id="0" name=""/>
        <dsp:cNvSpPr/>
      </dsp:nvSpPr>
      <dsp:spPr>
        <a:xfrm>
          <a:off x="1087622" y="109462"/>
          <a:ext cx="217099" cy="367537"/>
        </a:xfrm>
        <a:prstGeom prst="leftBrace">
          <a:avLst>
            <a:gd name="adj1" fmla="val 35000"/>
            <a:gd name="adj2" fmla="val 5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EC6A73-94DF-4CEB-82E0-E8D013EFB57C}">
      <dsp:nvSpPr>
        <dsp:cNvPr id="0" name=""/>
        <dsp:cNvSpPr/>
      </dsp:nvSpPr>
      <dsp:spPr>
        <a:xfrm>
          <a:off x="1391562" y="109462"/>
          <a:ext cx="2952559" cy="36753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Charles Shadle</a:t>
          </a:r>
        </a:p>
      </dsp:txBody>
      <dsp:txXfrm>
        <a:off x="1391562" y="109462"/>
        <a:ext cx="2952559" cy="367537"/>
      </dsp:txXfrm>
    </dsp:sp>
    <dsp:sp modelId="{2F84A07B-2FF9-4ED0-9E62-5EB15948B9B3}">
      <dsp:nvSpPr>
        <dsp:cNvPr id="0" name=""/>
        <dsp:cNvSpPr/>
      </dsp:nvSpPr>
      <dsp:spPr>
        <a:xfrm>
          <a:off x="2122" y="641026"/>
          <a:ext cx="1085499" cy="5308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27940" rIns="78232" bIns="27940" numCol="1" spcCol="1270" anchor="ctr" anchorCtr="0">
          <a:noAutofit/>
        </a:bodyPr>
        <a:lstStyle/>
        <a:p>
          <a:pPr marL="0" lvl="0" indent="0" algn="r" defTabSz="488950">
            <a:lnSpc>
              <a:spcPct val="90000"/>
            </a:lnSpc>
            <a:spcBef>
              <a:spcPct val="0"/>
            </a:spcBef>
            <a:spcAft>
              <a:spcPct val="35000"/>
            </a:spcAft>
            <a:buNone/>
          </a:pPr>
          <a:r>
            <a:rPr lang="en-US" sz="1100" kern="1200" dirty="0"/>
            <a:t>CDISC Executive Team</a:t>
          </a:r>
        </a:p>
      </dsp:txBody>
      <dsp:txXfrm>
        <a:off x="2122" y="641026"/>
        <a:ext cx="1085499" cy="530887"/>
      </dsp:txXfrm>
    </dsp:sp>
    <dsp:sp modelId="{8189A5F4-7B5A-4E64-9C3B-12C17B761523}">
      <dsp:nvSpPr>
        <dsp:cNvPr id="0" name=""/>
        <dsp:cNvSpPr/>
      </dsp:nvSpPr>
      <dsp:spPr>
        <a:xfrm>
          <a:off x="1087622" y="516600"/>
          <a:ext cx="217099" cy="779741"/>
        </a:xfrm>
        <a:prstGeom prst="leftBrace">
          <a:avLst>
            <a:gd name="adj1" fmla="val 35000"/>
            <a:gd name="adj2" fmla="val 5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E6A697-B5E2-40AD-AF9B-7452BC7F5F78}">
      <dsp:nvSpPr>
        <dsp:cNvPr id="0" name=""/>
        <dsp:cNvSpPr/>
      </dsp:nvSpPr>
      <dsp:spPr>
        <a:xfrm>
          <a:off x="1391562" y="516600"/>
          <a:ext cx="2952559" cy="77974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Chris Decker</a:t>
          </a:r>
        </a:p>
        <a:p>
          <a:pPr marL="57150" lvl="1" indent="-57150" algn="l" defTabSz="488950">
            <a:lnSpc>
              <a:spcPct val="90000"/>
            </a:lnSpc>
            <a:spcBef>
              <a:spcPct val="0"/>
            </a:spcBef>
            <a:spcAft>
              <a:spcPct val="15000"/>
            </a:spcAft>
            <a:buChar char="•"/>
          </a:pPr>
          <a:r>
            <a:rPr lang="en-US" sz="1100" kern="1200"/>
            <a:t>Peter Van Reusel</a:t>
          </a:r>
        </a:p>
        <a:p>
          <a:pPr marL="57150" lvl="1" indent="-57150" algn="l" defTabSz="488950">
            <a:lnSpc>
              <a:spcPct val="90000"/>
            </a:lnSpc>
            <a:spcBef>
              <a:spcPct val="0"/>
            </a:spcBef>
            <a:spcAft>
              <a:spcPct val="15000"/>
            </a:spcAft>
            <a:buChar char="•"/>
          </a:pPr>
          <a:r>
            <a:rPr lang="en-US" sz="1100" kern="1200"/>
            <a:t>Nicole Harmon</a:t>
          </a:r>
        </a:p>
        <a:p>
          <a:pPr marL="57150" lvl="1" indent="-57150" algn="l" defTabSz="488950">
            <a:lnSpc>
              <a:spcPct val="90000"/>
            </a:lnSpc>
            <a:spcBef>
              <a:spcPct val="0"/>
            </a:spcBef>
            <a:spcAft>
              <a:spcPct val="15000"/>
            </a:spcAft>
            <a:buChar char="•"/>
          </a:pPr>
          <a:r>
            <a:rPr lang="en-US" sz="1100" kern="1200" dirty="0"/>
            <a:t>Julie Smiley</a:t>
          </a:r>
          <a:endParaRPr lang="en-US" sz="1100" kern="1200"/>
        </a:p>
      </dsp:txBody>
      <dsp:txXfrm>
        <a:off x="1391562" y="516600"/>
        <a:ext cx="2952559" cy="779741"/>
      </dsp:txXfrm>
    </dsp:sp>
    <dsp:sp modelId="{BDFDBF77-EDA7-4CB2-A9E3-A691B6659AAC}">
      <dsp:nvSpPr>
        <dsp:cNvPr id="0" name=""/>
        <dsp:cNvSpPr/>
      </dsp:nvSpPr>
      <dsp:spPr>
        <a:xfrm>
          <a:off x="2122" y="2152691"/>
          <a:ext cx="1085499" cy="2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27940" rIns="78232" bIns="27940" numCol="1" spcCol="1270" anchor="ctr" anchorCtr="0">
          <a:noAutofit/>
        </a:bodyPr>
        <a:lstStyle/>
        <a:p>
          <a:pPr marL="0" lvl="0" indent="0" algn="r" defTabSz="488950">
            <a:lnSpc>
              <a:spcPct val="90000"/>
            </a:lnSpc>
            <a:spcBef>
              <a:spcPct val="0"/>
            </a:spcBef>
            <a:spcAft>
              <a:spcPct val="35000"/>
            </a:spcAft>
            <a:buNone/>
          </a:pPr>
          <a:r>
            <a:rPr lang="en-US" sz="1100" kern="1200"/>
            <a:t>Co-Leads</a:t>
          </a:r>
          <a:endParaRPr lang="en-US" sz="1100" kern="1200" dirty="0"/>
        </a:p>
      </dsp:txBody>
      <dsp:txXfrm>
        <a:off x="2122" y="2152691"/>
        <a:ext cx="1085499" cy="217800"/>
      </dsp:txXfrm>
    </dsp:sp>
    <dsp:sp modelId="{018F427C-25F8-44F0-B581-8897D291ABF6}">
      <dsp:nvSpPr>
        <dsp:cNvPr id="0" name=""/>
        <dsp:cNvSpPr/>
      </dsp:nvSpPr>
      <dsp:spPr>
        <a:xfrm>
          <a:off x="1087622" y="1335941"/>
          <a:ext cx="217099" cy="1851300"/>
        </a:xfrm>
        <a:prstGeom prst="leftBrace">
          <a:avLst>
            <a:gd name="adj1" fmla="val 35000"/>
            <a:gd name="adj2" fmla="val 50000"/>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4F0D3D-0240-4379-97D9-7DBA0D142867}">
      <dsp:nvSpPr>
        <dsp:cNvPr id="0" name=""/>
        <dsp:cNvSpPr/>
      </dsp:nvSpPr>
      <dsp:spPr>
        <a:xfrm>
          <a:off x="1391562" y="1335941"/>
          <a:ext cx="2952559" cy="185130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57150" lvl="1" indent="-57150" algn="l" defTabSz="488950">
            <a:lnSpc>
              <a:spcPct val="90000"/>
            </a:lnSpc>
            <a:spcBef>
              <a:spcPct val="0"/>
            </a:spcBef>
            <a:spcAft>
              <a:spcPct val="15000"/>
            </a:spcAft>
            <a:buChar char="•"/>
          </a:pPr>
          <a:r>
            <a:rPr lang="en-US" sz="1100" kern="1200"/>
            <a:t>Sam Hume </a:t>
          </a:r>
        </a:p>
        <a:p>
          <a:pPr marL="57150" lvl="1" indent="-57150" algn="l" defTabSz="488950">
            <a:lnSpc>
              <a:spcPct val="90000"/>
            </a:lnSpc>
            <a:spcBef>
              <a:spcPct val="0"/>
            </a:spcBef>
            <a:spcAft>
              <a:spcPct val="15000"/>
            </a:spcAft>
            <a:buChar char="•"/>
          </a:pPr>
          <a:r>
            <a:rPr lang="en-US" sz="1100" kern="1200"/>
            <a:t>Bess LeRoy </a:t>
          </a:r>
        </a:p>
        <a:p>
          <a:pPr marL="57150" lvl="1" indent="-57150" algn="l" defTabSz="488950">
            <a:lnSpc>
              <a:spcPct val="90000"/>
            </a:lnSpc>
            <a:spcBef>
              <a:spcPct val="0"/>
            </a:spcBef>
            <a:spcAft>
              <a:spcPct val="15000"/>
            </a:spcAft>
            <a:buChar char="•"/>
          </a:pPr>
          <a:r>
            <a:rPr lang="en-US" sz="1100" kern="1200"/>
            <a:t>Anthony Chow </a:t>
          </a:r>
        </a:p>
        <a:p>
          <a:pPr marL="57150" lvl="1" indent="-57150" algn="l" defTabSz="488950">
            <a:lnSpc>
              <a:spcPct val="90000"/>
            </a:lnSpc>
            <a:spcBef>
              <a:spcPct val="0"/>
            </a:spcBef>
            <a:spcAft>
              <a:spcPct val="15000"/>
            </a:spcAft>
            <a:buChar char="•"/>
          </a:pPr>
          <a:r>
            <a:rPr lang="en-US" sz="1100" kern="1200"/>
            <a:t>Dianna Di Russo</a:t>
          </a:r>
        </a:p>
        <a:p>
          <a:pPr marL="57150" lvl="1" indent="-57150" algn="l" defTabSz="488950">
            <a:lnSpc>
              <a:spcPct val="90000"/>
            </a:lnSpc>
            <a:spcBef>
              <a:spcPct val="0"/>
            </a:spcBef>
            <a:spcAft>
              <a:spcPct val="15000"/>
            </a:spcAft>
            <a:buChar char="•"/>
          </a:pPr>
          <a:r>
            <a:rPr lang="en-US" sz="1100" kern="1200"/>
            <a:t>Christine Connolly</a:t>
          </a:r>
        </a:p>
        <a:p>
          <a:pPr marL="57150" lvl="1" indent="-57150" algn="l" defTabSz="488950">
            <a:lnSpc>
              <a:spcPct val="90000"/>
            </a:lnSpc>
            <a:spcBef>
              <a:spcPct val="0"/>
            </a:spcBef>
            <a:spcAft>
              <a:spcPct val="15000"/>
            </a:spcAft>
            <a:buChar char="•"/>
          </a:pPr>
          <a:r>
            <a:rPr lang="en-US" sz="1100" kern="1200"/>
            <a:t>Mikkel Traun </a:t>
          </a:r>
        </a:p>
        <a:p>
          <a:pPr marL="57150" lvl="1" indent="-57150" algn="l" defTabSz="488950">
            <a:lnSpc>
              <a:spcPct val="90000"/>
            </a:lnSpc>
            <a:spcBef>
              <a:spcPct val="0"/>
            </a:spcBef>
            <a:spcAft>
              <a:spcPct val="15000"/>
            </a:spcAft>
            <a:buChar char="•"/>
          </a:pPr>
          <a:r>
            <a:rPr lang="en-US" sz="1100" kern="1200"/>
            <a:t>Nicolas De Saint Jorre</a:t>
          </a:r>
        </a:p>
        <a:p>
          <a:pPr marL="57150" lvl="1" indent="-57150" algn="l" defTabSz="488950">
            <a:lnSpc>
              <a:spcPct val="90000"/>
            </a:lnSpc>
            <a:spcBef>
              <a:spcPct val="0"/>
            </a:spcBef>
            <a:spcAft>
              <a:spcPct val="15000"/>
            </a:spcAft>
            <a:buChar char="•"/>
          </a:pPr>
          <a:r>
            <a:rPr lang="en-US" sz="1100" kern="1200"/>
            <a:t>Valerie Mildred Sheft</a:t>
          </a:r>
        </a:p>
        <a:p>
          <a:pPr marL="57150" lvl="1" indent="-57150" algn="l" defTabSz="488950">
            <a:lnSpc>
              <a:spcPct val="90000"/>
            </a:lnSpc>
            <a:spcBef>
              <a:spcPct val="0"/>
            </a:spcBef>
            <a:spcAft>
              <a:spcPct val="15000"/>
            </a:spcAft>
            <a:buChar char="•"/>
          </a:pPr>
          <a:r>
            <a:rPr lang="en-US" sz="1100" kern="1200" dirty="0"/>
            <a:t>Jeremy Teoh </a:t>
          </a:r>
        </a:p>
        <a:p>
          <a:pPr marL="57150" lvl="1" indent="-57150" algn="l" defTabSz="488950">
            <a:lnSpc>
              <a:spcPct val="90000"/>
            </a:lnSpc>
            <a:spcBef>
              <a:spcPct val="0"/>
            </a:spcBef>
            <a:spcAft>
              <a:spcPct val="15000"/>
            </a:spcAft>
            <a:buChar char="•"/>
          </a:pPr>
          <a:r>
            <a:rPr lang="en-US" sz="1100" kern="1200" dirty="0"/>
            <a:t>Lex Jansen</a:t>
          </a:r>
        </a:p>
      </dsp:txBody>
      <dsp:txXfrm>
        <a:off x="1391562" y="1335941"/>
        <a:ext cx="2952559" cy="18513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D7D49C-29DE-49A9-8A64-3E958A42F8B2}">
      <dsp:nvSpPr>
        <dsp:cNvPr id="0" name=""/>
        <dsp:cNvSpPr/>
      </dsp:nvSpPr>
      <dsp:spPr>
        <a:xfrm>
          <a:off x="1647" y="687603"/>
          <a:ext cx="1605903" cy="374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dirty="0"/>
            <a:t>Design</a:t>
          </a:r>
        </a:p>
      </dsp:txBody>
      <dsp:txXfrm>
        <a:off x="1647" y="687603"/>
        <a:ext cx="1605903" cy="374400"/>
      </dsp:txXfrm>
    </dsp:sp>
    <dsp:sp modelId="{0146B377-95F8-4335-AB60-D42261FE7594}">
      <dsp:nvSpPr>
        <dsp:cNvPr id="0" name=""/>
        <dsp:cNvSpPr/>
      </dsp:nvSpPr>
      <dsp:spPr>
        <a:xfrm>
          <a:off x="1647" y="1062003"/>
          <a:ext cx="1605903" cy="23920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Co-Leads</a:t>
          </a:r>
          <a:endParaRPr lang="en-US" sz="1300" kern="1200" dirty="0"/>
        </a:p>
        <a:p>
          <a:pPr marL="228600" lvl="2" indent="-114300" algn="l" defTabSz="577850">
            <a:lnSpc>
              <a:spcPct val="90000"/>
            </a:lnSpc>
            <a:spcBef>
              <a:spcPct val="0"/>
            </a:spcBef>
            <a:spcAft>
              <a:spcPct val="15000"/>
            </a:spcAft>
            <a:buChar char="•"/>
          </a:pPr>
          <a:r>
            <a:rPr lang="en-US" sz="1300" kern="1200" dirty="0"/>
            <a:t>Mikkel Traun</a:t>
          </a:r>
        </a:p>
        <a:p>
          <a:pPr marL="228600" lvl="2" indent="-114300" algn="l" defTabSz="577850">
            <a:lnSpc>
              <a:spcPct val="90000"/>
            </a:lnSpc>
            <a:spcBef>
              <a:spcPct val="0"/>
            </a:spcBef>
            <a:spcAft>
              <a:spcPct val="15000"/>
            </a:spcAft>
            <a:buChar char="•"/>
          </a:pPr>
          <a:r>
            <a:rPr lang="en-US" sz="1300" kern="1200" dirty="0"/>
            <a:t>Valerie </a:t>
          </a:r>
          <a:r>
            <a:rPr lang="en-US" sz="1300" kern="1200" dirty="0" err="1"/>
            <a:t>Sheft</a:t>
          </a:r>
          <a:endParaRPr lang="en-US" sz="1300" kern="1200" dirty="0"/>
        </a:p>
        <a:p>
          <a:pPr marL="114300" lvl="1" indent="-114300" algn="l" defTabSz="577850">
            <a:lnSpc>
              <a:spcPct val="90000"/>
            </a:lnSpc>
            <a:spcBef>
              <a:spcPct val="0"/>
            </a:spcBef>
            <a:spcAft>
              <a:spcPct val="15000"/>
            </a:spcAft>
            <a:buChar char="•"/>
          </a:pPr>
          <a:r>
            <a:rPr lang="en-US" sz="1300" b="1" kern="1200" dirty="0"/>
            <a:t>Sub-teams</a:t>
          </a:r>
        </a:p>
        <a:p>
          <a:pPr marL="228600" lvl="2" indent="-114300" algn="l" defTabSz="577850">
            <a:lnSpc>
              <a:spcPct val="90000"/>
            </a:lnSpc>
            <a:spcBef>
              <a:spcPct val="0"/>
            </a:spcBef>
            <a:spcAft>
              <a:spcPct val="15000"/>
            </a:spcAft>
            <a:buChar char="•"/>
          </a:pPr>
          <a:r>
            <a:rPr lang="en-US" sz="1300" b="0" kern="1200" dirty="0"/>
            <a:t>Study Design Team</a:t>
          </a:r>
        </a:p>
      </dsp:txBody>
      <dsp:txXfrm>
        <a:off x="1647" y="1062003"/>
        <a:ext cx="1605903" cy="2392010"/>
      </dsp:txXfrm>
    </dsp:sp>
    <dsp:sp modelId="{64BCF494-A316-4600-99FB-DC9C216DF0D2}">
      <dsp:nvSpPr>
        <dsp:cNvPr id="0" name=""/>
        <dsp:cNvSpPr/>
      </dsp:nvSpPr>
      <dsp:spPr>
        <a:xfrm>
          <a:off x="1832377" y="687603"/>
          <a:ext cx="1605903" cy="374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dirty="0"/>
            <a:t>Build</a:t>
          </a:r>
        </a:p>
      </dsp:txBody>
      <dsp:txXfrm>
        <a:off x="1832377" y="687603"/>
        <a:ext cx="1605903" cy="374400"/>
      </dsp:txXfrm>
    </dsp:sp>
    <dsp:sp modelId="{37432589-32ED-4141-9AB8-30D4FB4F56FA}">
      <dsp:nvSpPr>
        <dsp:cNvPr id="0" name=""/>
        <dsp:cNvSpPr/>
      </dsp:nvSpPr>
      <dsp:spPr>
        <a:xfrm>
          <a:off x="1832377" y="1062003"/>
          <a:ext cx="1605903" cy="23920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Co-Leads</a:t>
          </a:r>
        </a:p>
        <a:p>
          <a:pPr marL="228600" lvl="2" indent="-114300" algn="l" defTabSz="577850">
            <a:lnSpc>
              <a:spcPct val="90000"/>
            </a:lnSpc>
            <a:spcBef>
              <a:spcPct val="0"/>
            </a:spcBef>
            <a:spcAft>
              <a:spcPct val="15000"/>
            </a:spcAft>
            <a:buFont typeface="Arial" panose="020B0604020202020204" pitchFamily="34" charset="0"/>
            <a:buChar char="•"/>
          </a:pPr>
          <a:r>
            <a:rPr lang="en-US" sz="1300" kern="1200" dirty="0"/>
            <a:t>Lex Jansen</a:t>
          </a:r>
        </a:p>
        <a:p>
          <a:pPr marL="228600" lvl="2" indent="-114300" algn="l" defTabSz="577850">
            <a:lnSpc>
              <a:spcPct val="90000"/>
            </a:lnSpc>
            <a:spcBef>
              <a:spcPct val="0"/>
            </a:spcBef>
            <a:spcAft>
              <a:spcPct val="15000"/>
            </a:spcAft>
            <a:buFont typeface="Arial" panose="020B0604020202020204" pitchFamily="34" charset="0"/>
            <a:buChar char="•"/>
          </a:pPr>
          <a:r>
            <a:rPr lang="en-US" sz="1300" kern="1200" dirty="0"/>
            <a:t>Nicolas de Saint </a:t>
          </a:r>
          <a:r>
            <a:rPr lang="en-US" sz="1300" kern="1200" dirty="0" err="1"/>
            <a:t>Jorre</a:t>
          </a:r>
          <a:endParaRPr lang="en-US" sz="1300" kern="1200" dirty="0"/>
        </a:p>
        <a:p>
          <a:pPr marL="228600" lvl="2" indent="-114300" algn="l" defTabSz="577850">
            <a:lnSpc>
              <a:spcPct val="90000"/>
            </a:lnSpc>
            <a:spcBef>
              <a:spcPct val="0"/>
            </a:spcBef>
            <a:spcAft>
              <a:spcPct val="15000"/>
            </a:spcAft>
            <a:buFont typeface="Arial" panose="020B0604020202020204" pitchFamily="34" charset="0"/>
            <a:buChar char="•"/>
          </a:pPr>
          <a:r>
            <a:rPr lang="en-US" sz="1300" kern="1200" dirty="0"/>
            <a:t>Sam Hume</a:t>
          </a:r>
        </a:p>
        <a:p>
          <a:pPr marL="228600" lvl="2" indent="-114300" algn="l" defTabSz="577850">
            <a:lnSpc>
              <a:spcPct val="90000"/>
            </a:lnSpc>
            <a:spcBef>
              <a:spcPct val="0"/>
            </a:spcBef>
            <a:spcAft>
              <a:spcPct val="15000"/>
            </a:spcAft>
            <a:buFont typeface="Arial" panose="020B0604020202020204" pitchFamily="34" charset="0"/>
            <a:buChar char="•"/>
          </a:pPr>
          <a:r>
            <a:rPr lang="en-US" sz="1300" kern="1200" dirty="0"/>
            <a:t>Jeremy Teoh</a:t>
          </a:r>
        </a:p>
        <a:p>
          <a:pPr marL="114300" lvl="1" indent="-114300" algn="l" defTabSz="577850">
            <a:lnSpc>
              <a:spcPct val="90000"/>
            </a:lnSpc>
            <a:spcBef>
              <a:spcPct val="0"/>
            </a:spcBef>
            <a:spcAft>
              <a:spcPct val="15000"/>
            </a:spcAft>
            <a:buChar char="•"/>
          </a:pPr>
          <a:r>
            <a:rPr lang="en-US" sz="1300" b="1" kern="1200" dirty="0"/>
            <a:t>Sub-teams</a:t>
          </a:r>
        </a:p>
        <a:p>
          <a:pPr marL="228600" lvl="2" indent="-114300" algn="l" defTabSz="577850">
            <a:lnSpc>
              <a:spcPct val="90000"/>
            </a:lnSpc>
            <a:spcBef>
              <a:spcPct val="0"/>
            </a:spcBef>
            <a:spcAft>
              <a:spcPct val="15000"/>
            </a:spcAft>
            <a:buChar char="•"/>
          </a:pPr>
          <a:r>
            <a:rPr lang="en-US" sz="1300" b="0" kern="1200" dirty="0"/>
            <a:t>ODM/CRF/aCRF</a:t>
          </a:r>
        </a:p>
        <a:p>
          <a:pPr marL="228600" lvl="2" indent="-114300" algn="l" defTabSz="577850">
            <a:lnSpc>
              <a:spcPct val="90000"/>
            </a:lnSpc>
            <a:spcBef>
              <a:spcPct val="0"/>
            </a:spcBef>
            <a:spcAft>
              <a:spcPct val="15000"/>
            </a:spcAft>
            <a:buChar char="•"/>
          </a:pPr>
          <a:r>
            <a:rPr lang="en-US" sz="1300" b="0" kern="1200" dirty="0"/>
            <a:t>Define-XML/Shell Dataset</a:t>
          </a:r>
        </a:p>
      </dsp:txBody>
      <dsp:txXfrm>
        <a:off x="1832377" y="1062003"/>
        <a:ext cx="1605903" cy="2392010"/>
      </dsp:txXfrm>
    </dsp:sp>
    <dsp:sp modelId="{1E9BA0D9-1916-4041-A9FC-B7203DB6717C}">
      <dsp:nvSpPr>
        <dsp:cNvPr id="0" name=""/>
        <dsp:cNvSpPr/>
      </dsp:nvSpPr>
      <dsp:spPr>
        <a:xfrm>
          <a:off x="3663108" y="687603"/>
          <a:ext cx="1605903" cy="374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dirty="0"/>
            <a:t>Run</a:t>
          </a:r>
        </a:p>
      </dsp:txBody>
      <dsp:txXfrm>
        <a:off x="3663108" y="687603"/>
        <a:ext cx="1605903" cy="374400"/>
      </dsp:txXfrm>
    </dsp:sp>
    <dsp:sp modelId="{2B89600C-261C-4678-8BEE-60C6C8EAFAE6}">
      <dsp:nvSpPr>
        <dsp:cNvPr id="0" name=""/>
        <dsp:cNvSpPr/>
      </dsp:nvSpPr>
      <dsp:spPr>
        <a:xfrm>
          <a:off x="3663108" y="1062003"/>
          <a:ext cx="1605903" cy="23920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9342" tIns="69342" rIns="92456" bIns="104013" numCol="1" spcCol="1270" anchor="t" anchorCtr="0">
          <a:noAutofit/>
        </a:bodyPr>
        <a:lstStyle/>
        <a:p>
          <a:pPr marL="114300" lvl="1" indent="-114300" algn="l" defTabSz="577850">
            <a:lnSpc>
              <a:spcPct val="90000"/>
            </a:lnSpc>
            <a:spcBef>
              <a:spcPct val="0"/>
            </a:spcBef>
            <a:spcAft>
              <a:spcPct val="15000"/>
            </a:spcAft>
            <a:buChar char="•"/>
          </a:pPr>
          <a:r>
            <a:rPr lang="en-US" sz="1300" b="1" kern="1200" dirty="0"/>
            <a:t>Co-Leads</a:t>
          </a:r>
        </a:p>
        <a:p>
          <a:pPr marL="228600" lvl="2" indent="-114300" algn="l" defTabSz="577850">
            <a:lnSpc>
              <a:spcPct val="90000"/>
            </a:lnSpc>
            <a:spcBef>
              <a:spcPct val="0"/>
            </a:spcBef>
            <a:spcAft>
              <a:spcPct val="15000"/>
            </a:spcAft>
            <a:buFont typeface="Arial" panose="020B0604020202020204" pitchFamily="34" charset="0"/>
            <a:buChar char="•"/>
          </a:pPr>
          <a:r>
            <a:rPr lang="en-US" sz="1300" kern="1200" dirty="0"/>
            <a:t>Bess Le Roy</a:t>
          </a:r>
        </a:p>
        <a:p>
          <a:pPr marL="228600" lvl="2" indent="-114300" algn="l" defTabSz="577850">
            <a:lnSpc>
              <a:spcPct val="90000"/>
            </a:lnSpc>
            <a:spcBef>
              <a:spcPct val="0"/>
            </a:spcBef>
            <a:spcAft>
              <a:spcPct val="15000"/>
            </a:spcAft>
            <a:buChar char="•"/>
          </a:pPr>
          <a:r>
            <a:rPr lang="en-US" sz="1300" kern="1200" dirty="0"/>
            <a:t>Dianna Di Russo</a:t>
          </a:r>
        </a:p>
        <a:p>
          <a:pPr marL="228600" lvl="2" indent="-114300" algn="l" defTabSz="577850">
            <a:lnSpc>
              <a:spcPct val="90000"/>
            </a:lnSpc>
            <a:spcBef>
              <a:spcPct val="0"/>
            </a:spcBef>
            <a:spcAft>
              <a:spcPct val="15000"/>
            </a:spcAft>
            <a:buChar char="•"/>
          </a:pPr>
          <a:r>
            <a:rPr lang="en-US" sz="1300" kern="1200"/>
            <a:t>Christine Connolly</a:t>
          </a:r>
          <a:endParaRPr lang="en-US" sz="1300" kern="1200" dirty="0"/>
        </a:p>
        <a:p>
          <a:pPr marL="228600" lvl="2" indent="-114300" algn="l" defTabSz="577850">
            <a:lnSpc>
              <a:spcPct val="90000"/>
            </a:lnSpc>
            <a:spcBef>
              <a:spcPct val="0"/>
            </a:spcBef>
            <a:spcAft>
              <a:spcPct val="15000"/>
            </a:spcAft>
            <a:buChar char="•"/>
          </a:pPr>
          <a:r>
            <a:rPr lang="en-US" sz="1300" kern="1200"/>
            <a:t>Anthony Chow</a:t>
          </a:r>
        </a:p>
        <a:p>
          <a:pPr marL="114300" lvl="1" indent="-114300" algn="l" defTabSz="577850">
            <a:lnSpc>
              <a:spcPct val="90000"/>
            </a:lnSpc>
            <a:spcBef>
              <a:spcPct val="0"/>
            </a:spcBef>
            <a:spcAft>
              <a:spcPct val="15000"/>
            </a:spcAft>
            <a:buChar char="•"/>
          </a:pPr>
          <a:r>
            <a:rPr lang="en-US" sz="1300" b="1" kern="1200" dirty="0"/>
            <a:t>Sub-teams</a:t>
          </a:r>
        </a:p>
        <a:p>
          <a:pPr marL="228600" lvl="2" indent="-114300" algn="l" defTabSz="577850">
            <a:lnSpc>
              <a:spcPct val="90000"/>
            </a:lnSpc>
            <a:spcBef>
              <a:spcPct val="0"/>
            </a:spcBef>
            <a:spcAft>
              <a:spcPct val="15000"/>
            </a:spcAft>
            <a:buChar char="•"/>
          </a:pPr>
          <a:r>
            <a:rPr lang="en-US" sz="1300" kern="1200" dirty="0"/>
            <a:t>Data</a:t>
          </a:r>
        </a:p>
        <a:p>
          <a:pPr marL="228600" lvl="2" indent="-114300" algn="l" defTabSz="577850">
            <a:lnSpc>
              <a:spcPct val="90000"/>
            </a:lnSpc>
            <a:spcBef>
              <a:spcPct val="0"/>
            </a:spcBef>
            <a:spcAft>
              <a:spcPct val="15000"/>
            </a:spcAft>
            <a:buChar char="•"/>
          </a:pPr>
          <a:r>
            <a:rPr lang="en-US" sz="1300" kern="1200" dirty="0"/>
            <a:t>sdtm.oak</a:t>
          </a:r>
        </a:p>
        <a:p>
          <a:pPr marL="228600" lvl="2" indent="-114300" algn="l" defTabSz="577850">
            <a:lnSpc>
              <a:spcPct val="90000"/>
            </a:lnSpc>
            <a:spcBef>
              <a:spcPct val="0"/>
            </a:spcBef>
            <a:spcAft>
              <a:spcPct val="15000"/>
            </a:spcAft>
            <a:buChar char="•"/>
          </a:pPr>
          <a:r>
            <a:rPr lang="en-US" sz="1300" kern="1200" dirty="0"/>
            <a:t>Conformance</a:t>
          </a:r>
        </a:p>
      </dsp:txBody>
      <dsp:txXfrm>
        <a:off x="3663108" y="1062003"/>
        <a:ext cx="1605903" cy="2392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C4A74-9779-498D-A1C5-2500916DFC64}">
      <dsp:nvSpPr>
        <dsp:cNvPr id="0" name=""/>
        <dsp:cNvSpPr/>
      </dsp:nvSpPr>
      <dsp:spPr>
        <a:xfrm>
          <a:off x="150939" y="111"/>
          <a:ext cx="919667" cy="55180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BC Curation</a:t>
          </a:r>
        </a:p>
      </dsp:txBody>
      <dsp:txXfrm>
        <a:off x="150939" y="111"/>
        <a:ext cx="919667" cy="551800"/>
      </dsp:txXfrm>
    </dsp:sp>
    <dsp:sp modelId="{6DD19A53-A6DF-4F10-942F-6FCA2AB01D22}">
      <dsp:nvSpPr>
        <dsp:cNvPr id="0" name=""/>
        <dsp:cNvSpPr/>
      </dsp:nvSpPr>
      <dsp:spPr>
        <a:xfrm>
          <a:off x="1162573" y="111"/>
          <a:ext cx="919667" cy="55180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CDISC Open Rules</a:t>
          </a:r>
        </a:p>
      </dsp:txBody>
      <dsp:txXfrm>
        <a:off x="1162573" y="111"/>
        <a:ext cx="919667" cy="551800"/>
      </dsp:txXfrm>
    </dsp:sp>
    <dsp:sp modelId="{4A5A3C48-3C3B-4F13-AE2B-220BCAD57EE6}">
      <dsp:nvSpPr>
        <dsp:cNvPr id="0" name=""/>
        <dsp:cNvSpPr/>
      </dsp:nvSpPr>
      <dsp:spPr>
        <a:xfrm>
          <a:off x="2174207" y="111"/>
          <a:ext cx="919667" cy="55180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Analysis Concepts</a:t>
          </a:r>
        </a:p>
      </dsp:txBody>
      <dsp:txXfrm>
        <a:off x="2174207" y="111"/>
        <a:ext cx="919667" cy="551800"/>
      </dsp:txXfrm>
    </dsp:sp>
    <dsp:sp modelId="{0E8CBE1D-D0BF-42B6-B133-A7CF10627DD2}">
      <dsp:nvSpPr>
        <dsp:cNvPr id="0" name=""/>
        <dsp:cNvSpPr/>
      </dsp:nvSpPr>
      <dsp:spPr>
        <a:xfrm>
          <a:off x="3185841" y="111"/>
          <a:ext cx="919667" cy="55180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TMF Digital Model</a:t>
          </a:r>
        </a:p>
      </dsp:txBody>
      <dsp:txXfrm>
        <a:off x="3185841" y="111"/>
        <a:ext cx="919667" cy="551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28426-DD72-4AC3-98C0-29BC3439EEE4}">
      <dsp:nvSpPr>
        <dsp:cNvPr id="0" name=""/>
        <dsp:cNvSpPr/>
      </dsp:nvSpPr>
      <dsp:spPr>
        <a:xfrm>
          <a:off x="0" y="0"/>
          <a:ext cx="749218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29CE8D-3E5A-4584-9F0B-36332C2471DE}">
      <dsp:nvSpPr>
        <dsp:cNvPr id="0" name=""/>
        <dsp:cNvSpPr/>
      </dsp:nvSpPr>
      <dsp:spPr>
        <a:xfrm>
          <a:off x="0" y="0"/>
          <a:ext cx="7492181" cy="93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i="0" kern="1200"/>
            <a:t>Digital Protocol &amp; Impact Analysis Reporting</a:t>
          </a:r>
          <a:r>
            <a:rPr lang="en-US" sz="2000" kern="1200"/>
            <a:t>: Machine-readable protocol model with automated amendment and impact analysis</a:t>
          </a:r>
        </a:p>
      </dsp:txBody>
      <dsp:txXfrm>
        <a:off x="0" y="0"/>
        <a:ext cx="7492181" cy="934815"/>
      </dsp:txXfrm>
    </dsp:sp>
    <dsp:sp modelId="{D6F8C9AF-5E2B-420E-B673-E1222C8A9473}">
      <dsp:nvSpPr>
        <dsp:cNvPr id="0" name=""/>
        <dsp:cNvSpPr/>
      </dsp:nvSpPr>
      <dsp:spPr>
        <a:xfrm>
          <a:off x="0" y="934815"/>
          <a:ext cx="749218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DF310D-B144-483F-9DB2-4B0065448944}">
      <dsp:nvSpPr>
        <dsp:cNvPr id="0" name=""/>
        <dsp:cNvSpPr/>
      </dsp:nvSpPr>
      <dsp:spPr>
        <a:xfrm>
          <a:off x="0" y="934815"/>
          <a:ext cx="7492181" cy="93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Automated eCRFs, Define &amp; Dataset Generation</a:t>
          </a:r>
          <a:r>
            <a:rPr lang="en-US" sz="2000" kern="1200"/>
            <a:t>: Generation of eCRFs, Define.xml and datasets integrated with study workflows</a:t>
          </a:r>
        </a:p>
      </dsp:txBody>
      <dsp:txXfrm>
        <a:off x="0" y="934815"/>
        <a:ext cx="7492181" cy="934815"/>
      </dsp:txXfrm>
    </dsp:sp>
    <dsp:sp modelId="{6927F620-A483-417F-8D69-7B97E4A22D21}">
      <dsp:nvSpPr>
        <dsp:cNvPr id="0" name=""/>
        <dsp:cNvSpPr/>
      </dsp:nvSpPr>
      <dsp:spPr>
        <a:xfrm>
          <a:off x="0" y="1869631"/>
          <a:ext cx="749218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A965E7-9E61-46F8-BBF2-4FB09D019E67}">
      <dsp:nvSpPr>
        <dsp:cNvPr id="0" name=""/>
        <dsp:cNvSpPr/>
      </dsp:nvSpPr>
      <dsp:spPr>
        <a:xfrm>
          <a:off x="0" y="1869631"/>
          <a:ext cx="7492181" cy="93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Digital Data Transfer Agreement Model</a:t>
          </a:r>
          <a:r>
            <a:rPr lang="en-US" sz="2000" kern="1200"/>
            <a:t>: Technical DTA model and standardized template aligned with the digital protocol</a:t>
          </a:r>
        </a:p>
      </dsp:txBody>
      <dsp:txXfrm>
        <a:off x="0" y="1869631"/>
        <a:ext cx="7492181" cy="934815"/>
      </dsp:txXfrm>
    </dsp:sp>
    <dsp:sp modelId="{23022408-86D1-486D-AF4A-7B4E0254F24D}">
      <dsp:nvSpPr>
        <dsp:cNvPr id="0" name=""/>
        <dsp:cNvSpPr/>
      </dsp:nvSpPr>
      <dsp:spPr>
        <a:xfrm>
          <a:off x="0" y="2804447"/>
          <a:ext cx="7492181"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738046-6A38-4B1B-85FD-73D9C8734E9D}">
      <dsp:nvSpPr>
        <dsp:cNvPr id="0" name=""/>
        <dsp:cNvSpPr/>
      </dsp:nvSpPr>
      <dsp:spPr>
        <a:xfrm>
          <a:off x="0" y="2804447"/>
          <a:ext cx="7492181" cy="934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Standardized Analysis Concept Model</a:t>
          </a:r>
          <a:r>
            <a:rPr lang="en-US" sz="2000" kern="1200"/>
            <a:t>: Configurable, machine-readable analysis concepts driving automated analysis artifacts</a:t>
          </a:r>
        </a:p>
      </dsp:txBody>
      <dsp:txXfrm>
        <a:off x="0" y="2804447"/>
        <a:ext cx="7492181" cy="934815"/>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2F6EC7-3890-904C-A65C-43520FF8E0FE}" type="datetimeFigureOut">
              <a:rPr lang="en-US" smtClean="0"/>
              <a:t>2/19/2026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CCC2E-D502-DF45-A742-7C4E9795143E}" type="slidenum">
              <a:rPr lang="en-US" smtClean="0"/>
              <a:t>‹#›</a:t>
            </a:fld>
            <a:endParaRPr lang="en-US"/>
          </a:p>
        </p:txBody>
      </p:sp>
    </p:spTree>
    <p:extLst>
      <p:ext uri="{BB962C8B-B14F-4D97-AF65-F5344CB8AC3E}">
        <p14:creationId xmlns:p14="http://schemas.microsoft.com/office/powerpoint/2010/main" val="100329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17163-B04C-C34A-8000-FDF58C3633A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9130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40438E-CE2C-E946-A687-9176CAD865D0}" type="slidenum">
              <a:rPr lang="en-US" smtClean="0"/>
              <a:t>5</a:t>
            </a:fld>
            <a:endParaRPr lang="en-US"/>
          </a:p>
        </p:txBody>
      </p:sp>
    </p:spTree>
    <p:extLst>
      <p:ext uri="{BB962C8B-B14F-4D97-AF65-F5344CB8AC3E}">
        <p14:creationId xmlns:p14="http://schemas.microsoft.com/office/powerpoint/2010/main" val="2302319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38705-F97C-9BED-449D-D9E7AFFF0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A65A9-A009-E76B-4D23-17363E683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AE80A-A13A-F48D-9628-84B5017008EF}"/>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9EEBF673-2017-18CA-D4BB-8D241252F8FE}"/>
              </a:ext>
            </a:extLst>
          </p:cNvPr>
          <p:cNvSpPr>
            <a:spLocks noGrp="1"/>
          </p:cNvSpPr>
          <p:nvPr>
            <p:ph type="sldNum" sz="quarter" idx="5"/>
          </p:nvPr>
        </p:nvSpPr>
        <p:spPr/>
        <p:txBody>
          <a:bodyPr/>
          <a:lstStyle/>
          <a:p>
            <a:fld id="{84E17163-B04C-C34A-8000-FDF58C3633A6}" type="slidenum">
              <a:rPr lang="en-US" smtClean="0"/>
              <a:t>7</a:t>
            </a:fld>
            <a:endParaRPr lang="en-US"/>
          </a:p>
        </p:txBody>
      </p:sp>
    </p:spTree>
    <p:extLst>
      <p:ext uri="{BB962C8B-B14F-4D97-AF65-F5344CB8AC3E}">
        <p14:creationId xmlns:p14="http://schemas.microsoft.com/office/powerpoint/2010/main" val="609385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5DDD7-E4A0-0552-2EA2-EDF2C7728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46B90-3F77-825B-2367-04C042CAF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21B78-5D07-5E92-FD33-7034EA78E0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E9322B-92B7-0994-A04A-5E828B1D6313}"/>
              </a:ext>
            </a:extLst>
          </p:cNvPr>
          <p:cNvSpPr>
            <a:spLocks noGrp="1"/>
          </p:cNvSpPr>
          <p:nvPr>
            <p:ph type="sldNum" sz="quarter" idx="5"/>
          </p:nvPr>
        </p:nvSpPr>
        <p:spPr/>
        <p:txBody>
          <a:bodyPr/>
          <a:lstStyle/>
          <a:p>
            <a:fld id="{84E17163-B04C-C34A-8000-FDF58C3633A6}" type="slidenum">
              <a:rPr lang="en-US" smtClean="0"/>
              <a:t>8</a:t>
            </a:fld>
            <a:endParaRPr lang="en-US"/>
          </a:p>
        </p:txBody>
      </p:sp>
    </p:spTree>
    <p:extLst>
      <p:ext uri="{BB962C8B-B14F-4D97-AF65-F5344CB8AC3E}">
        <p14:creationId xmlns:p14="http://schemas.microsoft.com/office/powerpoint/2010/main" val="3463978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E97D7-56E2-0BF2-2C19-D5EDEE56A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34E89-082F-6DE1-FEA0-E0F52F424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F653E-359C-6E48-06F0-72950A3568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03C850-DEC4-9BCB-74CD-5650C6AD63DA}"/>
              </a:ext>
            </a:extLst>
          </p:cNvPr>
          <p:cNvSpPr>
            <a:spLocks noGrp="1"/>
          </p:cNvSpPr>
          <p:nvPr>
            <p:ph type="sldNum" sz="quarter" idx="5"/>
          </p:nvPr>
        </p:nvSpPr>
        <p:spPr/>
        <p:txBody>
          <a:bodyPr/>
          <a:lstStyle/>
          <a:p>
            <a:fld id="{BFCA6880-D7DB-BB4A-A776-6F4EF2C7D18F}" type="slidenum">
              <a:rPr lang="en-US" smtClean="0"/>
              <a:t>9</a:t>
            </a:fld>
            <a:endParaRPr lang="en-US"/>
          </a:p>
        </p:txBody>
      </p:sp>
    </p:spTree>
    <p:extLst>
      <p:ext uri="{BB962C8B-B14F-4D97-AF65-F5344CB8AC3E}">
        <p14:creationId xmlns:p14="http://schemas.microsoft.com/office/powerpoint/2010/main" val="3664633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E17163-B04C-C34A-8000-FDF58C3633A6}" type="slidenum">
              <a:rPr lang="en-US" smtClean="0"/>
              <a:t>12</a:t>
            </a:fld>
            <a:endParaRPr lang="en-US"/>
          </a:p>
        </p:txBody>
      </p:sp>
    </p:spTree>
    <p:extLst>
      <p:ext uri="{BB962C8B-B14F-4D97-AF65-F5344CB8AC3E}">
        <p14:creationId xmlns:p14="http://schemas.microsoft.com/office/powerpoint/2010/main" val="789322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3BCCC2E-D502-DF45-A742-7C4E9795143E}" type="slidenum">
              <a:rPr lang="en-US" smtClean="0"/>
              <a:t>15</a:t>
            </a:fld>
            <a:endParaRPr lang="en-US"/>
          </a:p>
        </p:txBody>
      </p:sp>
    </p:spTree>
    <p:extLst>
      <p:ext uri="{BB962C8B-B14F-4D97-AF65-F5344CB8AC3E}">
        <p14:creationId xmlns:p14="http://schemas.microsoft.com/office/powerpoint/2010/main" val="2399085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E17163-B04C-C34A-8000-FDF58C3633A6}" type="slidenum">
              <a:rPr lang="en-US" smtClean="0"/>
              <a:t>16</a:t>
            </a:fld>
            <a:endParaRPr lang="en-US"/>
          </a:p>
        </p:txBody>
      </p:sp>
    </p:spTree>
    <p:extLst>
      <p:ext uri="{BB962C8B-B14F-4D97-AF65-F5344CB8AC3E}">
        <p14:creationId xmlns:p14="http://schemas.microsoft.com/office/powerpoint/2010/main" val="2141899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2BDDE-4D2B-F1A8-0FB1-34F1E01B45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D94A6-2C5E-A0EB-5164-9FD4E7B11C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38AC0-6AD8-4B7C-E6C7-04FFC4F3B1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455C95-1AAD-F637-6AD4-0E02236ED209}"/>
              </a:ext>
            </a:extLst>
          </p:cNvPr>
          <p:cNvSpPr>
            <a:spLocks noGrp="1"/>
          </p:cNvSpPr>
          <p:nvPr>
            <p:ph type="sldNum" sz="quarter" idx="5"/>
          </p:nvPr>
        </p:nvSpPr>
        <p:spPr/>
        <p:txBody>
          <a:bodyPr/>
          <a:lstStyle/>
          <a:p>
            <a:fld id="{84E17163-B04C-C34A-8000-FDF58C3633A6}" type="slidenum">
              <a:rPr lang="en-US" smtClean="0"/>
              <a:t>18</a:t>
            </a:fld>
            <a:endParaRPr lang="en-US"/>
          </a:p>
        </p:txBody>
      </p:sp>
    </p:spTree>
    <p:extLst>
      <p:ext uri="{BB962C8B-B14F-4D97-AF65-F5344CB8AC3E}">
        <p14:creationId xmlns:p14="http://schemas.microsoft.com/office/powerpoint/2010/main" val="984907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90BDB-6902-09F1-2754-BD67D5F5D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57B1E9-AF8C-CC2E-BE44-99B793104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403C5-3DE4-326B-159E-860E825F0047}"/>
              </a:ext>
            </a:extLst>
          </p:cNvPr>
          <p:cNvSpPr>
            <a:spLocks noGrp="1"/>
          </p:cNvSpPr>
          <p:nvPr>
            <p:ph type="body" idx="1"/>
          </p:nvPr>
        </p:nvSpPr>
        <p:spPr/>
        <p:txBody>
          <a:bodyPr/>
          <a:lstStyle/>
          <a:p>
            <a:r>
              <a:rPr lang="en-US" dirty="0"/>
              <a:t>Study</a:t>
            </a:r>
          </a:p>
          <a:p>
            <a:pPr lvl="1"/>
            <a:r>
              <a:rPr lang="en-US" dirty="0"/>
              <a:t>LZZT:  We started with the CDISC Pilot study data but we only had SDTM and </a:t>
            </a:r>
            <a:r>
              <a:rPr lang="en-US" dirty="0" err="1"/>
              <a:t>ADaM</a:t>
            </a:r>
            <a:r>
              <a:rPr lang="en-US" dirty="0"/>
              <a:t> data so one of the community created reverse engineered collection data.</a:t>
            </a:r>
          </a:p>
          <a:p>
            <a:pPr lvl="1"/>
            <a:r>
              <a:rPr lang="en-US" dirty="0"/>
              <a:t>FHIR:  While the original study had DILI data, we wanted to show how FHIR could play a part in the lifecycle, so another partner in our community created LZZT aligned FHIR messages.</a:t>
            </a:r>
          </a:p>
          <a:p>
            <a:pPr lvl="1"/>
            <a:r>
              <a:rPr lang="en-US" dirty="0"/>
              <a:t>	We used </a:t>
            </a:r>
            <a:r>
              <a:rPr lang="en-US" dirty="0" err="1"/>
              <a:t>FHIRPath</a:t>
            </a:r>
            <a:r>
              <a:rPr lang="en-US" dirty="0"/>
              <a:t> for our mapping but the work by the RWD Lineage project shows equally interesting approaches we might leverage in the future</a:t>
            </a:r>
          </a:p>
          <a:p>
            <a:r>
              <a:rPr lang="en-US" dirty="0"/>
              <a:t>Amendment</a:t>
            </a:r>
          </a:p>
          <a:p>
            <a:pPr lvl="1"/>
            <a:r>
              <a:rPr lang="en-US" dirty="0"/>
              <a:t>DHT:  In order to address the amendment use case, we asked for DHT data.  </a:t>
            </a:r>
          </a:p>
          <a:p>
            <a:pPr lvl="1"/>
            <a:r>
              <a:rPr lang="en-US" dirty="0"/>
              <a:t>	One community partner was able to give us step data for 50 patients.  </a:t>
            </a:r>
          </a:p>
          <a:p>
            <a:pPr lvl="1"/>
            <a:r>
              <a:rPr lang="en-US" dirty="0"/>
              <a:t>	Another was able to give us glucose data for 2 patients.</a:t>
            </a:r>
          </a:p>
          <a:p>
            <a:pPr lvl="1"/>
            <a:r>
              <a:rPr lang="en-US" dirty="0"/>
              <a:t>	Both sets of data had to be aligned to LZZT to emulate it as a likely scenario of the study</a:t>
            </a:r>
          </a:p>
          <a:p>
            <a:pPr lvl="1"/>
            <a:r>
              <a:rPr lang="en-US" dirty="0"/>
              <a:t>EQ-5D:  We manually created LZZT aligned QRS data.</a:t>
            </a:r>
          </a:p>
          <a:p>
            <a:pPr lvl="0"/>
            <a:r>
              <a:rPr lang="en-US" dirty="0"/>
              <a:t>Breast Cancer:</a:t>
            </a:r>
          </a:p>
          <a:p>
            <a:pPr lvl="1"/>
            <a:r>
              <a:rPr lang="en-US" dirty="0"/>
              <a:t>A community partner was able to synthesize breast cancer data for us.</a:t>
            </a:r>
          </a:p>
          <a:p>
            <a:endParaRPr lang="nl-BE" dirty="0"/>
          </a:p>
        </p:txBody>
      </p:sp>
      <p:sp>
        <p:nvSpPr>
          <p:cNvPr id="4" name="Slide Number Placeholder 3">
            <a:extLst>
              <a:ext uri="{FF2B5EF4-FFF2-40B4-BE49-F238E27FC236}">
                <a16:creationId xmlns:a16="http://schemas.microsoft.com/office/drawing/2014/main" id="{B9FF77AF-8DDD-7570-14C7-CD7D87687F88}"/>
              </a:ext>
            </a:extLst>
          </p:cNvPr>
          <p:cNvSpPr>
            <a:spLocks noGrp="1"/>
          </p:cNvSpPr>
          <p:nvPr>
            <p:ph type="sldNum" sz="quarter" idx="5"/>
          </p:nvPr>
        </p:nvSpPr>
        <p:spPr/>
        <p:txBody>
          <a:bodyPr/>
          <a:lstStyle/>
          <a:p>
            <a:fld id="{84E17163-B04C-C34A-8000-FDF58C3633A6}" type="slidenum">
              <a:rPr lang="en-US" smtClean="0"/>
              <a:t>19</a:t>
            </a:fld>
            <a:endParaRPr lang="en-US"/>
          </a:p>
        </p:txBody>
      </p:sp>
    </p:spTree>
    <p:extLst>
      <p:ext uri="{BB962C8B-B14F-4D97-AF65-F5344CB8AC3E}">
        <p14:creationId xmlns:p14="http://schemas.microsoft.com/office/powerpoint/2010/main" val="1098919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30A10-14D6-D127-90F6-381F6276C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903F8-25FF-7C88-B634-BEA1770AE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FF2A62-C15B-AF37-8B85-69C52402CE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4341586-9FE5-3207-C868-D83F7BC397B4}"/>
              </a:ext>
            </a:extLst>
          </p:cNvPr>
          <p:cNvSpPr>
            <a:spLocks noGrp="1"/>
          </p:cNvSpPr>
          <p:nvPr>
            <p:ph type="sldNum" sz="quarter" idx="5"/>
          </p:nvPr>
        </p:nvSpPr>
        <p:spPr/>
        <p:txBody>
          <a:bodyPr/>
          <a:lstStyle/>
          <a:p>
            <a:fld id="{BFCA6880-D7DB-BB4A-A776-6F4EF2C7D18F}" type="slidenum">
              <a:rPr lang="en-US" smtClean="0"/>
              <a:t>20</a:t>
            </a:fld>
            <a:endParaRPr lang="en-US"/>
          </a:p>
        </p:txBody>
      </p:sp>
    </p:spTree>
    <p:extLst>
      <p:ext uri="{BB962C8B-B14F-4D97-AF65-F5344CB8AC3E}">
        <p14:creationId xmlns:p14="http://schemas.microsoft.com/office/powerpoint/2010/main" val="3422848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D1D3-ED21-8EC2-458E-32093D8D4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827AF0-3BFF-CB3D-1408-AD0EFD6AE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6427C-7649-20AA-1ED6-371A49C41A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A7B4BC-76C5-DB66-DD9B-4166A51D7C19}"/>
              </a:ext>
            </a:extLst>
          </p:cNvPr>
          <p:cNvSpPr>
            <a:spLocks noGrp="1"/>
          </p:cNvSpPr>
          <p:nvPr>
            <p:ph type="sldNum" sz="quarter" idx="5"/>
          </p:nvPr>
        </p:nvSpPr>
        <p:spPr/>
        <p:txBody>
          <a:bodyPr/>
          <a:lstStyle/>
          <a:p>
            <a:fld id="{BFCA6880-D7DB-BB4A-A776-6F4EF2C7D18F}" type="slidenum">
              <a:rPr lang="en-US" smtClean="0"/>
              <a:t>23</a:t>
            </a:fld>
            <a:endParaRPr lang="en-US"/>
          </a:p>
        </p:txBody>
      </p:sp>
    </p:spTree>
    <p:extLst>
      <p:ext uri="{BB962C8B-B14F-4D97-AF65-F5344CB8AC3E}">
        <p14:creationId xmlns:p14="http://schemas.microsoft.com/office/powerpoint/2010/main" val="2432093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Phase 2 is focused on delivering tangible digital capabilities that move us from foundation to operational execution.</a:t>
            </a:r>
          </a:p>
          <a:p>
            <a:pPr marL="171450" indent="-171450">
              <a:buFont typeface="Arial" panose="020B0604020202020204" pitchFamily="34" charset="0"/>
              <a:buChar char="•"/>
            </a:pPr>
            <a:r>
              <a:rPr lang="en-US"/>
              <a:t>We are delivering four core capabilities in 2026.</a:t>
            </a:r>
          </a:p>
          <a:p>
            <a:pPr marL="628650" lvl="1" indent="-171450">
              <a:buFont typeface="Arial" panose="020B0604020202020204" pitchFamily="34" charset="0"/>
              <a:buChar char="•"/>
            </a:pPr>
            <a:r>
              <a:rPr lang="en-US"/>
              <a:t>First, a digital protocol model with automated amendment and impact analysis reporting — making the protocol machine-readable and traceable.</a:t>
            </a:r>
          </a:p>
          <a:p>
            <a:pPr marL="628650" lvl="1" indent="-171450">
              <a:buFont typeface="Arial" panose="020B0604020202020204" pitchFamily="34" charset="0"/>
              <a:buChar char="•"/>
            </a:pPr>
            <a:r>
              <a:rPr lang="en-US"/>
              <a:t>Second, a standardized, configurable analysis concept model that is machine-readable and capable of driving automated analysis artifacts.</a:t>
            </a:r>
          </a:p>
          <a:p>
            <a:pPr marL="628650" lvl="1" indent="-171450">
              <a:buFont typeface="Arial" panose="020B0604020202020204" pitchFamily="34" charset="0"/>
              <a:buChar char="•"/>
            </a:pPr>
            <a:r>
              <a:rPr lang="en-US"/>
              <a:t>Third, automated generation of Define.xml and datasets integrated directly with study workflows.</a:t>
            </a:r>
          </a:p>
          <a:p>
            <a:pPr marL="628650" lvl="1" indent="-171450">
              <a:buFont typeface="Arial" panose="020B0604020202020204" pitchFamily="34" charset="0"/>
              <a:buChar char="•"/>
            </a:pPr>
            <a:r>
              <a:rPr lang="en-US"/>
              <a:t>And fourth, a digital data transfer agreement model aligned with the digital protocol.</a:t>
            </a:r>
          </a:p>
          <a:p>
            <a:pPr marL="171450" indent="-171450">
              <a:buFont typeface="Arial" panose="020B0604020202020204" pitchFamily="34" charset="0"/>
              <a:buChar char="•"/>
            </a:pPr>
            <a:r>
              <a:rPr lang="en-US"/>
              <a:t>To demonstrate this in a concrete way, we are using a breast cancer progression-free survival endpoint aligned with our “Art of the Possible.”</a:t>
            </a:r>
          </a:p>
          <a:p>
            <a:pPr marL="171450" indent="-171450">
              <a:buFont typeface="Arial" panose="020B0604020202020204" pitchFamily="34" charset="0"/>
              <a:buChar char="•"/>
            </a:pPr>
            <a:r>
              <a:rPr lang="en-US"/>
              <a:t>At US Interchange in October, our goal is to demonstrate selection and configuration of a standardized endpoint and show traceability from digital protocol through analysis artifacts.</a:t>
            </a:r>
          </a:p>
          <a:p>
            <a:pPr marL="628650" lvl="1" indent="-171450">
              <a:buFont typeface="Arial" panose="020B0604020202020204" pitchFamily="34" charset="0"/>
              <a:buChar char="•"/>
            </a:pPr>
            <a:r>
              <a:rPr lang="en-US"/>
              <a:t>This milestone represents our transition from digitizing standards to operationalizing them — and positions us for broader ecosystem embedding in the years ahead.</a:t>
            </a:r>
          </a:p>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93BCCC2E-D502-DF45-A742-7C4E9795143E}" type="slidenum">
              <a:rPr lang="en-US" smtClean="0"/>
              <a:t>24</a:t>
            </a:fld>
            <a:endParaRPr lang="en-US"/>
          </a:p>
        </p:txBody>
      </p:sp>
    </p:spTree>
    <p:extLst>
      <p:ext uri="{BB962C8B-B14F-4D97-AF65-F5344CB8AC3E}">
        <p14:creationId xmlns:p14="http://schemas.microsoft.com/office/powerpoint/2010/main" val="12828951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B6065-04A2-CC39-2EF9-9A3E55F3F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4CC98-EDF0-01D5-25B6-0AD43DFBB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4F76D-F943-1D78-3710-123797E13067}"/>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88B1CCBC-681F-B37A-70F0-B7DDFD240F14}"/>
              </a:ext>
            </a:extLst>
          </p:cNvPr>
          <p:cNvSpPr>
            <a:spLocks noGrp="1"/>
          </p:cNvSpPr>
          <p:nvPr>
            <p:ph type="sldNum" sz="quarter" idx="5"/>
          </p:nvPr>
        </p:nvSpPr>
        <p:spPr/>
        <p:txBody>
          <a:bodyPr/>
          <a:lstStyle/>
          <a:p>
            <a:fld id="{84E17163-B04C-C34A-8000-FDF58C3633A6}" type="slidenum">
              <a:rPr lang="en-US" smtClean="0"/>
              <a:t>25</a:t>
            </a:fld>
            <a:endParaRPr lang="en-US"/>
          </a:p>
        </p:txBody>
      </p:sp>
    </p:spTree>
    <p:extLst>
      <p:ext uri="{BB962C8B-B14F-4D97-AF65-F5344CB8AC3E}">
        <p14:creationId xmlns:p14="http://schemas.microsoft.com/office/powerpoint/2010/main" val="2750611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sentation Title Slide">
    <p:spTree>
      <p:nvGrpSpPr>
        <p:cNvPr id="1" name=""/>
        <p:cNvGrpSpPr/>
        <p:nvPr/>
      </p:nvGrpSpPr>
      <p:grpSpPr>
        <a:xfrm>
          <a:off x="0" y="0"/>
          <a:ext cx="0" cy="0"/>
          <a:chOff x="0" y="0"/>
          <a:chExt cx="0" cy="0"/>
        </a:xfrm>
      </p:grpSpPr>
      <p:pic>
        <p:nvPicPr>
          <p:cNvPr id="13" name="Picture 12" descr="A blue and white background with a globe&#10;&#10;AI-generated content may be incorrect.">
            <a:extLst>
              <a:ext uri="{FF2B5EF4-FFF2-40B4-BE49-F238E27FC236}">
                <a16:creationId xmlns:a16="http://schemas.microsoft.com/office/drawing/2014/main" id="{C2FBC5EF-B400-1604-1A56-64E4D2A1068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9217240-6D8D-BAB6-E606-CF1E964FFA0F}"/>
              </a:ext>
            </a:extLst>
          </p:cNvPr>
          <p:cNvSpPr>
            <a:spLocks noGrp="1"/>
          </p:cNvSpPr>
          <p:nvPr>
            <p:ph type="ctrTitle" hasCustomPrompt="1"/>
          </p:nvPr>
        </p:nvSpPr>
        <p:spPr>
          <a:xfrm>
            <a:off x="1148614" y="2108392"/>
            <a:ext cx="6821103" cy="1320608"/>
          </a:xfrm>
          <a:prstGeom prst="rect">
            <a:avLst/>
          </a:prstGeom>
        </p:spPr>
        <p:txBody>
          <a:bodyPr anchor="t"/>
          <a:lstStyle>
            <a:lvl1pPr algn="l">
              <a:lnSpc>
                <a:spcPct val="100000"/>
              </a:lnSpc>
              <a:defRPr sz="4000"/>
            </a:lvl1pPr>
          </a:lstStyle>
          <a:p>
            <a:r>
              <a:rPr lang="en-US" dirty="0"/>
              <a:t>Presentation Title Goes Here</a:t>
            </a:r>
          </a:p>
        </p:txBody>
      </p:sp>
      <p:sp>
        <p:nvSpPr>
          <p:cNvPr id="3" name="Subtitle 2">
            <a:extLst>
              <a:ext uri="{FF2B5EF4-FFF2-40B4-BE49-F238E27FC236}">
                <a16:creationId xmlns:a16="http://schemas.microsoft.com/office/drawing/2014/main" id="{ECFD7E9D-2A17-6CCD-7A5A-D2BD5F2349D2}"/>
              </a:ext>
            </a:extLst>
          </p:cNvPr>
          <p:cNvSpPr>
            <a:spLocks noGrp="1"/>
          </p:cNvSpPr>
          <p:nvPr>
            <p:ph type="subTitle" idx="1" hasCustomPrompt="1"/>
          </p:nvPr>
        </p:nvSpPr>
        <p:spPr>
          <a:xfrm>
            <a:off x="1148615" y="3582787"/>
            <a:ext cx="6821103" cy="1320608"/>
          </a:xfrm>
          <a:prstGeom prst="rect">
            <a:avLst/>
          </a:prstGeom>
        </p:spPr>
        <p:txBody>
          <a:bodyPr/>
          <a:lstStyle>
            <a:lvl1pPr marL="0" indent="0" algn="l">
              <a:buNone/>
              <a:defRPr sz="2400">
                <a:solidFill>
                  <a:srgbClr val="00457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Presenter</a:t>
            </a:r>
          </a:p>
          <a:p>
            <a:r>
              <a:rPr lang="en-US" dirty="0"/>
              <a:t>Speaker</a:t>
            </a:r>
          </a:p>
          <a:p>
            <a:r>
              <a:rPr lang="en-US" dirty="0"/>
              <a:t>Date</a:t>
            </a:r>
          </a:p>
          <a:p>
            <a:endParaRPr lang="en-US" dirty="0"/>
          </a:p>
        </p:txBody>
      </p:sp>
      <p:sp>
        <p:nvSpPr>
          <p:cNvPr id="15" name="Footer Placeholder 14">
            <a:extLst>
              <a:ext uri="{FF2B5EF4-FFF2-40B4-BE49-F238E27FC236}">
                <a16:creationId xmlns:a16="http://schemas.microsoft.com/office/drawing/2014/main" id="{12D5EF5E-43E1-DB42-0C2F-B0521C6336B3}"/>
              </a:ext>
            </a:extLst>
          </p:cNvPr>
          <p:cNvSpPr>
            <a:spLocks noGrp="1"/>
          </p:cNvSpPr>
          <p:nvPr>
            <p:ph type="ftr" sz="quarter" idx="11"/>
          </p:nvPr>
        </p:nvSpPr>
        <p:spPr>
          <a:xfrm>
            <a:off x="838200" y="6361596"/>
            <a:ext cx="4114800" cy="365125"/>
          </a:xfrm>
          <a:prstGeom prst="rect">
            <a:avLst/>
          </a:prstGeom>
        </p:spPr>
        <p:txBody>
          <a:bodyPr/>
          <a:lstStyle>
            <a:lvl1pPr algn="l">
              <a:defRPr i="1">
                <a:solidFill>
                  <a:schemeClr val="bg1"/>
                </a:solidFill>
              </a:defRPr>
            </a:lvl1pPr>
          </a:lstStyle>
          <a:p>
            <a:endParaRPr lang="en-US" i="1" dirty="0"/>
          </a:p>
        </p:txBody>
      </p:sp>
      <p:sp>
        <p:nvSpPr>
          <p:cNvPr id="16" name="Slide Number Placeholder 15">
            <a:extLst>
              <a:ext uri="{FF2B5EF4-FFF2-40B4-BE49-F238E27FC236}">
                <a16:creationId xmlns:a16="http://schemas.microsoft.com/office/drawing/2014/main" id="{BD4F076E-B4F2-6BF9-90B3-1F3532F80EB5}"/>
              </a:ext>
            </a:extLst>
          </p:cNvPr>
          <p:cNvSpPr>
            <a:spLocks noGrp="1"/>
          </p:cNvSpPr>
          <p:nvPr>
            <p:ph type="sldNum" sz="quarter" idx="12"/>
          </p:nvPr>
        </p:nvSpPr>
        <p:spPr/>
        <p:txBody>
          <a:bodyPr/>
          <a:lstStyle/>
          <a:p>
            <a:fld id="{6EF534D5-8D4C-454A-B069-B706E4B30484}" type="slidenum">
              <a:rPr lang="en-US" smtClean="0"/>
              <a:t>‹#›</a:t>
            </a:fld>
            <a:endParaRPr lang="en-US"/>
          </a:p>
        </p:txBody>
      </p:sp>
    </p:spTree>
    <p:extLst>
      <p:ext uri="{BB962C8B-B14F-4D97-AF65-F5344CB8AC3E}">
        <p14:creationId xmlns:p14="http://schemas.microsoft.com/office/powerpoint/2010/main" val="14197814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66971" y="2275698"/>
            <a:ext cx="7563066" cy="3684588"/>
          </a:xfrm>
          <a:prstGeom prst="rect">
            <a:avLst/>
          </a:prstGeom>
        </p:spPr>
        <p:txBody>
          <a:bodyPr/>
          <a:lstStyle>
            <a:lvl1pPr>
              <a:buFont typeface="+mj-lt"/>
              <a:buAutoNum type="arabicPeriod"/>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 Item 1</a:t>
            </a:r>
          </a:p>
          <a:p>
            <a:pPr lvl="0"/>
            <a:r>
              <a:rPr lang="en-US" dirty="0"/>
              <a:t> Item 2</a:t>
            </a:r>
          </a:p>
          <a:p>
            <a:pPr lvl="0"/>
            <a:r>
              <a:rPr lang="en-US" dirty="0"/>
              <a:t> Item 3</a:t>
            </a:r>
          </a:p>
          <a:p>
            <a:pPr lvl="0"/>
            <a:r>
              <a:rPr lang="en-US" dirty="0"/>
              <a:t> Item 4 </a:t>
            </a:r>
          </a:p>
          <a:p>
            <a:pPr lvl="0"/>
            <a:r>
              <a:rPr lang="en-US" dirty="0"/>
              <a:t> And so on…</a:t>
            </a:r>
          </a:p>
          <a:p>
            <a:pPr lvl="0"/>
            <a:endParaRPr lang="en-US" dirty="0"/>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Agenda</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262158735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14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Speakers">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4795772" y="2512192"/>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7563066" cy="1325563"/>
          </a:xfrm>
          <a:prstGeom prst="rect">
            <a:avLst/>
          </a:prstGeom>
        </p:spPr>
        <p:txBody>
          <a:bodyPr/>
          <a:lstStyle>
            <a:lvl1pPr>
              <a:defRPr>
                <a:solidFill>
                  <a:schemeClr val="bg1"/>
                </a:solidFill>
              </a:defRPr>
            </a:lvl1pPr>
          </a:lstStyle>
          <a:p>
            <a:r>
              <a:rPr lang="en-US" dirty="0"/>
              <a:t>Speakers</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56349"/>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4" name="Content Placeholder 3">
            <a:extLst>
              <a:ext uri="{FF2B5EF4-FFF2-40B4-BE49-F238E27FC236}">
                <a16:creationId xmlns:a16="http://schemas.microsoft.com/office/drawing/2014/main" id="{9412F281-6AC3-BAFB-9EEA-A83912990FD2}"/>
              </a:ext>
            </a:extLst>
          </p:cNvPr>
          <p:cNvSpPr>
            <a:spLocks noGrp="1"/>
          </p:cNvSpPr>
          <p:nvPr>
            <p:ph sz="half" idx="11" hasCustomPrompt="1"/>
          </p:nvPr>
        </p:nvSpPr>
        <p:spPr>
          <a:xfrm>
            <a:off x="4795771" y="4301229"/>
            <a:ext cx="5186429"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9" name="Picture Placeholder 8">
            <a:extLst>
              <a:ext uri="{FF2B5EF4-FFF2-40B4-BE49-F238E27FC236}">
                <a16:creationId xmlns:a16="http://schemas.microsoft.com/office/drawing/2014/main" id="{818D8AFE-56C5-AE00-9C1C-FC04BBB20E05}"/>
              </a:ext>
            </a:extLst>
          </p:cNvPr>
          <p:cNvSpPr>
            <a:spLocks noGrp="1"/>
          </p:cNvSpPr>
          <p:nvPr>
            <p:ph type="pic" sz="quarter" idx="12"/>
          </p:nvPr>
        </p:nvSpPr>
        <p:spPr>
          <a:xfrm>
            <a:off x="2967038" y="2511425"/>
            <a:ext cx="1393825" cy="1325563"/>
          </a:xfrm>
        </p:spPr>
        <p:txBody>
          <a:bodyPr/>
          <a:lstStyle/>
          <a:p>
            <a:endParaRPr lang="en-US"/>
          </a:p>
        </p:txBody>
      </p:sp>
      <p:sp>
        <p:nvSpPr>
          <p:cNvPr id="11" name="Picture Placeholder 8">
            <a:extLst>
              <a:ext uri="{FF2B5EF4-FFF2-40B4-BE49-F238E27FC236}">
                <a16:creationId xmlns:a16="http://schemas.microsoft.com/office/drawing/2014/main" id="{2493FB5C-CA6E-1F10-D779-949C25DB52A6}"/>
              </a:ext>
            </a:extLst>
          </p:cNvPr>
          <p:cNvSpPr>
            <a:spLocks noGrp="1"/>
          </p:cNvSpPr>
          <p:nvPr>
            <p:ph type="pic" sz="quarter" idx="13"/>
          </p:nvPr>
        </p:nvSpPr>
        <p:spPr>
          <a:xfrm>
            <a:off x="2966971" y="4301229"/>
            <a:ext cx="1393825" cy="1325563"/>
          </a:xfrm>
        </p:spPr>
        <p:txBody>
          <a:bodyPr/>
          <a:lstStyle/>
          <a:p>
            <a:endParaRPr lang="en-US"/>
          </a:p>
        </p:txBody>
      </p:sp>
    </p:spTree>
    <p:extLst>
      <p:ext uri="{BB962C8B-B14F-4D97-AF65-F5344CB8AC3E}">
        <p14:creationId xmlns:p14="http://schemas.microsoft.com/office/powerpoint/2010/main" val="2583097928"/>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Speaker">
    <p:spTree>
      <p:nvGrpSpPr>
        <p:cNvPr id="1" name=""/>
        <p:cNvGrpSpPr/>
        <p:nvPr/>
      </p:nvGrpSpPr>
      <p:grpSpPr>
        <a:xfrm>
          <a:off x="0" y="0"/>
          <a:ext cx="0" cy="0"/>
          <a:chOff x="0" y="0"/>
          <a:chExt cx="0" cy="0"/>
        </a:xfrm>
      </p:grpSpPr>
      <p:pic>
        <p:nvPicPr>
          <p:cNvPr id="3" name="Picture 2" descr="A red background with a red center&#10;&#10;AI-generated content may be incorrect.">
            <a:extLst>
              <a:ext uri="{FF2B5EF4-FFF2-40B4-BE49-F238E27FC236}">
                <a16:creationId xmlns:a16="http://schemas.microsoft.com/office/drawing/2014/main" id="{5639F541-3125-265C-670E-0F6DEE5965F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66971" y="803992"/>
            <a:ext cx="8386828" cy="1325563"/>
          </a:xfrm>
          <a:prstGeom prst="rect">
            <a:avLst/>
          </a:prstGeom>
        </p:spPr>
        <p:txBody>
          <a:bodyPr/>
          <a:lstStyle>
            <a:lvl1pPr>
              <a:defRPr>
                <a:solidFill>
                  <a:schemeClr val="bg1"/>
                </a:solidFill>
              </a:defRPr>
            </a:lvl1pPr>
          </a:lstStyle>
          <a:p>
            <a:r>
              <a:rPr lang="en-US" dirty="0"/>
              <a:t>Speaker</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66971" y="6333780"/>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2" name="Content Placeholder 3">
            <a:extLst>
              <a:ext uri="{FF2B5EF4-FFF2-40B4-BE49-F238E27FC236}">
                <a16:creationId xmlns:a16="http://schemas.microsoft.com/office/drawing/2014/main" id="{68F3BF7C-3442-EA63-0BA3-94424B383B81}"/>
              </a:ext>
            </a:extLst>
          </p:cNvPr>
          <p:cNvSpPr>
            <a:spLocks noGrp="1"/>
          </p:cNvSpPr>
          <p:nvPr>
            <p:ph sz="half" idx="2" hasCustomPrompt="1"/>
          </p:nvPr>
        </p:nvSpPr>
        <p:spPr>
          <a:xfrm>
            <a:off x="2966971" y="4166260"/>
            <a:ext cx="2228115" cy="1325563"/>
          </a:xfrm>
          <a:prstGeom prst="rect">
            <a:avLst/>
          </a:prstGeom>
        </p:spPr>
        <p:txBody>
          <a:bodyPr/>
          <a:lstStyle>
            <a:lvl1pPr>
              <a:buFont typeface="+mj-lt"/>
              <a:buNone/>
              <a:defRPr sz="2400" b="0">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Name</a:t>
            </a:r>
          </a:p>
          <a:p>
            <a:pPr lvl="0"/>
            <a:r>
              <a:rPr lang="en-US" dirty="0"/>
              <a:t>Title</a:t>
            </a:r>
          </a:p>
          <a:p>
            <a:pPr lvl="0"/>
            <a:r>
              <a:rPr lang="en-US" dirty="0"/>
              <a:t>Company</a:t>
            </a:r>
          </a:p>
        </p:txBody>
      </p:sp>
      <p:sp>
        <p:nvSpPr>
          <p:cNvPr id="5" name="Picture Placeholder 8">
            <a:extLst>
              <a:ext uri="{FF2B5EF4-FFF2-40B4-BE49-F238E27FC236}">
                <a16:creationId xmlns:a16="http://schemas.microsoft.com/office/drawing/2014/main" id="{2DF14B12-531F-F184-EF30-316BF2ABC606}"/>
              </a:ext>
            </a:extLst>
          </p:cNvPr>
          <p:cNvSpPr>
            <a:spLocks noGrp="1"/>
          </p:cNvSpPr>
          <p:nvPr>
            <p:ph type="pic" sz="quarter" idx="12"/>
          </p:nvPr>
        </p:nvSpPr>
        <p:spPr>
          <a:xfrm>
            <a:off x="2967038" y="2511425"/>
            <a:ext cx="1393825" cy="1325563"/>
          </a:xfrm>
        </p:spPr>
        <p:txBody>
          <a:bodyPr/>
          <a:lstStyle/>
          <a:p>
            <a:endParaRPr lang="en-US"/>
          </a:p>
        </p:txBody>
      </p:sp>
      <p:sp>
        <p:nvSpPr>
          <p:cNvPr id="13" name="Text Placeholder 12">
            <a:extLst>
              <a:ext uri="{FF2B5EF4-FFF2-40B4-BE49-F238E27FC236}">
                <a16:creationId xmlns:a16="http://schemas.microsoft.com/office/drawing/2014/main" id="{E44A4820-7098-3F3E-76BF-BF095F2E3411}"/>
              </a:ext>
            </a:extLst>
          </p:cNvPr>
          <p:cNvSpPr>
            <a:spLocks noGrp="1"/>
          </p:cNvSpPr>
          <p:nvPr>
            <p:ph type="body" sz="quarter" idx="13"/>
          </p:nvPr>
        </p:nvSpPr>
        <p:spPr>
          <a:xfrm>
            <a:off x="5664200" y="2511425"/>
            <a:ext cx="5689600" cy="307181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448949"/>
      </p:ext>
    </p:extLst>
  </p:cSld>
  <p:clrMapOvr>
    <a:masterClrMapping/>
  </p:clrMapOvr>
  <p:extLst>
    <p:ext uri="{DCECCB84-F9BA-43D5-87BE-67443E8EF086}">
      <p15:sldGuideLst xmlns:p15="http://schemas.microsoft.com/office/powerpoint/2012/main">
        <p15:guide id="1" orient="horz" pos="2160">
          <p15:clr>
            <a:srgbClr val="FBAE40"/>
          </p15:clr>
        </p15:guide>
        <p15:guide id="2" pos="1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1" name="Picture 20" descr="A blue and white gradient&#10;&#10;AI-generated content may be incorrect.">
            <a:extLst>
              <a:ext uri="{FF2B5EF4-FFF2-40B4-BE49-F238E27FC236}">
                <a16:creationId xmlns:a16="http://schemas.microsoft.com/office/drawing/2014/main" id="{6C7456C4-4C8D-AEF7-56CD-3BA719DEB68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0" name="Content Placeholder 3">
            <a:extLst>
              <a:ext uri="{FF2B5EF4-FFF2-40B4-BE49-F238E27FC236}">
                <a16:creationId xmlns:a16="http://schemas.microsoft.com/office/drawing/2014/main" id="{A1103D5F-5199-8263-71CF-BD31DF7FA9AB}"/>
              </a:ext>
            </a:extLst>
          </p:cNvPr>
          <p:cNvSpPr>
            <a:spLocks noGrp="1"/>
          </p:cNvSpPr>
          <p:nvPr>
            <p:ph sz="half" idx="2" hasCustomPrompt="1"/>
          </p:nvPr>
        </p:nvSpPr>
        <p:spPr>
          <a:xfrm>
            <a:off x="2910327" y="3950749"/>
            <a:ext cx="7563066" cy="596975"/>
          </a:xfrm>
          <a:prstGeom prst="rect">
            <a:avLst/>
          </a:prstGeom>
        </p:spPr>
        <p:txBody>
          <a:bodyPr/>
          <a:lstStyle>
            <a:lvl1pPr>
              <a:buFont typeface="+mj-lt"/>
              <a:buNone/>
              <a:defRPr>
                <a:solidFill>
                  <a:schemeClr val="bg1"/>
                </a:solidFill>
              </a:defRPr>
            </a:lvl1pPr>
            <a:lvl2pPr>
              <a:buFont typeface="+mj-lt"/>
              <a:buNone/>
              <a:defRPr/>
            </a:lvl2pPr>
            <a:lvl3pPr>
              <a:buFont typeface="+mj-lt"/>
              <a:buAutoNum type="arabicParenR"/>
              <a:defRPr/>
            </a:lvl3pPr>
            <a:lvl4pPr>
              <a:buFont typeface="+mj-lt"/>
              <a:buAutoNum type="arabicParenR"/>
              <a:defRPr/>
            </a:lvl4pPr>
            <a:lvl5pPr>
              <a:buFont typeface="+mj-lt"/>
              <a:buAutoNum type="arabicParenR"/>
              <a:defRPr/>
            </a:lvl5pPr>
          </a:lstStyle>
          <a:p>
            <a:pPr lvl="0"/>
            <a:r>
              <a:rPr lang="en-US" dirty="0"/>
              <a:t>Subtitle</a:t>
            </a:r>
          </a:p>
        </p:txBody>
      </p:sp>
      <p:sp>
        <p:nvSpPr>
          <p:cNvPr id="17" name="Title 16">
            <a:extLst>
              <a:ext uri="{FF2B5EF4-FFF2-40B4-BE49-F238E27FC236}">
                <a16:creationId xmlns:a16="http://schemas.microsoft.com/office/drawing/2014/main" id="{9AA59FDE-8FBD-86AD-10FC-B3E05B6455A0}"/>
              </a:ext>
            </a:extLst>
          </p:cNvPr>
          <p:cNvSpPr>
            <a:spLocks noGrp="1"/>
          </p:cNvSpPr>
          <p:nvPr>
            <p:ph type="title" hasCustomPrompt="1"/>
          </p:nvPr>
        </p:nvSpPr>
        <p:spPr>
          <a:xfrm>
            <a:off x="2910327" y="2479043"/>
            <a:ext cx="7563066" cy="1325563"/>
          </a:xfrm>
          <a:prstGeom prst="rect">
            <a:avLst/>
          </a:prstGeom>
        </p:spPr>
        <p:txBody>
          <a:bodyPr/>
          <a:lstStyle>
            <a:lvl1pPr>
              <a:defRPr>
                <a:solidFill>
                  <a:schemeClr val="bg1"/>
                </a:solidFill>
              </a:defRPr>
            </a:lvl1pPr>
          </a:lstStyle>
          <a:p>
            <a:r>
              <a:rPr lang="en-US" dirty="0"/>
              <a:t>Section Title</a:t>
            </a:r>
          </a:p>
        </p:txBody>
      </p:sp>
      <p:sp>
        <p:nvSpPr>
          <p:cNvPr id="23" name="Footer Placeholder 10">
            <a:extLst>
              <a:ext uri="{FF2B5EF4-FFF2-40B4-BE49-F238E27FC236}">
                <a16:creationId xmlns:a16="http://schemas.microsoft.com/office/drawing/2014/main" id="{FA3C42D0-2EDB-C21F-F17E-F114220767D9}"/>
              </a:ext>
            </a:extLst>
          </p:cNvPr>
          <p:cNvSpPr>
            <a:spLocks noGrp="1"/>
          </p:cNvSpPr>
          <p:nvPr>
            <p:ph type="ftr" sz="quarter" idx="3"/>
          </p:nvPr>
        </p:nvSpPr>
        <p:spPr>
          <a:xfrm>
            <a:off x="2910327" y="6348873"/>
            <a:ext cx="4114800" cy="365125"/>
          </a:xfrm>
          <a:prstGeom prst="rect">
            <a:avLst/>
          </a:prstGeom>
        </p:spPr>
        <p:txBody>
          <a:bodyPr vert="horz" lIns="91440" tIns="45720" rIns="91440" bIns="45720" rtlCol="0" anchor="ctr"/>
          <a:lstStyle>
            <a:lvl1pPr algn="l">
              <a:defRPr sz="1200" i="1">
                <a:solidFill>
                  <a:schemeClr val="bg1"/>
                </a:solidFill>
              </a:defRPr>
            </a:lvl1pPr>
          </a:lstStyle>
          <a:p>
            <a:endParaRPr lang="en-US" i="1" dirty="0"/>
          </a:p>
        </p:txBody>
      </p:sp>
      <p:sp>
        <p:nvSpPr>
          <p:cNvPr id="24" name="Slide Number Placeholder 11">
            <a:extLst>
              <a:ext uri="{FF2B5EF4-FFF2-40B4-BE49-F238E27FC236}">
                <a16:creationId xmlns:a16="http://schemas.microsoft.com/office/drawing/2014/main" id="{0EA747C5-771B-E414-6F28-F4CB9008AD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Tree>
    <p:extLst>
      <p:ext uri="{BB962C8B-B14F-4D97-AF65-F5344CB8AC3E}">
        <p14:creationId xmlns:p14="http://schemas.microsoft.com/office/powerpoint/2010/main" val="3408564014"/>
      </p:ext>
    </p:extLst>
  </p:cSld>
  <p:clrMapOvr>
    <a:masterClrMapping/>
  </p:clrMapOvr>
  <p:extLst>
    <p:ext uri="{DCECCB84-F9BA-43D5-87BE-67443E8EF086}">
      <p15:sldGuideLst xmlns:p15="http://schemas.microsoft.com/office/powerpoint/2012/main">
        <p15:guide id="1" orient="horz" pos="2160">
          <p15:clr>
            <a:srgbClr val="FBAE40"/>
          </p15:clr>
        </p15:guide>
        <p15:guide id="2" pos="182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FCC1A-5DF7-A930-6849-7A546E67F0FD}"/>
              </a:ext>
            </a:extLst>
          </p:cNvPr>
          <p:cNvSpPr>
            <a:spLocks noGrp="1"/>
          </p:cNvSpPr>
          <p:nvPr>
            <p:ph idx="1"/>
          </p:nvPr>
        </p:nvSpPr>
        <p:spPr>
          <a:xfrm>
            <a:off x="279936" y="1799234"/>
            <a:ext cx="11645364"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3">
            <a:extLst>
              <a:ext uri="{FF2B5EF4-FFF2-40B4-BE49-F238E27FC236}">
                <a16:creationId xmlns:a16="http://schemas.microsoft.com/office/drawing/2014/main" id="{2869725B-1B74-D955-6596-2D3F8D6BA8E8}"/>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
        <p:nvSpPr>
          <p:cNvPr id="10" name="Slide Number Placeholder 4">
            <a:extLst>
              <a:ext uri="{FF2B5EF4-FFF2-40B4-BE49-F238E27FC236}">
                <a16:creationId xmlns:a16="http://schemas.microsoft.com/office/drawing/2014/main" id="{E20B0336-3DDF-83F4-9567-29E4D6C7046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pic>
        <p:nvPicPr>
          <p:cNvPr id="11" name="Picture 10" descr="A blue and red text with yellow and red dots&#10;&#10;AI-generated content may be incorrect.">
            <a:extLst>
              <a:ext uri="{FF2B5EF4-FFF2-40B4-BE49-F238E27FC236}">
                <a16:creationId xmlns:a16="http://schemas.microsoft.com/office/drawing/2014/main" id="{6EA2403E-F3D8-6063-18C7-40E2C7BF79E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2" name="Title 1">
            <a:extLst>
              <a:ext uri="{FF2B5EF4-FFF2-40B4-BE49-F238E27FC236}">
                <a16:creationId xmlns:a16="http://schemas.microsoft.com/office/drawing/2014/main" id="{CE30BA52-2705-444C-FB2D-C719442891AC}"/>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Tree>
    <p:extLst>
      <p:ext uri="{BB962C8B-B14F-4D97-AF65-F5344CB8AC3E}">
        <p14:creationId xmlns:p14="http://schemas.microsoft.com/office/powerpoint/2010/main" val="1677892622"/>
      </p:ext>
    </p:extLst>
  </p:cSld>
  <p:clrMapOvr>
    <a:masterClrMapping/>
  </p:clrMapOvr>
  <p:extLst>
    <p:ext uri="{DCECCB84-F9BA-43D5-87BE-67443E8EF086}">
      <p15:sldGuideLst xmlns:p15="http://schemas.microsoft.com/office/powerpoint/2012/main">
        <p15:guide id="1" orient="horz" pos="192" userDrawn="1">
          <p15:clr>
            <a:srgbClr val="FBAE40"/>
          </p15:clr>
        </p15:guide>
        <p15:guide id="2" pos="16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Slide">
    <p:spTree>
      <p:nvGrpSpPr>
        <p:cNvPr id="1" name=""/>
        <p:cNvGrpSpPr/>
        <p:nvPr/>
      </p:nvGrpSpPr>
      <p:grpSpPr>
        <a:xfrm>
          <a:off x="0" y="0"/>
          <a:ext cx="0" cy="0"/>
          <a:chOff x="0" y="0"/>
          <a:chExt cx="0" cy="0"/>
        </a:xfrm>
      </p:grpSpPr>
      <p:pic>
        <p:nvPicPr>
          <p:cNvPr id="7" name="Picture 6" descr="A blue and red text with yellow and red dots&#10;&#10;AI-generated content may be incorrect.">
            <a:extLst>
              <a:ext uri="{FF2B5EF4-FFF2-40B4-BE49-F238E27FC236}">
                <a16:creationId xmlns:a16="http://schemas.microsoft.com/office/drawing/2014/main" id="{8DBDCD31-8177-F4B4-7180-2A5028012C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0" name="Slide Number Placeholder 4">
            <a:extLst>
              <a:ext uri="{FF2B5EF4-FFF2-40B4-BE49-F238E27FC236}">
                <a16:creationId xmlns:a16="http://schemas.microsoft.com/office/drawing/2014/main" id="{7EF4794E-643B-D762-E374-E3DA6D152BCA}"/>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1" name="Title 1">
            <a:extLst>
              <a:ext uri="{FF2B5EF4-FFF2-40B4-BE49-F238E27FC236}">
                <a16:creationId xmlns:a16="http://schemas.microsoft.com/office/drawing/2014/main" id="{7D3D0F8B-9263-7916-6CDA-26E74A7F5548}"/>
              </a:ext>
            </a:extLst>
          </p:cNvPr>
          <p:cNvSpPr>
            <a:spLocks noGrp="1"/>
          </p:cNvSpPr>
          <p:nvPr>
            <p:ph type="title"/>
          </p:nvPr>
        </p:nvSpPr>
        <p:spPr>
          <a:xfrm>
            <a:off x="279933" y="320676"/>
            <a:ext cx="11645363" cy="1228992"/>
          </a:xfrm>
          <a:prstGeom prst="rect">
            <a:avLst/>
          </a:prstGeom>
        </p:spPr>
        <p:txBody>
          <a:bodyPr/>
          <a:lstStyle/>
          <a:p>
            <a:r>
              <a:rPr lang="en-US" dirty="0"/>
              <a:t>Click to edit Master title style</a:t>
            </a:r>
          </a:p>
        </p:txBody>
      </p:sp>
      <p:sp>
        <p:nvSpPr>
          <p:cNvPr id="2" name="Footer Placeholder 3">
            <a:extLst>
              <a:ext uri="{FF2B5EF4-FFF2-40B4-BE49-F238E27FC236}">
                <a16:creationId xmlns:a16="http://schemas.microsoft.com/office/drawing/2014/main" id="{AFD9F8EC-3AB0-7D95-7CFE-61AFB818F94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253770254"/>
      </p:ext>
    </p:extLst>
  </p:cSld>
  <p:clrMapOvr>
    <a:masterClrMapping/>
  </p:clrMapOvr>
  <p:extLst>
    <p:ext uri="{DCECCB84-F9BA-43D5-87BE-67443E8EF086}">
      <p15:sldGuideLst xmlns:p15="http://schemas.microsoft.com/office/powerpoint/2012/main">
        <p15:guide id="1" orient="horz" pos="216" userDrawn="1">
          <p15:clr>
            <a:srgbClr val="FBAE40"/>
          </p15:clr>
        </p15:guide>
        <p15:guide id="2" pos="16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or Statistic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2065" y="0"/>
            <a:ext cx="12192000" cy="6858000"/>
          </a:xfrm>
          <a:prstGeom prst="rect">
            <a:avLst/>
          </a:prstGeom>
        </p:spPr>
      </p:pic>
      <p:sp>
        <p:nvSpPr>
          <p:cNvPr id="7" name="Content Placeholder 5">
            <a:extLst>
              <a:ext uri="{FF2B5EF4-FFF2-40B4-BE49-F238E27FC236}">
                <a16:creationId xmlns:a16="http://schemas.microsoft.com/office/drawing/2014/main" id="{44576C47-7F4F-6574-6FB4-7F376CC64D7E}"/>
              </a:ext>
            </a:extLst>
          </p:cNvPr>
          <p:cNvSpPr>
            <a:spLocks noGrp="1"/>
          </p:cNvSpPr>
          <p:nvPr>
            <p:ph sz="quarter" idx="4" hasCustomPrompt="1"/>
          </p:nvPr>
        </p:nvSpPr>
        <p:spPr>
          <a:xfrm>
            <a:off x="8681987" y="1315403"/>
            <a:ext cx="3266991" cy="4662504"/>
          </a:xfrm>
          <a:prstGeom prst="rect">
            <a:avLst/>
          </a:prstGeom>
        </p:spPr>
        <p:txBody>
          <a:bodyPr/>
          <a:lstStyle>
            <a:lvl1pPr marL="0" marR="0" indent="0" algn="l" defTabSz="914400" rtl="0" eaLnBrk="1" fontAlgn="auto" latinLnBrk="0" hangingPunct="0">
              <a:lnSpc>
                <a:spcPct val="100000"/>
              </a:lnSpc>
              <a:spcBef>
                <a:spcPts val="100"/>
              </a:spcBef>
              <a:spcAft>
                <a:spcPts val="100"/>
              </a:spcAft>
              <a:buClrTx/>
              <a:buSzTx/>
              <a:buFont typeface="Arial" panose="020B0604020202020204" pitchFamily="34" charset="0"/>
              <a:buNone/>
              <a:tabLst/>
              <a:defRPr i="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“You can feature a nice and inspiring quote or statistics in this space if you would like…”</a:t>
            </a: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4" name="Footer Placeholder 2">
            <a:extLst>
              <a:ext uri="{FF2B5EF4-FFF2-40B4-BE49-F238E27FC236}">
                <a16:creationId xmlns:a16="http://schemas.microsoft.com/office/drawing/2014/main" id="{66B4C33E-7A8E-E5C4-167A-CA1C2B9C0A60}"/>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5" name="Slide Number Placeholder 5">
            <a:extLst>
              <a:ext uri="{FF2B5EF4-FFF2-40B4-BE49-F238E27FC236}">
                <a16:creationId xmlns:a16="http://schemas.microsoft.com/office/drawing/2014/main" id="{0AFD1765-9E8D-FC70-5C39-DB845D900184}"/>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1836555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Feature">
    <p:spTree>
      <p:nvGrpSpPr>
        <p:cNvPr id="1" name=""/>
        <p:cNvGrpSpPr/>
        <p:nvPr/>
      </p:nvGrpSpPr>
      <p:grpSpPr>
        <a:xfrm>
          <a:off x="0" y="0"/>
          <a:ext cx="0" cy="0"/>
          <a:chOff x="0" y="0"/>
          <a:chExt cx="0" cy="0"/>
        </a:xfrm>
      </p:grpSpPr>
      <p:pic>
        <p:nvPicPr>
          <p:cNvPr id="15" name="Picture 14" descr="A blue and white background&#10;&#10;AI-generated content may be incorrect.">
            <a:extLst>
              <a:ext uri="{FF2B5EF4-FFF2-40B4-BE49-F238E27FC236}">
                <a16:creationId xmlns:a16="http://schemas.microsoft.com/office/drawing/2014/main" id="{9A7E88F2-E8A2-2BE2-EF88-DAF3C1F5A3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Footer Placeholder 2">
            <a:extLst>
              <a:ext uri="{FF2B5EF4-FFF2-40B4-BE49-F238E27FC236}">
                <a16:creationId xmlns:a16="http://schemas.microsoft.com/office/drawing/2014/main" id="{C13D5925-39D2-47E8-345C-E48E3A7E35FF}"/>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8" name="Slide Number Placeholder 5">
            <a:extLst>
              <a:ext uri="{FF2B5EF4-FFF2-40B4-BE49-F238E27FC236}">
                <a16:creationId xmlns:a16="http://schemas.microsoft.com/office/drawing/2014/main" id="{7511C9DF-673F-05CF-A5DC-2104A574A067}"/>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
        <p:nvSpPr>
          <p:cNvPr id="10" name="Content Placeholder 3">
            <a:extLst>
              <a:ext uri="{FF2B5EF4-FFF2-40B4-BE49-F238E27FC236}">
                <a16:creationId xmlns:a16="http://schemas.microsoft.com/office/drawing/2014/main" id="{7CD0C473-A3AB-39BC-66FD-E95103943C6E}"/>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9">
            <a:extLst>
              <a:ext uri="{FF2B5EF4-FFF2-40B4-BE49-F238E27FC236}">
                <a16:creationId xmlns:a16="http://schemas.microsoft.com/office/drawing/2014/main" id="{43A07AF8-50C4-4CF9-32CD-C95AAFA08F1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5" name="Picture Placeholder 4">
            <a:extLst>
              <a:ext uri="{FF2B5EF4-FFF2-40B4-BE49-F238E27FC236}">
                <a16:creationId xmlns:a16="http://schemas.microsoft.com/office/drawing/2014/main" id="{D4113DDB-3255-02FC-E509-96CDE798EC81}"/>
              </a:ext>
            </a:extLst>
          </p:cNvPr>
          <p:cNvSpPr>
            <a:spLocks noGrp="1"/>
          </p:cNvSpPr>
          <p:nvPr>
            <p:ph type="pic" sz="quarter" idx="13"/>
          </p:nvPr>
        </p:nvSpPr>
        <p:spPr>
          <a:xfrm>
            <a:off x="8604250" y="1096963"/>
            <a:ext cx="3311525" cy="4813300"/>
          </a:xfrm>
        </p:spPr>
        <p:txBody>
          <a:bodyPr/>
          <a:lstStyle/>
          <a:p>
            <a:endParaRPr lang="en-US"/>
          </a:p>
        </p:txBody>
      </p:sp>
    </p:spTree>
    <p:extLst>
      <p:ext uri="{BB962C8B-B14F-4D97-AF65-F5344CB8AC3E}">
        <p14:creationId xmlns:p14="http://schemas.microsoft.com/office/powerpoint/2010/main" val="11740180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turn of the Spher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EC8A8771-E308-C3DB-812B-38FE4E9C6D1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Content Placeholder 3">
            <a:extLst>
              <a:ext uri="{FF2B5EF4-FFF2-40B4-BE49-F238E27FC236}">
                <a16:creationId xmlns:a16="http://schemas.microsoft.com/office/drawing/2014/main" id="{3ADC155B-BFE6-EC36-8F97-D0C26E336F28}"/>
              </a:ext>
            </a:extLst>
          </p:cNvPr>
          <p:cNvSpPr>
            <a:spLocks noGrp="1"/>
          </p:cNvSpPr>
          <p:nvPr>
            <p:ph sz="half" idx="2"/>
          </p:nvPr>
        </p:nvSpPr>
        <p:spPr>
          <a:xfrm>
            <a:off x="243022" y="2293319"/>
            <a:ext cx="7563066"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9">
            <a:extLst>
              <a:ext uri="{FF2B5EF4-FFF2-40B4-BE49-F238E27FC236}">
                <a16:creationId xmlns:a16="http://schemas.microsoft.com/office/drawing/2014/main" id="{D91AAB94-0B78-0232-8B57-D94C9E6B5956}"/>
              </a:ext>
            </a:extLst>
          </p:cNvPr>
          <p:cNvSpPr>
            <a:spLocks noGrp="1"/>
          </p:cNvSpPr>
          <p:nvPr>
            <p:ph type="title"/>
          </p:nvPr>
        </p:nvSpPr>
        <p:spPr>
          <a:xfrm>
            <a:off x="243022" y="1189832"/>
            <a:ext cx="7563066" cy="1103487"/>
          </a:xfrm>
          <a:prstGeom prst="rect">
            <a:avLst/>
          </a:prstGeom>
        </p:spPr>
        <p:txBody>
          <a:bodyPr/>
          <a:lstStyle/>
          <a:p>
            <a:r>
              <a:rPr lang="en-US" dirty="0"/>
              <a:t>Click to edit Master title style</a:t>
            </a:r>
          </a:p>
        </p:txBody>
      </p:sp>
      <p:sp>
        <p:nvSpPr>
          <p:cNvPr id="2" name="Footer Placeholder 2">
            <a:extLst>
              <a:ext uri="{FF2B5EF4-FFF2-40B4-BE49-F238E27FC236}">
                <a16:creationId xmlns:a16="http://schemas.microsoft.com/office/drawing/2014/main" id="{1AE12C0F-399C-7372-8483-682664EEB07E}"/>
              </a:ext>
            </a:extLst>
          </p:cNvPr>
          <p:cNvSpPr>
            <a:spLocks noGrp="1"/>
          </p:cNvSpPr>
          <p:nvPr>
            <p:ph type="ftr" sz="quarter" idx="11"/>
          </p:nvPr>
        </p:nvSpPr>
        <p:spPr>
          <a:xfrm>
            <a:off x="243022" y="6356348"/>
            <a:ext cx="4114800" cy="365125"/>
          </a:xfrm>
          <a:prstGeom prst="rect">
            <a:avLst/>
          </a:prstGeom>
        </p:spPr>
        <p:txBody>
          <a:bodyPr/>
          <a:lstStyle>
            <a:lvl1pPr algn="l">
              <a:defRPr/>
            </a:lvl1pPr>
          </a:lstStyle>
          <a:p>
            <a:pPr algn="l"/>
            <a:endParaRPr lang="en-US" dirty="0"/>
          </a:p>
        </p:txBody>
      </p:sp>
      <p:sp>
        <p:nvSpPr>
          <p:cNvPr id="3" name="Slide Number Placeholder 5">
            <a:extLst>
              <a:ext uri="{FF2B5EF4-FFF2-40B4-BE49-F238E27FC236}">
                <a16:creationId xmlns:a16="http://schemas.microsoft.com/office/drawing/2014/main" id="{E69F91C2-043E-6F4E-DB7A-0B1F50A618BC}"/>
              </a:ext>
            </a:extLst>
          </p:cNvPr>
          <p:cNvSpPr>
            <a:spLocks noGrp="1"/>
          </p:cNvSpPr>
          <p:nvPr>
            <p:ph type="sldNum" sz="quarter" idx="12"/>
          </p:nvPr>
        </p:nvSpPr>
        <p:spPr>
          <a:xfrm>
            <a:off x="9265118" y="6356349"/>
            <a:ext cx="2743200" cy="365125"/>
          </a:xfrm>
          <a:prstGeom prst="rect">
            <a:avLst/>
          </a:prstGeom>
        </p:spPr>
        <p:txBody>
          <a:bodyPr/>
          <a:lstStyle>
            <a:lvl1pPr>
              <a:defRPr>
                <a:solidFill>
                  <a:schemeClr val="bg1"/>
                </a:solidFill>
              </a:defRPr>
            </a:lvl1pPr>
          </a:lstStyle>
          <a:p>
            <a:fld id="{D2746BFC-6E2B-CA4A-A7A0-4EBE4172E873}" type="slidenum">
              <a:rPr lang="en-US" smtClean="0"/>
              <a:pPr/>
              <a:t>‹#›</a:t>
            </a:fld>
            <a:endParaRPr lang="en-US" dirty="0">
              <a:solidFill>
                <a:schemeClr val="bg1"/>
              </a:solidFill>
            </a:endParaRPr>
          </a:p>
        </p:txBody>
      </p:sp>
    </p:spTree>
    <p:extLst>
      <p:ext uri="{BB962C8B-B14F-4D97-AF65-F5344CB8AC3E}">
        <p14:creationId xmlns:p14="http://schemas.microsoft.com/office/powerpoint/2010/main" val="4071830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13C07-02D9-682B-DA54-C24100740FF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3B5E8D-7C96-5EA5-736A-B3907B265B26}"/>
              </a:ext>
            </a:extLst>
          </p:cNvPr>
          <p:cNvSpPr>
            <a:spLocks noGrp="1"/>
          </p:cNvSpPr>
          <p:nvPr>
            <p:ph idx="1"/>
          </p:nvPr>
        </p:nvSpPr>
        <p:spPr>
          <a:xfrm>
            <a:off x="5183188" y="987425"/>
            <a:ext cx="6172200" cy="4873625"/>
          </a:xfrm>
          <a:prstGeom prst="rect">
            <a:avLst/>
          </a:prstGeom>
        </p:spPr>
        <p:txBody>
          <a:bodyPr/>
          <a:lstStyle>
            <a:lvl1pPr>
              <a:defRPr sz="3200">
                <a:solidFill>
                  <a:schemeClr val="accent1"/>
                </a:solidFill>
              </a:defRPr>
            </a:lvl1pPr>
            <a:lvl2pPr>
              <a:defRPr sz="2800">
                <a:solidFill>
                  <a:schemeClr val="accent1"/>
                </a:solidFill>
              </a:defRPr>
            </a:lvl2pPr>
            <a:lvl3pPr>
              <a:defRPr sz="2400">
                <a:solidFill>
                  <a:schemeClr val="accent1"/>
                </a:solidFill>
              </a:defRPr>
            </a:lvl3pPr>
            <a:lvl4pPr>
              <a:defRPr sz="2000">
                <a:solidFill>
                  <a:schemeClr val="accent1"/>
                </a:solidFill>
              </a:defRPr>
            </a:lvl4pPr>
            <a:lvl5pPr>
              <a:defRPr sz="2000">
                <a:solidFill>
                  <a:schemeClr val="accent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A55BBA1B-57AB-6A64-19FC-68C92C31042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8AA0511C-4248-99C9-5CFB-DFFE0D4BDA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9B852E8B-C245-4996-A29C-129B3F04679E}"/>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69026574-F720-8C59-1DE8-B7A0D221516F}"/>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55080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772BE2-491D-553F-DA82-81193F8F8E3E}"/>
              </a:ext>
            </a:extLst>
          </p:cNvPr>
          <p:cNvSpPr>
            <a:spLocks noGrp="1"/>
          </p:cNvSpPr>
          <p:nvPr>
            <p:ph sz="half" idx="1"/>
          </p:nvPr>
        </p:nvSpPr>
        <p:spPr>
          <a:xfrm>
            <a:off x="626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CFA765-13B5-6AA3-240E-2C0B331ADD73}"/>
              </a:ext>
            </a:extLst>
          </p:cNvPr>
          <p:cNvSpPr>
            <a:spLocks noGrp="1"/>
          </p:cNvSpPr>
          <p:nvPr>
            <p:ph sz="half" idx="2"/>
          </p:nvPr>
        </p:nvSpPr>
        <p:spPr>
          <a:xfrm>
            <a:off x="5960445" y="1459865"/>
            <a:ext cx="5181600" cy="435133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blue and red text with yellow and red dots&#10;&#10;AI-generated content may be incorrect.">
            <a:extLst>
              <a:ext uri="{FF2B5EF4-FFF2-40B4-BE49-F238E27FC236}">
                <a16:creationId xmlns:a16="http://schemas.microsoft.com/office/drawing/2014/main" id="{F61A6E8A-FF64-5587-BC5B-69D0CCCA7EF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5" name="Slide Number Placeholder 4">
            <a:extLst>
              <a:ext uri="{FF2B5EF4-FFF2-40B4-BE49-F238E27FC236}">
                <a16:creationId xmlns:a16="http://schemas.microsoft.com/office/drawing/2014/main" id="{84B2095C-D405-F7F2-4D5D-3A0066657CDB}"/>
              </a:ext>
            </a:extLst>
          </p:cNvPr>
          <p:cNvSpPr>
            <a:spLocks noGrp="1"/>
          </p:cNvSpPr>
          <p:nvPr>
            <p:ph type="sldNum" sz="quarter" idx="12"/>
          </p:nvPr>
        </p:nvSpPr>
        <p:spPr>
          <a:xfrm>
            <a:off x="9183300" y="6242935"/>
            <a:ext cx="2743200" cy="365125"/>
          </a:xfrm>
          <a:prstGeom prst="rect">
            <a:avLst/>
          </a:prstGeom>
        </p:spPr>
        <p:txBody>
          <a:bodyPr/>
          <a:lstStyle>
            <a:lvl1pPr>
              <a:defRPr>
                <a:solidFill>
                  <a:srgbClr val="797979"/>
                </a:solidFill>
              </a:defRPr>
            </a:lvl1pPr>
          </a:lstStyle>
          <a:p>
            <a:fld id="{D2746BFC-6E2B-CA4A-A7A0-4EBE4172E873}" type="slidenum">
              <a:rPr lang="en-US" smtClean="0"/>
              <a:pPr/>
              <a:t>‹#›</a:t>
            </a:fld>
            <a:endParaRPr lang="en-US" dirty="0"/>
          </a:p>
        </p:txBody>
      </p:sp>
      <p:sp>
        <p:nvSpPr>
          <p:cNvPr id="21" name="Title 1">
            <a:extLst>
              <a:ext uri="{FF2B5EF4-FFF2-40B4-BE49-F238E27FC236}">
                <a16:creationId xmlns:a16="http://schemas.microsoft.com/office/drawing/2014/main" id="{486F4B17-2CD2-8076-DBF3-A60C18435DCC}"/>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3CF36DFC-4F88-87D6-C11C-A197423D1ACA}"/>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35160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70FF3D-4546-E9FC-9A88-A966F1503E42}"/>
              </a:ext>
            </a:extLst>
          </p:cNvPr>
          <p:cNvSpPr>
            <a:spLocks noGrp="1"/>
          </p:cNvSpPr>
          <p:nvPr>
            <p:ph type="body" idx="1"/>
          </p:nvPr>
        </p:nvSpPr>
        <p:spPr>
          <a:xfrm>
            <a:off x="839788" y="1681163"/>
            <a:ext cx="5157787"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2A83288-8CB8-085E-205A-60EBC51F8DAD}"/>
              </a:ext>
            </a:extLst>
          </p:cNvPr>
          <p:cNvSpPr>
            <a:spLocks noGrp="1"/>
          </p:cNvSpPr>
          <p:nvPr>
            <p:ph sz="half" idx="2"/>
          </p:nvPr>
        </p:nvSpPr>
        <p:spPr>
          <a:xfrm>
            <a:off x="839788" y="2505075"/>
            <a:ext cx="5157787"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9DC2C2-57C8-0478-CA69-3803494CEEB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1A1CF18-CBF2-3A58-4561-1CC0CF41423D}"/>
              </a:ext>
            </a:extLst>
          </p:cNvPr>
          <p:cNvSpPr>
            <a:spLocks noGrp="1"/>
          </p:cNvSpPr>
          <p:nvPr>
            <p:ph sz="quarter" idx="4"/>
          </p:nvPr>
        </p:nvSpPr>
        <p:spPr>
          <a:xfrm>
            <a:off x="6172200" y="2505075"/>
            <a:ext cx="5183188" cy="3684588"/>
          </a:xfrm>
          <a:prstGeom prst="rect">
            <a:avLst/>
          </a:prstGeo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ue and red text with yellow and red dots&#10;&#10;AI-generated content may be incorrect.">
            <a:extLst>
              <a:ext uri="{FF2B5EF4-FFF2-40B4-BE49-F238E27FC236}">
                <a16:creationId xmlns:a16="http://schemas.microsoft.com/office/drawing/2014/main" id="{C78D3749-04B0-311C-AB03-4321BE0D384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3" name="Slide Number Placeholder 4">
            <a:extLst>
              <a:ext uri="{FF2B5EF4-FFF2-40B4-BE49-F238E27FC236}">
                <a16:creationId xmlns:a16="http://schemas.microsoft.com/office/drawing/2014/main" id="{D4B213BF-E315-7294-72E9-A28C977A53A8}"/>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14" name="Title 1">
            <a:extLst>
              <a:ext uri="{FF2B5EF4-FFF2-40B4-BE49-F238E27FC236}">
                <a16:creationId xmlns:a16="http://schemas.microsoft.com/office/drawing/2014/main" id="{D73ECA1E-F35B-3525-88FB-2EC89F0524E2}"/>
              </a:ext>
            </a:extLst>
          </p:cNvPr>
          <p:cNvSpPr>
            <a:spLocks noGrp="1"/>
          </p:cNvSpPr>
          <p:nvPr>
            <p:ph type="title" hasCustomPrompt="1"/>
          </p:nvPr>
        </p:nvSpPr>
        <p:spPr>
          <a:xfrm>
            <a:off x="279933" y="320676"/>
            <a:ext cx="11645363" cy="1228992"/>
          </a:xfrm>
          <a:prstGeom prst="rect">
            <a:avLst/>
          </a:prstGeom>
        </p:spPr>
        <p:txBody>
          <a:bodyPr/>
          <a:lstStyle/>
          <a:p>
            <a:r>
              <a:rPr lang="en-US" dirty="0"/>
              <a:t>Click to edit title</a:t>
            </a:r>
          </a:p>
        </p:txBody>
      </p:sp>
      <p:sp>
        <p:nvSpPr>
          <p:cNvPr id="2" name="Footer Placeholder 3">
            <a:extLst>
              <a:ext uri="{FF2B5EF4-FFF2-40B4-BE49-F238E27FC236}">
                <a16:creationId xmlns:a16="http://schemas.microsoft.com/office/drawing/2014/main" id="{F108D31A-6DC5-AE86-C750-71833A7B06D2}"/>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106342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95F7A-AA18-A325-218C-7D6BDD9B7C6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11AB0E-FCE6-435E-2C3B-E3B5776234F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FFBF9A-FB66-63EB-D804-C55010BC530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solidFill>
                  <a:schemeClr val="accent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pic>
        <p:nvPicPr>
          <p:cNvPr id="8" name="Picture 7" descr="A blue and red text with yellow and red dots&#10;&#10;AI-generated content may be incorrect.">
            <a:extLst>
              <a:ext uri="{FF2B5EF4-FFF2-40B4-BE49-F238E27FC236}">
                <a16:creationId xmlns:a16="http://schemas.microsoft.com/office/drawing/2014/main" id="{6884094E-25AF-384D-0B90-1F13C75144C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66700" y="6150572"/>
            <a:ext cx="1622125" cy="549849"/>
          </a:xfrm>
          <a:prstGeom prst="rect">
            <a:avLst/>
          </a:prstGeom>
        </p:spPr>
      </p:pic>
      <p:sp>
        <p:nvSpPr>
          <p:cNvPr id="11" name="Slide Number Placeholder 4">
            <a:extLst>
              <a:ext uri="{FF2B5EF4-FFF2-40B4-BE49-F238E27FC236}">
                <a16:creationId xmlns:a16="http://schemas.microsoft.com/office/drawing/2014/main" id="{11A8EADB-32F3-6BE8-F930-1F13E6D237B3}"/>
              </a:ext>
            </a:extLst>
          </p:cNvPr>
          <p:cNvSpPr>
            <a:spLocks noGrp="1"/>
          </p:cNvSpPr>
          <p:nvPr>
            <p:ph type="sldNum" sz="quarter" idx="12"/>
          </p:nvPr>
        </p:nvSpPr>
        <p:spPr>
          <a:xfrm>
            <a:off x="9183300" y="6242935"/>
            <a:ext cx="2743200" cy="365125"/>
          </a:xfrm>
          <a:prstGeom prst="rect">
            <a:avLst/>
          </a:prstGeom>
        </p:spPr>
        <p:txBody>
          <a:bodyPr/>
          <a:lstStyle/>
          <a:p>
            <a:fld id="{D2746BFC-6E2B-CA4A-A7A0-4EBE4172E873}" type="slidenum">
              <a:rPr lang="en-US" smtClean="0"/>
              <a:t>‹#›</a:t>
            </a:fld>
            <a:endParaRPr lang="en-US" dirty="0"/>
          </a:p>
        </p:txBody>
      </p:sp>
      <p:sp>
        <p:nvSpPr>
          <p:cNvPr id="5" name="Footer Placeholder 3">
            <a:extLst>
              <a:ext uri="{FF2B5EF4-FFF2-40B4-BE49-F238E27FC236}">
                <a16:creationId xmlns:a16="http://schemas.microsoft.com/office/drawing/2014/main" id="{871BB9F3-E42D-189D-2164-BEF0BC3B544E}"/>
              </a:ext>
            </a:extLst>
          </p:cNvPr>
          <p:cNvSpPr>
            <a:spLocks noGrp="1"/>
          </p:cNvSpPr>
          <p:nvPr>
            <p:ph type="ftr" sz="quarter" idx="11"/>
          </p:nvPr>
        </p:nvSpPr>
        <p:spPr>
          <a:xfrm>
            <a:off x="3478662" y="6242935"/>
            <a:ext cx="4114800" cy="365125"/>
          </a:xfrm>
          <a:prstGeom prst="rect">
            <a:avLst/>
          </a:prstGeom>
        </p:spPr>
        <p:txBody>
          <a:bodyPr/>
          <a:lstStyle/>
          <a:p>
            <a:endParaRPr lang="en-US" dirty="0"/>
          </a:p>
        </p:txBody>
      </p:sp>
    </p:spTree>
    <p:extLst>
      <p:ext uri="{BB962C8B-B14F-4D97-AF65-F5344CB8AC3E}">
        <p14:creationId xmlns:p14="http://schemas.microsoft.com/office/powerpoint/2010/main" val="3458162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Thank You!</a:t>
            </a:r>
          </a:p>
        </p:txBody>
      </p:sp>
      <p:sp>
        <p:nvSpPr>
          <p:cNvPr id="4" name="Footer Placeholder 3">
            <a:extLst>
              <a:ext uri="{FF2B5EF4-FFF2-40B4-BE49-F238E27FC236}">
                <a16:creationId xmlns:a16="http://schemas.microsoft.com/office/drawing/2014/main" id="{32CA62D5-3293-A5C5-990E-2EF0B747736B}"/>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
        <p:nvSpPr>
          <p:cNvPr id="5" name="Slide Number Placeholder 4">
            <a:extLst>
              <a:ext uri="{FF2B5EF4-FFF2-40B4-BE49-F238E27FC236}">
                <a16:creationId xmlns:a16="http://schemas.microsoft.com/office/drawing/2014/main" id="{E4E3CFE8-52A9-D93A-AF7F-6B5E0EFBA57D}"/>
              </a:ext>
            </a:extLst>
          </p:cNvPr>
          <p:cNvSpPr>
            <a:spLocks noGrp="1"/>
          </p:cNvSpPr>
          <p:nvPr>
            <p:ph type="sldNum" sz="quarter" idx="12"/>
          </p:nvPr>
        </p:nvSpPr>
        <p:spPr>
          <a:xfrm>
            <a:off x="8610600" y="6356350"/>
            <a:ext cx="2743200" cy="365125"/>
          </a:xfrm>
          <a:prstGeom prst="rect">
            <a:avLst/>
          </a:prstGeom>
        </p:spPr>
        <p:txBody>
          <a:bodyPr/>
          <a:lstStyle/>
          <a:p>
            <a:fld id="{D2746BFC-6E2B-CA4A-A7A0-4EBE4172E873}" type="slidenum">
              <a:rPr lang="en-US" smtClean="0"/>
              <a:pPr/>
              <a:t>‹#›</a:t>
            </a:fld>
            <a:endParaRPr lang="en-US" dirty="0"/>
          </a:p>
        </p:txBody>
      </p:sp>
    </p:spTree>
    <p:extLst>
      <p:ext uri="{BB962C8B-B14F-4D97-AF65-F5344CB8AC3E}">
        <p14:creationId xmlns:p14="http://schemas.microsoft.com/office/powerpoint/2010/main" val="994798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838200" y="2766218"/>
            <a:ext cx="10515600" cy="1325563"/>
          </a:xfrm>
          <a:prstGeom prst="rect">
            <a:avLst/>
          </a:prstGeom>
        </p:spPr>
        <p:txBody>
          <a:bodyPr/>
          <a:lstStyle>
            <a:lvl1pPr algn="ctr">
              <a:defRPr/>
            </a:lvl1pPr>
          </a:lstStyle>
          <a:p>
            <a:r>
              <a:rPr lang="en-US" dirty="0"/>
              <a:t>Questions?</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F6FCD5E-9483-91B9-EE24-C87AA9F3DBD6}"/>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9135859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spiring Quote / Flex Space">
    <p:spTree>
      <p:nvGrpSpPr>
        <p:cNvPr id="1" name=""/>
        <p:cNvGrpSpPr/>
        <p:nvPr/>
      </p:nvGrpSpPr>
      <p:grpSpPr>
        <a:xfrm>
          <a:off x="0" y="0"/>
          <a:ext cx="0" cy="0"/>
          <a:chOff x="0" y="0"/>
          <a:chExt cx="0" cy="0"/>
        </a:xfrm>
      </p:grpSpPr>
      <p:pic>
        <p:nvPicPr>
          <p:cNvPr id="7" name="Picture 6" descr="A close-up of a globe&#10;&#10;AI-generated content may be incorrect.">
            <a:extLst>
              <a:ext uri="{FF2B5EF4-FFF2-40B4-BE49-F238E27FC236}">
                <a16:creationId xmlns:a16="http://schemas.microsoft.com/office/drawing/2014/main" id="{0773B5AF-F694-C14B-4C0C-90940D8110B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27710DD-EE4B-96B7-AF92-EE3D3F80D4FB}"/>
              </a:ext>
            </a:extLst>
          </p:cNvPr>
          <p:cNvSpPr>
            <a:spLocks noGrp="1"/>
          </p:cNvSpPr>
          <p:nvPr>
            <p:ph type="title" hasCustomPrompt="1"/>
          </p:nvPr>
        </p:nvSpPr>
        <p:spPr>
          <a:xfrm>
            <a:off x="728980" y="2766218"/>
            <a:ext cx="6619240" cy="1325563"/>
          </a:xfrm>
          <a:prstGeom prst="rect">
            <a:avLst/>
          </a:prstGeom>
        </p:spPr>
        <p:txBody>
          <a:bodyPr/>
          <a:lstStyle>
            <a:lvl1pPr algn="ctr">
              <a:defRPr b="0" i="1"/>
            </a:lvl1pPr>
          </a:lstStyle>
          <a:p>
            <a:r>
              <a:rPr lang="en-US" dirty="0"/>
              <a:t>“Inspiring Quote Can Go Here”</a:t>
            </a:r>
          </a:p>
        </p:txBody>
      </p:sp>
      <p:sp>
        <p:nvSpPr>
          <p:cNvPr id="11" name="Slide Number Placeholder 11">
            <a:extLst>
              <a:ext uri="{FF2B5EF4-FFF2-40B4-BE49-F238E27FC236}">
                <a16:creationId xmlns:a16="http://schemas.microsoft.com/office/drawing/2014/main" id="{A05062A2-4D2F-86FB-8C20-E2E97A98C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3" name="Footer Placeholder 3">
            <a:extLst>
              <a:ext uri="{FF2B5EF4-FFF2-40B4-BE49-F238E27FC236}">
                <a16:creationId xmlns:a16="http://schemas.microsoft.com/office/drawing/2014/main" id="{2302F3F9-0010-D502-B1C2-145680FD939E}"/>
              </a:ext>
            </a:extLst>
          </p:cNvPr>
          <p:cNvSpPr>
            <a:spLocks noGrp="1"/>
          </p:cNvSpPr>
          <p:nvPr>
            <p:ph type="ftr" sz="quarter" idx="11"/>
          </p:nvPr>
        </p:nvSpPr>
        <p:spPr>
          <a:xfrm>
            <a:off x="838200" y="6356349"/>
            <a:ext cx="4114800" cy="365125"/>
          </a:xfrm>
          <a:prstGeom prst="rect">
            <a:avLst/>
          </a:prstGeom>
        </p:spPr>
        <p:txBody>
          <a:bodyPr/>
          <a:lstStyle>
            <a:lvl1pPr algn="l">
              <a:defRPr/>
            </a:lvl1pPr>
          </a:lstStyle>
          <a:p>
            <a:pPr algn="l"/>
            <a:endParaRPr lang="en-US" dirty="0"/>
          </a:p>
        </p:txBody>
      </p:sp>
    </p:spTree>
    <p:extLst>
      <p:ext uri="{BB962C8B-B14F-4D97-AF65-F5344CB8AC3E}">
        <p14:creationId xmlns:p14="http://schemas.microsoft.com/office/powerpoint/2010/main" val="29916284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cSld name="1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103351-EB45-234F-8697-DE91E66640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350" y="0"/>
            <a:ext cx="12179300" cy="6858000"/>
          </a:xfrm>
          <a:prstGeom prst="rect">
            <a:avLst/>
          </a:prstGeom>
        </p:spPr>
      </p:pic>
      <p:sp>
        <p:nvSpPr>
          <p:cNvPr id="7" name="Rectangle 6">
            <a:extLst>
              <a:ext uri="{FF2B5EF4-FFF2-40B4-BE49-F238E27FC236}">
                <a16:creationId xmlns:a16="http://schemas.microsoft.com/office/drawing/2014/main" id="{2DDB1314-0315-DB4C-AE95-AFD46FB209DC}"/>
              </a:ext>
            </a:extLst>
          </p:cNvPr>
          <p:cNvSpPr/>
          <p:nvPr userDrawn="1"/>
        </p:nvSpPr>
        <p:spPr>
          <a:xfrm>
            <a:off x="2083293" y="0"/>
            <a:ext cx="1010870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722486" y="365127"/>
            <a:ext cx="8859913" cy="2801656"/>
          </a:xfrm>
        </p:spPr>
        <p:txBody>
          <a:bodyPr anchor="b"/>
          <a:lstStyle>
            <a:lvl1pPr>
              <a:defRPr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2722486" y="3402108"/>
            <a:ext cx="8859913" cy="2774857"/>
          </a:xfrm>
        </p:spPr>
        <p:txBody>
          <a:bodyPr/>
          <a:lstStyle>
            <a:lvl1pPr marL="0" indent="0">
              <a:buFont typeface="+mj-lt"/>
              <a:buNone/>
              <a:tabLst/>
              <a:defRPr sz="2400">
                <a:solidFill>
                  <a:schemeClr val="bg1"/>
                </a:solidFill>
              </a:defRPr>
            </a:lvl1pPr>
            <a:lvl2pPr marL="6351" indent="0">
              <a:buFont typeface="+mj-lt"/>
              <a:buNone/>
              <a:tabLst/>
              <a:defRPr>
                <a:solidFill>
                  <a:schemeClr val="bg1"/>
                </a:solidFill>
              </a:defRPr>
            </a:lvl2pPr>
            <a:lvl3pPr marL="6351" indent="0">
              <a:buFont typeface="+mj-lt"/>
              <a:buNone/>
              <a:tabLst/>
              <a:defRPr>
                <a:solidFill>
                  <a:schemeClr val="bg1"/>
                </a:solidFill>
              </a:defRPr>
            </a:lvl3pPr>
            <a:lvl4pPr marL="6351" indent="0">
              <a:buFont typeface="+mj-lt"/>
              <a:buNone/>
              <a:tabLst/>
              <a:defRPr>
                <a:solidFill>
                  <a:schemeClr val="bg1"/>
                </a:solidFill>
              </a:defRPr>
            </a:lvl4pPr>
            <a:lvl5pPr marL="6351" indent="0">
              <a:buFont typeface="+mj-lt"/>
              <a:buNone/>
              <a:tabLs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305701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EB4FF9C4-EEBF-D24D-8A4E-C0B9CCE3F975}" type="slidenum">
              <a:rPr lang="en-US" smtClean="0"/>
              <a:t>‹#›</a:t>
            </a:fld>
            <a:endParaRPr lang="en-US"/>
          </a:p>
        </p:txBody>
      </p:sp>
      <p:sp>
        <p:nvSpPr>
          <p:cNvPr id="4" name="Footer Placeholder 4"/>
          <p:cNvSpPr>
            <a:spLocks noGrp="1"/>
          </p:cNvSpPr>
          <p:nvPr>
            <p:ph type="ftr" sz="quarter" idx="3"/>
          </p:nvPr>
        </p:nvSpPr>
        <p:spPr>
          <a:xfrm>
            <a:off x="3333509" y="6356351"/>
            <a:ext cx="6234896" cy="365125"/>
          </a:xfrm>
          <a:prstGeom prst="rect">
            <a:avLst/>
          </a:prstGeom>
        </p:spPr>
        <p:txBody>
          <a:bodyPr vert="horz" lIns="0" tIns="0" rIns="0" bIns="0" rtlCol="0" anchor="ctr"/>
          <a:lstStyle>
            <a:lvl1pPr algn="ctr">
              <a:defRPr sz="1067" b="1">
                <a:solidFill>
                  <a:schemeClr val="tx1"/>
                </a:solidFill>
              </a:defRPr>
            </a:lvl1pPr>
          </a:lstStyle>
          <a:p>
            <a:r>
              <a:rPr lang="en-US" dirty="0"/>
              <a:t>#ClearDataClearImpact</a:t>
            </a:r>
          </a:p>
        </p:txBody>
      </p:sp>
    </p:spTree>
    <p:extLst>
      <p:ext uri="{BB962C8B-B14F-4D97-AF65-F5344CB8AC3E}">
        <p14:creationId xmlns:p14="http://schemas.microsoft.com/office/powerpoint/2010/main" val="36885429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85AB563-DE08-2CAA-7974-BE56B612473F}"/>
              </a:ext>
            </a:extLst>
          </p:cNvPr>
          <p:cNvSpPr/>
          <p:nvPr userDrawn="1"/>
        </p:nvSpPr>
        <p:spPr>
          <a:xfrm>
            <a:off x="1"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72271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1027739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26 Europe Interchange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4504CE-24FF-0B1C-3D2B-C8377F04F2CB}"/>
              </a:ext>
            </a:extLst>
          </p:cNvPr>
          <p:cNvSpPr/>
          <p:nvPr userDrawn="1"/>
        </p:nvSpPr>
        <p:spPr>
          <a:xfrm>
            <a:off x="74507" y="6103720"/>
            <a:ext cx="2387600" cy="7040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Title 1">
            <a:extLst>
              <a:ext uri="{FF2B5EF4-FFF2-40B4-BE49-F238E27FC236}">
                <a16:creationId xmlns:a16="http://schemas.microsoft.com/office/drawing/2014/main" id="{1276289B-55C8-40FA-889A-2AECA774D218}"/>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8" name="Subtitle 2">
            <a:extLst>
              <a:ext uri="{FF2B5EF4-FFF2-40B4-BE49-F238E27FC236}">
                <a16:creationId xmlns:a16="http://schemas.microsoft.com/office/drawing/2014/main" id="{8FBB06B2-CEED-4837-A8D1-3F28461021FA}"/>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10" name="Picture 9">
            <a:extLst>
              <a:ext uri="{FF2B5EF4-FFF2-40B4-BE49-F238E27FC236}">
                <a16:creationId xmlns:a16="http://schemas.microsoft.com/office/drawing/2014/main" id="{EB12381A-54CA-3596-81CF-D81754AD43A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11" name="Picture 10">
            <a:extLst>
              <a:ext uri="{FF2B5EF4-FFF2-40B4-BE49-F238E27FC236}">
                <a16:creationId xmlns:a16="http://schemas.microsoft.com/office/drawing/2014/main" id="{A6193E57-2E58-64C4-CD10-BA3194E1D77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
        <p:nvSpPr>
          <p:cNvPr id="12" name="TextBox 11">
            <a:extLst>
              <a:ext uri="{FF2B5EF4-FFF2-40B4-BE49-F238E27FC236}">
                <a16:creationId xmlns:a16="http://schemas.microsoft.com/office/drawing/2014/main" id="{A9E1DF4D-2170-CE0D-FB12-9CE9B4EDA629}"/>
              </a:ext>
            </a:extLst>
          </p:cNvPr>
          <p:cNvSpPr txBox="1"/>
          <p:nvPr userDrawn="1"/>
        </p:nvSpPr>
        <p:spPr>
          <a:xfrm>
            <a:off x="5587698" y="1161465"/>
            <a:ext cx="5392245" cy="646331"/>
          </a:xfrm>
          <a:prstGeom prst="rect">
            <a:avLst/>
          </a:prstGeom>
          <a:noFill/>
        </p:spPr>
        <p:txBody>
          <a:bodyPr wrap="none" rtlCol="0">
            <a:spAutoFit/>
          </a:bodyPr>
          <a:lstStyle/>
          <a:p>
            <a:r>
              <a:rPr lang="en-US" sz="3600" b="1" kern="0" spc="-133" baseline="0" dirty="0">
                <a:latin typeface="Arial" panose="020B0604020202020204" pitchFamily="34" charset="0"/>
                <a:cs typeface="Arial" panose="020B0604020202020204" pitchFamily="34" charset="0"/>
              </a:rPr>
              <a:t>2026 Europe Interchange </a:t>
            </a:r>
          </a:p>
        </p:txBody>
      </p:sp>
      <p:sp>
        <p:nvSpPr>
          <p:cNvPr id="13" name="TextBox 12">
            <a:extLst>
              <a:ext uri="{FF2B5EF4-FFF2-40B4-BE49-F238E27FC236}">
                <a16:creationId xmlns:a16="http://schemas.microsoft.com/office/drawing/2014/main" id="{B3507873-3435-18ED-FFFC-B07E35A8A657}"/>
              </a:ext>
            </a:extLst>
          </p:cNvPr>
          <p:cNvSpPr txBox="1"/>
          <p:nvPr userDrawn="1"/>
        </p:nvSpPr>
        <p:spPr>
          <a:xfrm>
            <a:off x="5587698"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pic>
        <p:nvPicPr>
          <p:cNvPr id="21" name="Picture 20" descr="A city skyline with buildings in the background&#10;&#10;AI-generated content may be incorrect.">
            <a:extLst>
              <a:ext uri="{FF2B5EF4-FFF2-40B4-BE49-F238E27FC236}">
                <a16:creationId xmlns:a16="http://schemas.microsoft.com/office/drawing/2014/main" id="{1D4E8D17-2F9F-D657-42BC-92D5EBF4469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638795" y="2271534"/>
            <a:ext cx="9553077" cy="2261537"/>
          </a:xfrm>
          <a:prstGeom prst="rect">
            <a:avLst/>
          </a:prstGeom>
        </p:spPr>
      </p:pic>
      <p:pic>
        <p:nvPicPr>
          <p:cNvPr id="19" name="Picture 18" descr="A black and white cityscape&#10;&#10;AI-generated content may be incorrect.">
            <a:extLst>
              <a:ext uri="{FF2B5EF4-FFF2-40B4-BE49-F238E27FC236}">
                <a16:creationId xmlns:a16="http://schemas.microsoft.com/office/drawing/2014/main" id="{BC052E5C-F8F7-ACEA-C6B9-97D69C8C3C4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638795" y="2279016"/>
            <a:ext cx="9553077" cy="2157517"/>
          </a:xfrm>
          <a:prstGeom prst="rect">
            <a:avLst/>
          </a:prstGeom>
        </p:spPr>
      </p:pic>
      <p:sp>
        <p:nvSpPr>
          <p:cNvPr id="14" name="TextBox 13">
            <a:extLst>
              <a:ext uri="{FF2B5EF4-FFF2-40B4-BE49-F238E27FC236}">
                <a16:creationId xmlns:a16="http://schemas.microsoft.com/office/drawing/2014/main" id="{769E77A3-B24D-2720-5E96-42FC1FC6AD2D}"/>
              </a:ext>
            </a:extLst>
          </p:cNvPr>
          <p:cNvSpPr txBox="1"/>
          <p:nvPr userDrawn="1"/>
        </p:nvSpPr>
        <p:spPr>
          <a:xfrm>
            <a:off x="4434603" y="4153007"/>
            <a:ext cx="5892960" cy="241156"/>
          </a:xfrm>
          <a:prstGeom prst="rect">
            <a:avLst/>
          </a:prstGeom>
          <a:noFill/>
        </p:spPr>
        <p:txBody>
          <a:bodyPr wrap="none" rtlCol="0">
            <a:spAutoFit/>
          </a:bodyPr>
          <a:lstStyle/>
          <a:p>
            <a:r>
              <a:rPr lang="en-US" sz="967" cap="all" baseline="0" dirty="0">
                <a:solidFill>
                  <a:schemeClr val="accent2">
                    <a:lumMod val="40000"/>
                    <a:lumOff val="60000"/>
                  </a:schemeClr>
                </a:solidFill>
              </a:rPr>
              <a:t>MILan, italy  |  Main Conference: 20-21 May  |  Trainings &amp; Workshops: 18, 19, &amp; 22 May</a:t>
            </a:r>
          </a:p>
        </p:txBody>
      </p:sp>
      <p:pic>
        <p:nvPicPr>
          <p:cNvPr id="3" name="Picture 2" descr="A white sphere with colorful dots and lines&#10;&#10;AI-generated content may be incorrect.">
            <a:extLst>
              <a:ext uri="{FF2B5EF4-FFF2-40B4-BE49-F238E27FC236}">
                <a16:creationId xmlns:a16="http://schemas.microsoft.com/office/drawing/2014/main" id="{3BFF97FE-E506-B8EF-8A24-C27A87D705D6}"/>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pic>
        <p:nvPicPr>
          <p:cNvPr id="5" name="Picture 4" descr="A blue and red text on a black background&#10;&#10;AI-generated content may be incorrect.">
            <a:extLst>
              <a:ext uri="{FF2B5EF4-FFF2-40B4-BE49-F238E27FC236}">
                <a16:creationId xmlns:a16="http://schemas.microsoft.com/office/drawing/2014/main" id="{93E81821-4895-5520-2F19-1D3D6D335761}"/>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Tree>
    <p:extLst>
      <p:ext uri="{BB962C8B-B14F-4D97-AF65-F5344CB8AC3E}">
        <p14:creationId xmlns:p14="http://schemas.microsoft.com/office/powerpoint/2010/main" val="8718907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26 US Interchange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7F137-197F-F1BD-E93C-32CA601ADA4F}"/>
              </a:ext>
            </a:extLst>
          </p:cNvPr>
          <p:cNvSpPr/>
          <p:nvPr userDrawn="1"/>
        </p:nvSpPr>
        <p:spPr>
          <a:xfrm>
            <a:off x="0" y="5905500"/>
            <a:ext cx="2387600" cy="9523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Picture 16" descr="A city skyline with trees in the background&#10;&#10;AI-generated content may be incorrect.">
            <a:extLst>
              <a:ext uri="{FF2B5EF4-FFF2-40B4-BE49-F238E27FC236}">
                <a16:creationId xmlns:a16="http://schemas.microsoft.com/office/drawing/2014/main" id="{C3E63EC1-0BCC-24CF-83F5-8593389ADA7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12720" y="2266227"/>
            <a:ext cx="9479280" cy="2297835"/>
          </a:xfrm>
          <a:prstGeom prst="rect">
            <a:avLst/>
          </a:prstGeom>
        </p:spPr>
      </p:pic>
      <p:pic>
        <p:nvPicPr>
          <p:cNvPr id="19" name="Picture 18" descr="A black and white image of a city&#10;&#10;AI-generated content may be incorrect.">
            <a:extLst>
              <a:ext uri="{FF2B5EF4-FFF2-40B4-BE49-F238E27FC236}">
                <a16:creationId xmlns:a16="http://schemas.microsoft.com/office/drawing/2014/main" id="{A37E3970-0A47-7F72-5744-396E7FE28F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472277" y="2287786"/>
            <a:ext cx="9725900" cy="2108108"/>
          </a:xfrm>
          <a:prstGeom prst="rect">
            <a:avLst/>
          </a:prstGeom>
        </p:spPr>
      </p:pic>
      <p:pic>
        <p:nvPicPr>
          <p:cNvPr id="22" name="Picture 21" descr="A blue and red text on a black background&#10;&#10;AI-generated content may be incorrect.">
            <a:extLst>
              <a:ext uri="{FF2B5EF4-FFF2-40B4-BE49-F238E27FC236}">
                <a16:creationId xmlns:a16="http://schemas.microsoft.com/office/drawing/2014/main" id="{F02E28AD-2148-B2C6-11A5-266E1D266AB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33687" y="1087121"/>
            <a:ext cx="2703496" cy="819736"/>
          </a:xfrm>
          <a:prstGeom prst="rect">
            <a:avLst/>
          </a:prstGeom>
        </p:spPr>
      </p:pic>
      <p:sp>
        <p:nvSpPr>
          <p:cNvPr id="27" name="TextBox 26">
            <a:extLst>
              <a:ext uri="{FF2B5EF4-FFF2-40B4-BE49-F238E27FC236}">
                <a16:creationId xmlns:a16="http://schemas.microsoft.com/office/drawing/2014/main" id="{5475D693-9F94-F896-03D1-945678DD6B67}"/>
              </a:ext>
            </a:extLst>
          </p:cNvPr>
          <p:cNvSpPr txBox="1"/>
          <p:nvPr userDrawn="1"/>
        </p:nvSpPr>
        <p:spPr>
          <a:xfrm>
            <a:off x="5607050" y="1123364"/>
            <a:ext cx="5371983" cy="707886"/>
          </a:xfrm>
          <a:prstGeom prst="rect">
            <a:avLst/>
          </a:prstGeom>
          <a:noFill/>
        </p:spPr>
        <p:txBody>
          <a:bodyPr wrap="none" rtlCol="0">
            <a:spAutoFit/>
          </a:bodyPr>
          <a:lstStyle/>
          <a:p>
            <a:r>
              <a:rPr lang="en-US" sz="4000" b="1" dirty="0">
                <a:latin typeface="+mj-lt"/>
              </a:rPr>
              <a:t>2026 US Interchange </a:t>
            </a:r>
          </a:p>
        </p:txBody>
      </p:sp>
      <p:sp>
        <p:nvSpPr>
          <p:cNvPr id="28" name="TextBox 27">
            <a:extLst>
              <a:ext uri="{FF2B5EF4-FFF2-40B4-BE49-F238E27FC236}">
                <a16:creationId xmlns:a16="http://schemas.microsoft.com/office/drawing/2014/main" id="{6DE5E666-82D4-64C5-1DA4-F50A5216E5A5}"/>
              </a:ext>
            </a:extLst>
          </p:cNvPr>
          <p:cNvSpPr txBox="1"/>
          <p:nvPr userDrawn="1"/>
        </p:nvSpPr>
        <p:spPr>
          <a:xfrm>
            <a:off x="5607050" y="1734487"/>
            <a:ext cx="5195525" cy="225767"/>
          </a:xfrm>
          <a:prstGeom prst="rect">
            <a:avLst/>
          </a:prstGeom>
          <a:noFill/>
        </p:spPr>
        <p:txBody>
          <a:bodyPr wrap="none" rtlCol="0">
            <a:spAutoFit/>
          </a:bodyPr>
          <a:lstStyle/>
          <a:p>
            <a:r>
              <a:rPr lang="en-US" sz="867" cap="all" spc="13" baseline="0" dirty="0">
                <a:solidFill>
                  <a:srgbClr val="5C7FA2"/>
                </a:solidFill>
              </a:rPr>
              <a:t>The Future Is Connected: Standards and AI Powering Digital Transformation</a:t>
            </a:r>
          </a:p>
        </p:txBody>
      </p:sp>
      <p:sp>
        <p:nvSpPr>
          <p:cNvPr id="29" name="TextBox 28">
            <a:extLst>
              <a:ext uri="{FF2B5EF4-FFF2-40B4-BE49-F238E27FC236}">
                <a16:creationId xmlns:a16="http://schemas.microsoft.com/office/drawing/2014/main" id="{099B7E1B-C1EA-88D4-C130-9A5CC9A3563E}"/>
              </a:ext>
            </a:extLst>
          </p:cNvPr>
          <p:cNvSpPr txBox="1"/>
          <p:nvPr userDrawn="1"/>
        </p:nvSpPr>
        <p:spPr>
          <a:xfrm>
            <a:off x="4320297" y="4180331"/>
            <a:ext cx="5945858" cy="246221"/>
          </a:xfrm>
          <a:prstGeom prst="rect">
            <a:avLst/>
          </a:prstGeom>
          <a:noFill/>
        </p:spPr>
        <p:txBody>
          <a:bodyPr wrap="none" rtlCol="0">
            <a:spAutoFit/>
          </a:bodyPr>
          <a:lstStyle/>
          <a:p>
            <a:r>
              <a:rPr lang="en-US" sz="1000" cap="all" baseline="0" dirty="0">
                <a:solidFill>
                  <a:schemeClr val="accent2">
                    <a:lumMod val="40000"/>
                    <a:lumOff val="60000"/>
                  </a:schemeClr>
                </a:solidFill>
              </a:rPr>
              <a:t>DENVER, COLORADO  |  Main Conference: 5-6 OCT  |  Trainings &amp; Workshops: 7-9 OCT</a:t>
            </a:r>
          </a:p>
        </p:txBody>
      </p:sp>
      <p:pic>
        <p:nvPicPr>
          <p:cNvPr id="2" name="Picture 1" descr="A white sphere with colorful dots and lines&#10;&#10;AI-generated content may be incorrect.">
            <a:extLst>
              <a:ext uri="{FF2B5EF4-FFF2-40B4-BE49-F238E27FC236}">
                <a16:creationId xmlns:a16="http://schemas.microsoft.com/office/drawing/2014/main" id="{91CF16DD-F3D5-2B7B-4DCB-0B5917C62B19}"/>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a:fillRect/>
          </a:stretch>
        </p:blipFill>
        <p:spPr>
          <a:xfrm>
            <a:off x="1" y="1230760"/>
            <a:ext cx="3403601" cy="4729773"/>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4045004" y="5157701"/>
            <a:ext cx="7500504" cy="357241"/>
          </a:xfrm>
        </p:spPr>
        <p:txBody>
          <a:bodyPr anchor="ctr">
            <a:normAutofit/>
          </a:bodyPr>
          <a:lstStyle>
            <a:lvl1pPr algn="l">
              <a:defRPr sz="2667" b="1">
                <a:solidFill>
                  <a:schemeClr val="tx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4045005" y="5687806"/>
            <a:ext cx="7500504" cy="704029"/>
          </a:xfrm>
        </p:spPr>
        <p:txBody>
          <a:bodyPr>
            <a:normAutofit/>
          </a:bodyPr>
          <a:lstStyle>
            <a:lvl1pPr marL="0" indent="0" algn="l">
              <a:lnSpc>
                <a:spcPct val="100000"/>
              </a:lnSpc>
              <a:spcBef>
                <a:spcPts val="0"/>
              </a:spcBef>
              <a:buNone/>
              <a:defRPr sz="160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pic>
        <p:nvPicPr>
          <p:cNvPr id="6" name="Picture 5">
            <a:extLst>
              <a:ext uri="{FF2B5EF4-FFF2-40B4-BE49-F238E27FC236}">
                <a16:creationId xmlns:a16="http://schemas.microsoft.com/office/drawing/2014/main" id="{7E4C5324-3B40-46A6-7ADE-7F1A02A4D785}"/>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0" y="-2905"/>
            <a:ext cx="12192000" cy="379760"/>
          </a:xfrm>
          <a:prstGeom prst="rect">
            <a:avLst/>
          </a:prstGeom>
        </p:spPr>
      </p:pic>
      <p:pic>
        <p:nvPicPr>
          <p:cNvPr id="9" name="Picture 8">
            <a:extLst>
              <a:ext uri="{FF2B5EF4-FFF2-40B4-BE49-F238E27FC236}">
                <a16:creationId xmlns:a16="http://schemas.microsoft.com/office/drawing/2014/main" id="{74223B7D-955C-8EB7-14DA-C83B6008AD2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0" y="6519635"/>
            <a:ext cx="12192000" cy="338247"/>
          </a:xfrm>
          <a:prstGeom prst="rect">
            <a:avLst/>
          </a:prstGeom>
        </p:spPr>
      </p:pic>
    </p:spTree>
    <p:extLst>
      <p:ext uri="{BB962C8B-B14F-4D97-AF65-F5344CB8AC3E}">
        <p14:creationId xmlns:p14="http://schemas.microsoft.com/office/powerpoint/2010/main" val="28644358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026 India CDISC Day">
    <p:spTree>
      <p:nvGrpSpPr>
        <p:cNvPr id="1" name=""/>
        <p:cNvGrpSpPr/>
        <p:nvPr/>
      </p:nvGrpSpPr>
      <p:grpSpPr>
        <a:xfrm>
          <a:off x="0" y="0"/>
          <a:ext cx="0" cy="0"/>
          <a:chOff x="0" y="0"/>
          <a:chExt cx="0" cy="0"/>
        </a:xfrm>
      </p:grpSpPr>
      <p:pic>
        <p:nvPicPr>
          <p:cNvPr id="14" name="Picture 13" descr="A blue background with white text and colorful circles&#10;&#10;AI-generated content may be incorrect.">
            <a:extLst>
              <a:ext uri="{FF2B5EF4-FFF2-40B4-BE49-F238E27FC236}">
                <a16:creationId xmlns:a16="http://schemas.microsoft.com/office/drawing/2014/main" id="{60F7C83A-A16B-90CE-CF24-E4B6E96433C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A9F9EB31-F9A1-C18C-0F8F-2D13FFC617E9}"/>
              </a:ext>
            </a:extLst>
          </p:cNvPr>
          <p:cNvSpPr>
            <a:spLocks noGrp="1"/>
          </p:cNvSpPr>
          <p:nvPr>
            <p:ph type="ctrTitle" hasCustomPrompt="1"/>
          </p:nvPr>
        </p:nvSpPr>
        <p:spPr>
          <a:xfrm>
            <a:off x="2345748" y="4689850"/>
            <a:ext cx="7500504" cy="357241"/>
          </a:xfrm>
        </p:spPr>
        <p:txBody>
          <a:bodyPr anchor="ctr">
            <a:normAutofit/>
          </a:bodyPr>
          <a:lstStyle>
            <a:lvl1pPr algn="l">
              <a:defRPr sz="2667" b="1">
                <a:solidFill>
                  <a:schemeClr val="bg1"/>
                </a:solidFill>
              </a:defRPr>
            </a:lvl1pPr>
          </a:lstStyle>
          <a:p>
            <a:r>
              <a:rPr lang="en-US" dirty="0"/>
              <a:t>Presentation Title</a:t>
            </a:r>
          </a:p>
        </p:txBody>
      </p:sp>
      <p:sp>
        <p:nvSpPr>
          <p:cNvPr id="4" name="Subtitle 2">
            <a:extLst>
              <a:ext uri="{FF2B5EF4-FFF2-40B4-BE49-F238E27FC236}">
                <a16:creationId xmlns:a16="http://schemas.microsoft.com/office/drawing/2014/main" id="{050EBD24-5291-771A-C069-3FB4226079C4}"/>
              </a:ext>
            </a:extLst>
          </p:cNvPr>
          <p:cNvSpPr>
            <a:spLocks noGrp="1"/>
          </p:cNvSpPr>
          <p:nvPr>
            <p:ph type="subTitle" idx="1" hasCustomPrompt="1"/>
          </p:nvPr>
        </p:nvSpPr>
        <p:spPr>
          <a:xfrm>
            <a:off x="2345749" y="5219955"/>
            <a:ext cx="7500504" cy="704029"/>
          </a:xfrm>
        </p:spPr>
        <p:txBody>
          <a:bodyPr>
            <a:normAutofit/>
          </a:bodyPr>
          <a:lstStyle>
            <a:lvl1pPr marL="0" indent="0" algn="l">
              <a:lnSpc>
                <a:spcPct val="100000"/>
              </a:lnSpc>
              <a:spcBef>
                <a:spcPts val="0"/>
              </a:spcBef>
              <a:buNone/>
              <a:defRPr sz="16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Presented by John Smith, Job Title, Department, Company Name</a:t>
            </a:r>
          </a:p>
          <a:p>
            <a:r>
              <a:rPr lang="en-US" dirty="0"/>
              <a:t>Day Month 2026</a:t>
            </a:r>
          </a:p>
        </p:txBody>
      </p:sp>
    </p:spTree>
    <p:extLst>
      <p:ext uri="{BB962C8B-B14F-4D97-AF65-F5344CB8AC3E}">
        <p14:creationId xmlns:p14="http://schemas.microsoft.com/office/powerpoint/2010/main" val="1080539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DISC Summary">
    <p:spTree>
      <p:nvGrpSpPr>
        <p:cNvPr id="1" name=""/>
        <p:cNvGrpSpPr/>
        <p:nvPr/>
      </p:nvGrpSpPr>
      <p:grpSpPr>
        <a:xfrm>
          <a:off x="0" y="0"/>
          <a:ext cx="0" cy="0"/>
          <a:chOff x="0" y="0"/>
          <a:chExt cx="0" cy="0"/>
        </a:xfrm>
      </p:grpSpPr>
      <p:pic>
        <p:nvPicPr>
          <p:cNvPr id="9" name="Picture 8" descr="A logo for a company&#10;&#10;AI-generated content may be incorrect.">
            <a:extLst>
              <a:ext uri="{FF2B5EF4-FFF2-40B4-BE49-F238E27FC236}">
                <a16:creationId xmlns:a16="http://schemas.microsoft.com/office/drawing/2014/main" id="{C9681E14-B3FE-E042-C5B8-F8177FE73FF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302343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ducation">
    <p:spTree>
      <p:nvGrpSpPr>
        <p:cNvPr id="1" name=""/>
        <p:cNvGrpSpPr/>
        <p:nvPr/>
      </p:nvGrpSpPr>
      <p:grpSpPr>
        <a:xfrm>
          <a:off x="0" y="0"/>
          <a:ext cx="0" cy="0"/>
          <a:chOff x="0" y="0"/>
          <a:chExt cx="0" cy="0"/>
        </a:xfrm>
      </p:grpSpPr>
      <p:pic>
        <p:nvPicPr>
          <p:cNvPr id="9" name="Picture 8" descr="A screenshot of a web page&#10;&#10;AI-generated content may be incorrect.">
            <a:extLst>
              <a:ext uri="{FF2B5EF4-FFF2-40B4-BE49-F238E27FC236}">
                <a16:creationId xmlns:a16="http://schemas.microsoft.com/office/drawing/2014/main" id="{663278CC-4CCB-5D61-9D7D-8101C1DEA2F0}"/>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498291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USDM">
    <p:spTree>
      <p:nvGrpSpPr>
        <p:cNvPr id="1" name=""/>
        <p:cNvGrpSpPr/>
        <p:nvPr/>
      </p:nvGrpSpPr>
      <p:grpSpPr>
        <a:xfrm>
          <a:off x="0" y="0"/>
          <a:ext cx="0" cy="0"/>
          <a:chOff x="0" y="0"/>
          <a:chExt cx="0" cy="0"/>
        </a:xfrm>
      </p:grpSpPr>
      <p:pic>
        <p:nvPicPr>
          <p:cNvPr id="9" name="Picture 8" descr="A blue and white poster with icons and text&#10;&#10;AI-generated content may be incorrect.">
            <a:extLst>
              <a:ext uri="{FF2B5EF4-FFF2-40B4-BE49-F238E27FC236}">
                <a16:creationId xmlns:a16="http://schemas.microsoft.com/office/drawing/2014/main" id="{45626BA3-136C-D9F4-A116-DB95D67FA01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78735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vents">
    <p:spTree>
      <p:nvGrpSpPr>
        <p:cNvPr id="1" name=""/>
        <p:cNvGrpSpPr/>
        <p:nvPr/>
      </p:nvGrpSpPr>
      <p:grpSpPr>
        <a:xfrm>
          <a:off x="0" y="0"/>
          <a:ext cx="0" cy="0"/>
          <a:chOff x="0" y="0"/>
          <a:chExt cx="0" cy="0"/>
        </a:xfrm>
      </p:grpSpPr>
      <p:pic>
        <p:nvPicPr>
          <p:cNvPr id="9" name="Picture 8" descr="A blue and white website with a few images of buildings&#10;&#10;AI-generated content may be incorrect.">
            <a:extLst>
              <a:ext uri="{FF2B5EF4-FFF2-40B4-BE49-F238E27FC236}">
                <a16:creationId xmlns:a16="http://schemas.microsoft.com/office/drawing/2014/main" id="{99BDABBC-9179-4D5C-51F3-CDFFF44ACBAF}"/>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516595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artnerships">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25C5EFB-930B-3056-3550-02D67352BB3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521941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dustry Sectors">
    <p:spTree>
      <p:nvGrpSpPr>
        <p:cNvPr id="1" name=""/>
        <p:cNvGrpSpPr/>
        <p:nvPr/>
      </p:nvGrpSpPr>
      <p:grpSpPr>
        <a:xfrm>
          <a:off x="0" y="0"/>
          <a:ext cx="0" cy="0"/>
          <a:chOff x="0" y="0"/>
          <a:chExt cx="0" cy="0"/>
        </a:xfrm>
      </p:grpSpPr>
      <p:pic>
        <p:nvPicPr>
          <p:cNvPr id="7" name="Picture 6" descr="A close-up of a pie chart&#10;&#10;AI-generated content may be incorrect.">
            <a:extLst>
              <a:ext uri="{FF2B5EF4-FFF2-40B4-BE49-F238E27FC236}">
                <a16:creationId xmlns:a16="http://schemas.microsoft.com/office/drawing/2014/main" id="{4BE472CD-6235-FDD2-630E-DE95E94E7A6C}"/>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776824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Member Map">
    <p:spTree>
      <p:nvGrpSpPr>
        <p:cNvPr id="1" name=""/>
        <p:cNvGrpSpPr/>
        <p:nvPr/>
      </p:nvGrpSpPr>
      <p:grpSpPr>
        <a:xfrm>
          <a:off x="0" y="0"/>
          <a:ext cx="0" cy="0"/>
          <a:chOff x="0" y="0"/>
          <a:chExt cx="0" cy="0"/>
        </a:xfrm>
      </p:grpSpPr>
      <p:pic>
        <p:nvPicPr>
          <p:cNvPr id="7" name="Picture 6" descr="A map of the world with red circles and white text&#10;&#10;AI-generated content may be incorrect.">
            <a:extLst>
              <a:ext uri="{FF2B5EF4-FFF2-40B4-BE49-F238E27FC236}">
                <a16:creationId xmlns:a16="http://schemas.microsoft.com/office/drawing/2014/main" id="{58EAF52A-9601-E251-C690-71DCD0F78DC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977902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Member List">
    <p:spTree>
      <p:nvGrpSpPr>
        <p:cNvPr id="1" name=""/>
        <p:cNvGrpSpPr/>
        <p:nvPr/>
      </p:nvGrpSpPr>
      <p:grpSpPr>
        <a:xfrm>
          <a:off x="0" y="0"/>
          <a:ext cx="0" cy="0"/>
          <a:chOff x="0" y="0"/>
          <a:chExt cx="0" cy="0"/>
        </a:xfrm>
      </p:grpSpPr>
      <p:pic>
        <p:nvPicPr>
          <p:cNvPr id="7" name="Picture 6" descr="A close-up of a computer screen&#10;&#10;AI-generated content may be incorrect.">
            <a:extLst>
              <a:ext uri="{FF2B5EF4-FFF2-40B4-BE49-F238E27FC236}">
                <a16:creationId xmlns:a16="http://schemas.microsoft.com/office/drawing/2014/main" id="{0569ABDE-DB67-6D73-1D2B-FCD17D7E1BD3}"/>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44023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image" Target="../media/image10.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8">
            <a:extLst>
              <a:ext uri="{FF2B5EF4-FFF2-40B4-BE49-F238E27FC236}">
                <a16:creationId xmlns:a16="http://schemas.microsoft.com/office/drawing/2014/main" id="{A281660A-8757-EE1C-F596-19764D32A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1" name="Footer Placeholder 10">
            <a:extLst>
              <a:ext uri="{FF2B5EF4-FFF2-40B4-BE49-F238E27FC236}">
                <a16:creationId xmlns:a16="http://schemas.microsoft.com/office/drawing/2014/main" id="{C50522A0-D06F-BDC9-44DF-8101FB801CD9}"/>
              </a:ext>
            </a:extLst>
          </p:cNvPr>
          <p:cNvSpPr>
            <a:spLocks noGrp="1"/>
          </p:cNvSpPr>
          <p:nvPr>
            <p:ph type="ftr" sz="quarter" idx="3"/>
          </p:nvPr>
        </p:nvSpPr>
        <p:spPr>
          <a:xfrm>
            <a:off x="838200" y="6361596"/>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endParaRPr lang="en-US" i="1" dirty="0"/>
          </a:p>
        </p:txBody>
      </p:sp>
      <p:sp>
        <p:nvSpPr>
          <p:cNvPr id="12" name="Slide Number Placeholder 11">
            <a:extLst>
              <a:ext uri="{FF2B5EF4-FFF2-40B4-BE49-F238E27FC236}">
                <a16:creationId xmlns:a16="http://schemas.microsoft.com/office/drawing/2014/main" id="{0C986F05-C189-34BC-3DF9-51AB9758D0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534D5-8D4C-454A-B069-B706E4B30484}" type="slidenum">
              <a:rPr lang="en-US" smtClean="0"/>
              <a:t>‹#›</a:t>
            </a:fld>
            <a:endParaRPr lang="en-US"/>
          </a:p>
        </p:txBody>
      </p:sp>
      <p:sp>
        <p:nvSpPr>
          <p:cNvPr id="13" name="Text Placeholder 12">
            <a:extLst>
              <a:ext uri="{FF2B5EF4-FFF2-40B4-BE49-F238E27FC236}">
                <a16:creationId xmlns:a16="http://schemas.microsoft.com/office/drawing/2014/main" id="{7368168F-AACE-36CB-D947-3FC495187A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9350716"/>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7" r:id="rId3"/>
    <p:sldLayoutId id="2147483679" r:id="rId4"/>
    <p:sldLayoutId id="2147483681" r:id="rId5"/>
    <p:sldLayoutId id="2147483650" r:id="rId6"/>
    <p:sldLayoutId id="2147483654" r:id="rId7"/>
    <p:sldLayoutId id="2147483655" r:id="rId8"/>
    <p:sldLayoutId id="2147483678" r:id="rId9"/>
    <p:sldLayoutId id="2147483660" r:id="rId10"/>
    <p:sldLayoutId id="2147483656" r:id="rId11"/>
    <p:sldLayoutId id="2147483652" r:id="rId12"/>
    <p:sldLayoutId id="2147483653" r:id="rId13"/>
    <p:sldLayoutId id="2147483657" r:id="rId14"/>
    <p:sldLayoutId id="2147483661" r:id="rId15"/>
    <p:sldLayoutId id="2147483662" r:id="rId16"/>
    <p:sldLayoutId id="2147483680" r:id="rId17"/>
    <p:sldLayoutId id="2147483699" r:id="rId18"/>
    <p:sldLayoutId id="2147483700" r:id="rId19"/>
    <p:sldLayoutId id="2147483701" r:id="rId20"/>
    <p:sldLayoutId id="2147483702" r:id="rId21"/>
  </p:sldLayoutIdLst>
  <p:hf sldNum="0" hdr="0" ftr="0" dt="0"/>
  <p:txStyles>
    <p:title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
        </a:spcBef>
        <a:spcAft>
          <a:spcPts val="100"/>
        </a:spcAft>
        <a:buFont typeface="Arial" panose="020B0604020202020204" pitchFamily="34" charset="0"/>
        <a:buChar char="•"/>
        <a:defRPr sz="2800" b="0" i="0" kern="1200">
          <a:solidFill>
            <a:schemeClr val="accent1"/>
          </a:solidFill>
          <a:latin typeface="Arial" panose="020B0604020202020204" pitchFamily="34" charset="0"/>
          <a:ea typeface="+mn-ea"/>
          <a:cs typeface="+mn-cs"/>
        </a:defRPr>
      </a:lvl1pPr>
      <a:lvl2pPr marL="685800" indent="-228600" algn="l" defTabSz="914400" rtl="0" eaLnBrk="1" latinLnBrk="0" hangingPunct="1">
        <a:lnSpc>
          <a:spcPct val="100000"/>
        </a:lnSpc>
        <a:spcBef>
          <a:spcPts val="100"/>
        </a:spcBef>
        <a:spcAft>
          <a:spcPts val="100"/>
        </a:spcAft>
        <a:buFont typeface="Arial" panose="020B0604020202020204" pitchFamily="34" charset="0"/>
        <a:buChar char="•"/>
        <a:defRPr sz="2400" b="0" i="0" kern="1200">
          <a:solidFill>
            <a:schemeClr val="accent1"/>
          </a:solidFill>
          <a:latin typeface="Arial" panose="020B0604020202020204" pitchFamily="34" charset="0"/>
          <a:ea typeface="+mn-ea"/>
          <a:cs typeface="+mn-cs"/>
        </a:defRPr>
      </a:lvl2pPr>
      <a:lvl3pPr marL="1143000" indent="-228600" algn="l" defTabSz="914400" rtl="0" eaLnBrk="1" latinLnBrk="0" hangingPunct="1">
        <a:lnSpc>
          <a:spcPct val="100000"/>
        </a:lnSpc>
        <a:spcBef>
          <a:spcPts val="100"/>
        </a:spcBef>
        <a:spcAft>
          <a:spcPts val="100"/>
        </a:spcAft>
        <a:buFont typeface="Arial" panose="020B0604020202020204" pitchFamily="34" charset="0"/>
        <a:buChar char="•"/>
        <a:defRPr sz="2000" b="0" i="0" kern="1200">
          <a:solidFill>
            <a:schemeClr val="accent1"/>
          </a:solidFill>
          <a:latin typeface="Arial" panose="020B0604020202020204" pitchFamily="34" charset="0"/>
          <a:ea typeface="+mn-ea"/>
          <a:cs typeface="+mn-cs"/>
        </a:defRPr>
      </a:lvl3pPr>
      <a:lvl4pPr marL="16002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4pPr>
      <a:lvl5pPr marL="2057400" indent="-228600" algn="l" defTabSz="914400" rtl="0" eaLnBrk="1" latinLnBrk="0" hangingPunct="1">
        <a:lnSpc>
          <a:spcPct val="100000"/>
        </a:lnSpc>
        <a:spcBef>
          <a:spcPts val="100"/>
        </a:spcBef>
        <a:spcAft>
          <a:spcPts val="100"/>
        </a:spcAft>
        <a:buFont typeface="Arial" panose="020B0604020202020204" pitchFamily="34" charset="0"/>
        <a:buChar char="•"/>
        <a:defRPr sz="1800" b="0" i="0" kern="1200">
          <a:solidFill>
            <a:schemeClr val="accent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325563"/>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09600" y="1481668"/>
            <a:ext cx="10972800" cy="4695297"/>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ue and red text on a black background&#10;&#10;AI-generated content may be incorrect.">
            <a:extLst>
              <a:ext uri="{FF2B5EF4-FFF2-40B4-BE49-F238E27FC236}">
                <a16:creationId xmlns:a16="http://schemas.microsoft.com/office/drawing/2014/main" id="{FAA6947A-88AC-58E6-32D1-F699669399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608647" y="6316137"/>
            <a:ext cx="998421" cy="302735"/>
          </a:xfrm>
          <a:prstGeom prst="rect">
            <a:avLst/>
          </a:prstGeom>
        </p:spPr>
      </p:pic>
    </p:spTree>
    <p:extLst>
      <p:ext uri="{BB962C8B-B14F-4D97-AF65-F5344CB8AC3E}">
        <p14:creationId xmlns:p14="http://schemas.microsoft.com/office/powerpoint/2010/main" val="243978119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Lst>
  <p:hf sldNum="0" hdr="0" ftr="0" dt="0"/>
  <p:txStyles>
    <p:titleStyle>
      <a:lvl1pPr algn="l" defTabSz="914377"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4" indent="-228594" algn="l" defTabSz="914377"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2pPr>
      <a:lvl3pPr marL="1142971"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867"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0">
          <p15:clr>
            <a:srgbClr val="F26B43"/>
          </p15:clr>
        </p15:guide>
        <p15:guide id="2" pos="5472">
          <p15:clr>
            <a:srgbClr val="F26B43"/>
          </p15:clr>
        </p15:guide>
        <p15:guide id="3" pos="504">
          <p15:clr>
            <a:srgbClr val="F26B43"/>
          </p15:clr>
        </p15:guide>
        <p15:guide id="4" pos="3054">
          <p15:clr>
            <a:srgbClr val="F26B43"/>
          </p15:clr>
        </p15:guide>
        <p15:guide id="5" pos="3198">
          <p15:clr>
            <a:srgbClr val="F26B43"/>
          </p15:clr>
        </p15:guide>
        <p15:guide id="6" pos="288">
          <p15:clr>
            <a:srgbClr val="F26B43"/>
          </p15:clr>
        </p15:guide>
        <p15:guide id="7" orient="horz" pos="7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86468-8A2B-6153-F617-953E2EE39F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DD67B3-AAEC-95D2-781F-6DFB3AC917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302DD03-F651-5463-9181-9FD930176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E506B7-332F-CE1D-B5F5-9C74D7C452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59C3FD-9B60-0C4F-8666-AAFEDBA8752F}" type="slidenum">
              <a:rPr lang="en-US" smtClean="0"/>
              <a:t>‹#›</a:t>
            </a:fld>
            <a:endParaRPr lang="en-US"/>
          </a:p>
        </p:txBody>
      </p:sp>
    </p:spTree>
    <p:extLst>
      <p:ext uri="{BB962C8B-B14F-4D97-AF65-F5344CB8AC3E}">
        <p14:creationId xmlns:p14="http://schemas.microsoft.com/office/powerpoint/2010/main" val="267187929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2" r:id="rId3"/>
    <p:sldLayoutId id="2147483693" r:id="rId4"/>
    <p:sldLayoutId id="2147483694" r:id="rId5"/>
    <p:sldLayoutId id="2147483695" r:id="rId6"/>
    <p:sldLayoutId id="2147483696" r:id="rId7"/>
    <p:sldLayoutId id="2147483698" r:id="rId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jpe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sv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svg"/><Relationship Id="rId25" Type="http://schemas.openxmlformats.org/officeDocument/2006/relationships/image" Target="../media/image53.svg"/><Relationship Id="rId2" Type="http://schemas.openxmlformats.org/officeDocument/2006/relationships/notesSlide" Target="../notesSlides/notesSlide3.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34.sv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svg"/><Relationship Id="rId23" Type="http://schemas.openxmlformats.org/officeDocument/2006/relationships/image" Target="../media/image51.svg"/><Relationship Id="rId28"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svg"/></Relationships>
</file>

<file path=ppt/slides/_rels/slide8.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jpe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sv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svg"/><Relationship Id="rId25" Type="http://schemas.openxmlformats.org/officeDocument/2006/relationships/image" Target="../media/image53.sv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34.sv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svg"/><Relationship Id="rId23" Type="http://schemas.openxmlformats.org/officeDocument/2006/relationships/image" Target="../media/image51.svg"/><Relationship Id="rId28"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svg"/></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29.pn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5.xml"/><Relationship Id="rId16" Type="http://schemas.openxmlformats.org/officeDocument/2006/relationships/diagramQuickStyle" Target="../diagrams/quickStyle3.xml"/><Relationship Id="rId1" Type="http://schemas.openxmlformats.org/officeDocument/2006/relationships/slideLayout" Target="../slideLayouts/slideLayout19.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svg"/><Relationship Id="rId2" Type="http://schemas.openxmlformats.org/officeDocument/2006/relationships/image" Target="../media/image56.jpg"/><Relationship Id="rId1" Type="http://schemas.openxmlformats.org/officeDocument/2006/relationships/slideLayout" Target="../slideLayouts/slideLayout20.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12.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3" Type="http://schemas.openxmlformats.org/officeDocument/2006/relationships/image" Target="../media/image67.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69.png"/><Relationship Id="rId11" Type="http://schemas.openxmlformats.org/officeDocument/2006/relationships/image" Target="../media/image74.sv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hyperlink" Target="https://freepngimg.com/png/26808-excel-transparent-image" TargetMode="External"/><Relationship Id="rId9" Type="http://schemas.openxmlformats.org/officeDocument/2006/relationships/image" Target="../media/image72.pn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77.svg"/><Relationship Id="rId2" Type="http://schemas.openxmlformats.org/officeDocument/2006/relationships/image" Target="../media/image56.jpg"/><Relationship Id="rId1" Type="http://schemas.openxmlformats.org/officeDocument/2006/relationships/slideLayout" Target="../slideLayouts/slideLayout20.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1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svg"/><Relationship Id="rId3" Type="http://schemas.openxmlformats.org/officeDocument/2006/relationships/image" Target="../media/image56.jp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jpg"/><Relationship Id="rId7" Type="http://schemas.openxmlformats.org/officeDocument/2006/relationships/image" Target="../media/image60.png"/><Relationship Id="rId2" Type="http://schemas.microsoft.com/office/2018/10/relationships/comments" Target="../comments/modernComment_7FFFF9FC_DCBB5CF9.xml"/><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8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figma.com/proto/tD8BcqS2maHQ58bOUhEKXv/CDISC_Final?page-id=90%3A12133&amp;node-id=90-12355&amp;viewport=220%2C283%2C0.03&amp;t=xvuXzG5UbrFqCNeQ-1&amp;scaling=min-zoom&amp;content-scaling=fixed&amp;starting-point-node-id=90%3A12355"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jpe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sv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svg"/><Relationship Id="rId25" Type="http://schemas.openxmlformats.org/officeDocument/2006/relationships/image" Target="../media/image53.svg"/><Relationship Id="rId2" Type="http://schemas.openxmlformats.org/officeDocument/2006/relationships/notesSlide" Target="../notesSlides/notesSlide14.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34.sv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svg"/><Relationship Id="rId23" Type="http://schemas.openxmlformats.org/officeDocument/2006/relationships/image" Target="../media/image51.svg"/><Relationship Id="rId28" Type="http://schemas.openxmlformats.org/officeDocument/2006/relationships/image" Target="../media/image29.png"/><Relationship Id="rId10" Type="http://schemas.openxmlformats.org/officeDocument/2006/relationships/image" Target="../media/image38.svg"/><Relationship Id="rId19" Type="http://schemas.openxmlformats.org/officeDocument/2006/relationships/image" Target="../media/image47.sv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svg"/></Relationships>
</file>

<file path=ppt/slides/_rels/slide26.xml.rels><?xml version="1.0" encoding="UTF-8" standalone="yes"?>
<Relationships xmlns="http://schemas.openxmlformats.org/package/2006/relationships"><Relationship Id="rId2" Type="http://schemas.openxmlformats.org/officeDocument/2006/relationships/hyperlink" Target="mailto:pvanreusel@cdisc.org"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CF067-C970-F1A3-3AD5-B5048FBFE52E}"/>
              </a:ext>
            </a:extLst>
          </p:cNvPr>
          <p:cNvSpPr>
            <a:spLocks noGrp="1"/>
          </p:cNvSpPr>
          <p:nvPr>
            <p:ph type="ctrTitle"/>
          </p:nvPr>
        </p:nvSpPr>
        <p:spPr>
          <a:xfrm>
            <a:off x="2345747" y="4343062"/>
            <a:ext cx="9425949" cy="704029"/>
          </a:xfrm>
        </p:spPr>
        <p:txBody>
          <a:bodyPr>
            <a:normAutofit fontScale="90000"/>
          </a:bodyPr>
          <a:lstStyle/>
          <a:p>
            <a:r>
              <a:rPr lang="en-GB" dirty="0"/>
              <a:t>CDISC 360i:</a:t>
            </a:r>
            <a:br>
              <a:rPr lang="en-GB" dirty="0"/>
            </a:br>
            <a:r>
              <a:rPr lang="en-GB" dirty="0"/>
              <a:t>Lessons Learned and Road Ahead</a:t>
            </a:r>
          </a:p>
        </p:txBody>
      </p:sp>
      <p:sp>
        <p:nvSpPr>
          <p:cNvPr id="3" name="Subtitle 2">
            <a:extLst>
              <a:ext uri="{FF2B5EF4-FFF2-40B4-BE49-F238E27FC236}">
                <a16:creationId xmlns:a16="http://schemas.microsoft.com/office/drawing/2014/main" id="{755D7A29-DF34-AEAB-E27C-FE5E544BDBC3}"/>
              </a:ext>
            </a:extLst>
          </p:cNvPr>
          <p:cNvSpPr>
            <a:spLocks noGrp="1"/>
          </p:cNvSpPr>
          <p:nvPr>
            <p:ph type="subTitle" idx="1"/>
          </p:nvPr>
        </p:nvSpPr>
        <p:spPr/>
        <p:txBody>
          <a:bodyPr/>
          <a:lstStyle/>
          <a:p>
            <a:r>
              <a:rPr lang="en-US" dirty="0"/>
              <a:t>Peter Van Reusel, Chief Standards Officers, CDISC.</a:t>
            </a:r>
          </a:p>
        </p:txBody>
      </p:sp>
    </p:spTree>
    <p:extLst>
      <p:ext uri="{BB962C8B-B14F-4D97-AF65-F5344CB8AC3E}">
        <p14:creationId xmlns:p14="http://schemas.microsoft.com/office/powerpoint/2010/main" val="4218661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415B73F-C0F1-49F1-8F1F-2BEACB98E424}"/>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2966971" y="1868379"/>
            <a:ext cx="1983401" cy="1983401"/>
          </a:xfrm>
          <a:prstGeom prst="rect">
            <a:avLst/>
          </a:prstGeom>
        </p:spPr>
      </p:pic>
      <p:sp>
        <p:nvSpPr>
          <p:cNvPr id="2" name="Title 1">
            <a:extLst>
              <a:ext uri="{FF2B5EF4-FFF2-40B4-BE49-F238E27FC236}">
                <a16:creationId xmlns:a16="http://schemas.microsoft.com/office/drawing/2014/main" id="{EE8D9AE8-0E1B-2740-A95B-81DDAC2FCFA7}"/>
              </a:ext>
            </a:extLst>
          </p:cNvPr>
          <p:cNvSpPr>
            <a:spLocks noGrp="1"/>
          </p:cNvSpPr>
          <p:nvPr>
            <p:ph type="title"/>
          </p:nvPr>
        </p:nvSpPr>
        <p:spPr>
          <a:xfrm>
            <a:off x="2966971" y="551793"/>
            <a:ext cx="8386828" cy="1325563"/>
          </a:xfrm>
        </p:spPr>
        <p:txBody>
          <a:bodyPr/>
          <a:lstStyle/>
          <a:p>
            <a:r>
              <a:rPr lang="en-US" dirty="0"/>
              <a:t>Meet the Speaker</a:t>
            </a:r>
          </a:p>
        </p:txBody>
      </p:sp>
      <p:sp>
        <p:nvSpPr>
          <p:cNvPr id="6" name="Content Placeholder 2">
            <a:extLst>
              <a:ext uri="{FF2B5EF4-FFF2-40B4-BE49-F238E27FC236}">
                <a16:creationId xmlns:a16="http://schemas.microsoft.com/office/drawing/2014/main" id="{8297C69A-1B67-4032-9B40-A53B5FA4F302}"/>
              </a:ext>
            </a:extLst>
          </p:cNvPr>
          <p:cNvSpPr txBox="1">
            <a:spLocks/>
          </p:cNvSpPr>
          <p:nvPr/>
        </p:nvSpPr>
        <p:spPr>
          <a:xfrm>
            <a:off x="5105973" y="2860080"/>
            <a:ext cx="6641431" cy="760853"/>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914332"/>
            <a:endParaRPr lang="en-US" sz="1867" dirty="0">
              <a:solidFill>
                <a:srgbClr val="FFFFFF"/>
              </a:solidFill>
              <a:latin typeface="Arial" panose="020B0604020202020204"/>
            </a:endParaRPr>
          </a:p>
        </p:txBody>
      </p:sp>
      <p:sp>
        <p:nvSpPr>
          <p:cNvPr id="7" name="Content Placeholder 2">
            <a:extLst>
              <a:ext uri="{FF2B5EF4-FFF2-40B4-BE49-F238E27FC236}">
                <a16:creationId xmlns:a16="http://schemas.microsoft.com/office/drawing/2014/main" id="{02670CBF-6B62-4AA9-982E-63BC383FE355}"/>
              </a:ext>
            </a:extLst>
          </p:cNvPr>
          <p:cNvSpPr txBox="1">
            <a:spLocks/>
          </p:cNvSpPr>
          <p:nvPr/>
        </p:nvSpPr>
        <p:spPr>
          <a:xfrm>
            <a:off x="5369910" y="1877356"/>
            <a:ext cx="6377494" cy="4176652"/>
          </a:xfrm>
          <a:prstGeom prst="rect">
            <a:avLst/>
          </a:prstGeom>
        </p:spPr>
        <p:txBody>
          <a:bodyPr vert="horz" lIns="0" tIns="0" rIns="0" bIns="0" rtlCol="0">
            <a:normAutofit fontScale="85000" lnSpcReduction="20000"/>
          </a:bodyPr>
          <a:lstStyle>
            <a:lvl1pPr marL="0" indent="0" algn="l" defTabSz="685800" rtl="0" eaLnBrk="1" latinLnBrk="0" hangingPunct="1">
              <a:lnSpc>
                <a:spcPct val="90000"/>
              </a:lnSpc>
              <a:spcBef>
                <a:spcPts val="750"/>
              </a:spcBef>
              <a:buFont typeface="+mj-lt"/>
              <a:buNone/>
              <a:tabLst/>
              <a:defRPr sz="1800" kern="1200">
                <a:solidFill>
                  <a:schemeClr val="bg1"/>
                </a:solidFill>
                <a:latin typeface="+mn-lt"/>
                <a:ea typeface="+mn-ea"/>
                <a:cs typeface="+mn-cs"/>
              </a:defRPr>
            </a:lvl1pPr>
            <a:lvl2pPr marL="4763" indent="0" algn="l" defTabSz="685800" rtl="0" eaLnBrk="1" latinLnBrk="0" hangingPunct="1">
              <a:lnSpc>
                <a:spcPct val="90000"/>
              </a:lnSpc>
              <a:spcBef>
                <a:spcPts val="375"/>
              </a:spcBef>
              <a:buFont typeface="+mj-lt"/>
              <a:buNone/>
              <a:tabLst/>
              <a:defRPr sz="1400" kern="1200">
                <a:solidFill>
                  <a:schemeClr val="bg1"/>
                </a:solidFill>
                <a:latin typeface="+mn-lt"/>
                <a:ea typeface="+mn-ea"/>
                <a:cs typeface="+mn-cs"/>
              </a:defRPr>
            </a:lvl2pPr>
            <a:lvl3pPr marL="4763" indent="0" algn="l" defTabSz="685800" rtl="0" eaLnBrk="1" latinLnBrk="0" hangingPunct="1">
              <a:lnSpc>
                <a:spcPct val="90000"/>
              </a:lnSpc>
              <a:spcBef>
                <a:spcPts val="375"/>
              </a:spcBef>
              <a:buFont typeface="+mj-lt"/>
              <a:buNone/>
              <a:tabLst/>
              <a:defRPr sz="1200" kern="1200">
                <a:solidFill>
                  <a:schemeClr val="bg1"/>
                </a:solidFill>
                <a:latin typeface="+mn-lt"/>
                <a:ea typeface="+mn-ea"/>
                <a:cs typeface="+mn-cs"/>
              </a:defRPr>
            </a:lvl3pPr>
            <a:lvl4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4pPr>
            <a:lvl5pPr marL="4763" indent="0" algn="l" defTabSz="685800" rtl="0" eaLnBrk="1" latinLnBrk="0" hangingPunct="1">
              <a:lnSpc>
                <a:spcPct val="90000"/>
              </a:lnSpc>
              <a:spcBef>
                <a:spcPts val="375"/>
              </a:spcBef>
              <a:buFont typeface="+mj-lt"/>
              <a:buNone/>
              <a:tabLst/>
              <a:defRPr sz="1100" kern="1200">
                <a:solidFill>
                  <a:schemeClr val="bg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400" b="1" dirty="0"/>
              <a:t>Peter Van </a:t>
            </a:r>
            <a:r>
              <a:rPr lang="en-US" sz="2400" b="1" dirty="0" err="1"/>
              <a:t>Reusel</a:t>
            </a:r>
            <a:endParaRPr lang="en-US" sz="2400" b="1" dirty="0"/>
          </a:p>
          <a:p>
            <a:r>
              <a:rPr lang="en-US" sz="2400" dirty="0"/>
              <a:t>Chief Standards Officer</a:t>
            </a:r>
          </a:p>
          <a:p>
            <a:r>
              <a:rPr lang="en-US" sz="2400" dirty="0"/>
              <a:t>CDISC</a:t>
            </a:r>
          </a:p>
          <a:p>
            <a:pPr>
              <a:lnSpc>
                <a:spcPct val="110000"/>
              </a:lnSpc>
            </a:pPr>
            <a:endParaRPr lang="en-US" sz="1900" dirty="0"/>
          </a:p>
          <a:p>
            <a:pPr defTabSz="914332">
              <a:lnSpc>
                <a:spcPct val="110000"/>
              </a:lnSpc>
            </a:pPr>
            <a:r>
              <a:rPr lang="en-US" sz="1900" dirty="0">
                <a:solidFill>
                  <a:srgbClr val="FFFFFF"/>
                </a:solidFill>
                <a:latin typeface="Arial" panose="020B0604020202020204"/>
                <a:cs typeface="Arial"/>
              </a:rPr>
              <a:t>Peter Van Reusel provides executive leadership to the development and implementation of clinical standards in line with CDISC’s strategy and operational plans, working closely with the President and CEO, as well as CDISC staff and stakeholders. </a:t>
            </a:r>
          </a:p>
          <a:p>
            <a:pPr defTabSz="914332">
              <a:lnSpc>
                <a:spcPct val="110000"/>
              </a:lnSpc>
            </a:pPr>
            <a:r>
              <a:rPr lang="en-US" sz="1900" dirty="0">
                <a:solidFill>
                  <a:srgbClr val="FFFFFF"/>
                </a:solidFill>
                <a:latin typeface="Arial" panose="020B0604020202020204"/>
                <a:cs typeface="Arial"/>
              </a:rPr>
              <a:t>He has over 20 years’ experience in senior roles in pharma and at CROs, providing standards expertise and carrying out other standards work in various organizational settings. A long-time, CDISC-authorized instructor, Peter has helped significantly in developing CDISC training courses.</a:t>
            </a:r>
            <a:endParaRPr lang="en-US" sz="1900" dirty="0">
              <a:solidFill>
                <a:srgbClr val="FFFFFF"/>
              </a:solidFill>
              <a:latin typeface="Arial" panose="020B0604020202020204"/>
            </a:endParaRPr>
          </a:p>
          <a:p>
            <a:pPr defTabSz="914332">
              <a:lnSpc>
                <a:spcPct val="110000"/>
              </a:lnSpc>
            </a:pPr>
            <a:r>
              <a:rPr lang="en-US" sz="1900" dirty="0">
                <a:solidFill>
                  <a:srgbClr val="FFFFFF"/>
                </a:solidFill>
                <a:latin typeface="Arial" panose="020B0604020202020204"/>
              </a:rPr>
              <a:t>He previously served as CDISC’s European Liaison, fostering relationships with key European regulatory, academic, and biopharma stakeholders. Peter is also an active PHUSE collaborator</a:t>
            </a:r>
            <a:r>
              <a:rPr lang="en-US" sz="1600" dirty="0">
                <a:solidFill>
                  <a:srgbClr val="FFFFFF"/>
                </a:solidFill>
                <a:latin typeface="Arial" panose="020B0604020202020204"/>
              </a:rPr>
              <a:t>.</a:t>
            </a:r>
          </a:p>
        </p:txBody>
      </p:sp>
    </p:spTree>
    <p:extLst>
      <p:ext uri="{BB962C8B-B14F-4D97-AF65-F5344CB8AC3E}">
        <p14:creationId xmlns:p14="http://schemas.microsoft.com/office/powerpoint/2010/main" val="174185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5B7D71CD-9C0C-FE4C-87FD-8BC3AEF85624}"/>
              </a:ext>
            </a:extLst>
          </p:cNvPr>
          <p:cNvSpPr>
            <a:spLocks noGrp="1"/>
          </p:cNvSpPr>
          <p:nvPr>
            <p:ph sz="half" idx="2"/>
          </p:nvPr>
        </p:nvSpPr>
        <p:spPr/>
        <p:txBody>
          <a:bodyPr>
            <a:normAutofit/>
          </a:bodyPr>
          <a:lstStyle/>
          <a:p>
            <a:r>
              <a:rPr lang="en-US" dirty="0">
                <a:latin typeface="Calibri" panose="020F0502020204030204" pitchFamily="34" charset="0"/>
              </a:rPr>
              <a:t> Purpose &amp; Approach</a:t>
            </a:r>
          </a:p>
          <a:p>
            <a:r>
              <a:rPr lang="en-US" dirty="0">
                <a:latin typeface="Calibri" panose="020F0502020204030204" pitchFamily="34" charset="0"/>
              </a:rPr>
              <a:t> Achievements, Challenges &amp; Insights</a:t>
            </a:r>
          </a:p>
          <a:p>
            <a:r>
              <a:rPr lang="en-US" dirty="0">
                <a:latin typeface="Calibri" panose="020F0502020204030204" pitchFamily="34" charset="0"/>
              </a:rPr>
              <a:t> Looking forward: Art of the Possible</a:t>
            </a:r>
          </a:p>
          <a:p>
            <a:endParaRPr lang="en-US" dirty="0"/>
          </a:p>
        </p:txBody>
      </p:sp>
      <p:sp>
        <p:nvSpPr>
          <p:cNvPr id="7" name="Title 6">
            <a:extLst>
              <a:ext uri="{FF2B5EF4-FFF2-40B4-BE49-F238E27FC236}">
                <a16:creationId xmlns:a16="http://schemas.microsoft.com/office/drawing/2014/main" id="{AA879D90-4E5A-B24E-BCE1-A85BA18A722E}"/>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112908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4E892FD-3AA8-FBBB-C011-3B5E5700AC73}"/>
              </a:ext>
            </a:extLst>
          </p:cNvPr>
          <p:cNvSpPr>
            <a:spLocks noGrp="1"/>
          </p:cNvSpPr>
          <p:nvPr>
            <p:ph sz="half" idx="2"/>
          </p:nvPr>
        </p:nvSpPr>
        <p:spPr/>
        <p:txBody>
          <a:bodyPr/>
          <a:lstStyle/>
          <a:p>
            <a:endParaRPr lang="en-US"/>
          </a:p>
        </p:txBody>
      </p:sp>
      <p:sp>
        <p:nvSpPr>
          <p:cNvPr id="2" name="Title 1">
            <a:extLst>
              <a:ext uri="{FF2B5EF4-FFF2-40B4-BE49-F238E27FC236}">
                <a16:creationId xmlns:a16="http://schemas.microsoft.com/office/drawing/2014/main" id="{FA080EE5-12D7-94B7-AC26-30E3698CE5A6}"/>
              </a:ext>
            </a:extLst>
          </p:cNvPr>
          <p:cNvSpPr>
            <a:spLocks noGrp="1"/>
          </p:cNvSpPr>
          <p:nvPr>
            <p:ph type="title"/>
          </p:nvPr>
        </p:nvSpPr>
        <p:spPr/>
        <p:txBody>
          <a:bodyPr/>
          <a:lstStyle/>
          <a:p>
            <a:r>
              <a:rPr lang="en-US" dirty="0"/>
              <a:t>Purpose &amp; Approach</a:t>
            </a:r>
          </a:p>
        </p:txBody>
      </p:sp>
    </p:spTree>
    <p:extLst>
      <p:ext uri="{BB962C8B-B14F-4D97-AF65-F5344CB8AC3E}">
        <p14:creationId xmlns:p14="http://schemas.microsoft.com/office/powerpoint/2010/main" val="319473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717CB-7F2E-7DF0-0017-35A49D30CFA9}"/>
              </a:ext>
            </a:extLst>
          </p:cNvPr>
          <p:cNvSpPr>
            <a:spLocks noGrp="1"/>
          </p:cNvSpPr>
          <p:nvPr>
            <p:ph type="title"/>
          </p:nvPr>
        </p:nvSpPr>
        <p:spPr>
          <a:xfrm>
            <a:off x="1066800" y="69756"/>
            <a:ext cx="10515600" cy="801757"/>
          </a:xfrm>
        </p:spPr>
        <p:txBody>
          <a:bodyPr>
            <a:normAutofit/>
          </a:bodyPr>
          <a:lstStyle/>
          <a:p>
            <a:r>
              <a:rPr lang="en-US" sz="2933"/>
              <a:t>Realizing CDISC's Mission</a:t>
            </a:r>
            <a:endParaRPr lang="en-US" sz="2933">
              <a:cs typeface="Arial"/>
            </a:endParaRPr>
          </a:p>
        </p:txBody>
      </p:sp>
      <p:pic>
        <p:nvPicPr>
          <p:cNvPr id="1026" name="Picture 2" descr="A diagram of a strategy&#10;&#10;Description automatically generated with medium confidence">
            <a:extLst>
              <a:ext uri="{FF2B5EF4-FFF2-40B4-BE49-F238E27FC236}">
                <a16:creationId xmlns:a16="http://schemas.microsoft.com/office/drawing/2014/main" id="{73579DC8-C387-1324-A48D-C333DF6060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60143" y="1844206"/>
            <a:ext cx="10061812" cy="433379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B7946E7-1570-CEB8-4589-8BC89AD55252}"/>
              </a:ext>
            </a:extLst>
          </p:cNvPr>
          <p:cNvSpPr txBox="1"/>
          <p:nvPr/>
        </p:nvSpPr>
        <p:spPr>
          <a:xfrm>
            <a:off x="1544656" y="689623"/>
            <a:ext cx="9559889" cy="954300"/>
          </a:xfrm>
          <a:prstGeom prst="rect">
            <a:avLst/>
          </a:prstGeom>
          <a:noFill/>
        </p:spPr>
        <p:txBody>
          <a:bodyPr wrap="square" rtlCol="0">
            <a:spAutoFit/>
          </a:bodyPr>
          <a:lstStyle/>
          <a:p>
            <a:pPr algn="ctr"/>
            <a:r>
              <a:rPr lang="en-US" sz="1867" i="1"/>
              <a:t>CDISC’s </a:t>
            </a:r>
            <a:r>
              <a:rPr lang="en-US" sz="1867" b="1" i="1"/>
              <a:t>vision</a:t>
            </a:r>
            <a:r>
              <a:rPr lang="en-US" sz="1867" i="1"/>
              <a:t> is to amplify data’s impact to advance research by…</a:t>
            </a:r>
          </a:p>
          <a:p>
            <a:pPr algn="ctr"/>
            <a:r>
              <a:rPr lang="en-US" sz="1867" i="1"/>
              <a:t>creating connected standards across the study information lifecycle to enable accessible, interoperable, and reusable data for more meaningful and effective research </a:t>
            </a:r>
          </a:p>
        </p:txBody>
      </p:sp>
      <p:pic>
        <p:nvPicPr>
          <p:cNvPr id="5" name="Picture 4">
            <a:extLst>
              <a:ext uri="{FF2B5EF4-FFF2-40B4-BE49-F238E27FC236}">
                <a16:creationId xmlns:a16="http://schemas.microsoft.com/office/drawing/2014/main" id="{CEC203ED-CF00-CF9C-83AF-0214D8051854}"/>
              </a:ext>
            </a:extLst>
          </p:cNvPr>
          <p:cNvPicPr>
            <a:picLocks noChangeAspect="1"/>
          </p:cNvPicPr>
          <p:nvPr/>
        </p:nvPicPr>
        <p:blipFill>
          <a:blip r:embed="rId4"/>
          <a:stretch>
            <a:fillRect/>
          </a:stretch>
        </p:blipFill>
        <p:spPr>
          <a:xfrm>
            <a:off x="11101824" y="69286"/>
            <a:ext cx="998563" cy="1015621"/>
          </a:xfrm>
          <a:prstGeom prst="rect">
            <a:avLst/>
          </a:prstGeom>
        </p:spPr>
      </p:pic>
      <p:sp>
        <p:nvSpPr>
          <p:cNvPr id="3" name="Slide Number Placeholder 4">
            <a:extLst>
              <a:ext uri="{FF2B5EF4-FFF2-40B4-BE49-F238E27FC236}">
                <a16:creationId xmlns:a16="http://schemas.microsoft.com/office/drawing/2014/main" id="{B4DA1674-4E2D-A289-7422-F4D6EDAD59A8}"/>
              </a:ext>
            </a:extLst>
          </p:cNvPr>
          <p:cNvSpPr>
            <a:spLocks noGrp="1"/>
          </p:cNvSpPr>
          <p:nvPr>
            <p:ph type="sldNum" sz="quarter" idx="12"/>
          </p:nvPr>
        </p:nvSpPr>
        <p:spPr>
          <a:xfrm>
            <a:off x="11174027" y="6356351"/>
            <a:ext cx="408373" cy="365125"/>
          </a:xfrm>
        </p:spPr>
        <p:txBody>
          <a:bodyPr/>
          <a:lstStyle/>
          <a:p>
            <a:fld id="{EB4FF9C4-EEBF-D24D-8A4E-C0B9CCE3F975}" type="slidenum">
              <a:rPr lang="en-US" smtClean="0"/>
              <a:t>5</a:t>
            </a:fld>
            <a:endParaRPr lang="en-US"/>
          </a:p>
        </p:txBody>
      </p:sp>
    </p:spTree>
    <p:extLst>
      <p:ext uri="{BB962C8B-B14F-4D97-AF65-F5344CB8AC3E}">
        <p14:creationId xmlns:p14="http://schemas.microsoft.com/office/powerpoint/2010/main" val="166821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EBAAA1-8F22-5A6D-68A5-3B104B96BC85}"/>
              </a:ext>
            </a:extLst>
          </p:cNvPr>
          <p:cNvSpPr>
            <a:spLocks noGrp="1"/>
          </p:cNvSpPr>
          <p:nvPr>
            <p:ph sz="half" idx="1"/>
          </p:nvPr>
        </p:nvSpPr>
        <p:spPr>
          <a:xfrm>
            <a:off x="612997" y="1675018"/>
            <a:ext cx="6352579" cy="4351338"/>
          </a:xfrm>
        </p:spPr>
        <p:txBody>
          <a:bodyPr>
            <a:normAutofit/>
          </a:bodyPr>
          <a:lstStyle/>
          <a:p>
            <a:pPr>
              <a:lnSpc>
                <a:spcPct val="90000"/>
              </a:lnSpc>
            </a:pPr>
            <a:r>
              <a:rPr lang="en-US" sz="2400"/>
              <a:t>Define and digitalize end to end standards from study design endpoints through the analyses</a:t>
            </a:r>
          </a:p>
          <a:p>
            <a:pPr>
              <a:lnSpc>
                <a:spcPct val="90000"/>
              </a:lnSpc>
            </a:pPr>
            <a:endParaRPr lang="en-US" sz="2400"/>
          </a:p>
          <a:p>
            <a:pPr>
              <a:lnSpc>
                <a:spcPct val="90000"/>
              </a:lnSpc>
            </a:pPr>
            <a:r>
              <a:rPr lang="en-US" sz="2400"/>
              <a:t>Leverage those standards to accelerate the study design and build phase of the trial</a:t>
            </a:r>
          </a:p>
          <a:p>
            <a:pPr>
              <a:lnSpc>
                <a:spcPct val="90000"/>
              </a:lnSpc>
            </a:pPr>
            <a:endParaRPr lang="en-US" sz="2400"/>
          </a:p>
          <a:p>
            <a:pPr>
              <a:lnSpc>
                <a:spcPct val="90000"/>
              </a:lnSpc>
            </a:pPr>
            <a:r>
              <a:rPr lang="en-US" sz="2400"/>
              <a:t>Demonstrate the automated data flow from raw data source to the generation of the targeted result</a:t>
            </a:r>
          </a:p>
        </p:txBody>
      </p:sp>
      <p:pic>
        <p:nvPicPr>
          <p:cNvPr id="4" name="Picture 3">
            <a:extLst>
              <a:ext uri="{FF2B5EF4-FFF2-40B4-BE49-F238E27FC236}">
                <a16:creationId xmlns:a16="http://schemas.microsoft.com/office/drawing/2014/main" id="{9F8C0017-7F24-15B7-26C8-FBFAAEE2465B}"/>
              </a:ext>
            </a:extLst>
          </p:cNvPr>
          <p:cNvPicPr>
            <a:picLocks noChangeAspect="1"/>
          </p:cNvPicPr>
          <p:nvPr/>
        </p:nvPicPr>
        <p:blipFill>
          <a:blip r:embed="rId2"/>
          <a:stretch>
            <a:fillRect/>
          </a:stretch>
        </p:blipFill>
        <p:spPr>
          <a:xfrm>
            <a:off x="8123530" y="1675018"/>
            <a:ext cx="3455473" cy="3618298"/>
          </a:xfrm>
          <a:prstGeom prst="rect">
            <a:avLst/>
          </a:prstGeom>
          <a:noFill/>
        </p:spPr>
      </p:pic>
      <p:sp>
        <p:nvSpPr>
          <p:cNvPr id="3" name="Title 2">
            <a:extLst>
              <a:ext uri="{FF2B5EF4-FFF2-40B4-BE49-F238E27FC236}">
                <a16:creationId xmlns:a16="http://schemas.microsoft.com/office/drawing/2014/main" id="{4D1F5E7B-A334-2203-E349-A190936B2E2B}"/>
              </a:ext>
            </a:extLst>
          </p:cNvPr>
          <p:cNvSpPr>
            <a:spLocks noGrp="1"/>
          </p:cNvSpPr>
          <p:nvPr>
            <p:ph type="title"/>
          </p:nvPr>
        </p:nvSpPr>
        <p:spPr>
          <a:xfrm>
            <a:off x="279933" y="320676"/>
            <a:ext cx="11645363" cy="1228992"/>
          </a:xfrm>
        </p:spPr>
        <p:txBody>
          <a:bodyPr anchor="ctr">
            <a:normAutofit/>
          </a:bodyPr>
          <a:lstStyle/>
          <a:p>
            <a:r>
              <a:rPr lang="en-US"/>
              <a:t>360i Goals</a:t>
            </a:r>
          </a:p>
        </p:txBody>
      </p:sp>
    </p:spTree>
    <p:extLst>
      <p:ext uri="{BB962C8B-B14F-4D97-AF65-F5344CB8AC3E}">
        <p14:creationId xmlns:p14="http://schemas.microsoft.com/office/powerpoint/2010/main" val="1176868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47232-C24D-EACD-C251-B56E40391D8D}"/>
            </a:ext>
          </a:extLst>
        </p:cNvPr>
        <p:cNvGrpSpPr/>
        <p:nvPr/>
      </p:nvGrpSpPr>
      <p:grpSpPr>
        <a:xfrm>
          <a:off x="0" y="0"/>
          <a:ext cx="0" cy="0"/>
          <a:chOff x="0" y="0"/>
          <a:chExt cx="0" cy="0"/>
        </a:xfrm>
      </p:grpSpPr>
      <p:pic>
        <p:nvPicPr>
          <p:cNvPr id="3" name="Graphic 2" descr="Document with solid fill">
            <a:extLst>
              <a:ext uri="{FF2B5EF4-FFF2-40B4-BE49-F238E27FC236}">
                <a16:creationId xmlns:a16="http://schemas.microsoft.com/office/drawing/2014/main" id="{3FDD0793-E113-D9FE-D0FF-72095984EA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50" y="2791083"/>
            <a:ext cx="556709" cy="556709"/>
          </a:xfrm>
          <a:prstGeom prst="rect">
            <a:avLst/>
          </a:prstGeom>
        </p:spPr>
      </p:pic>
      <p:pic>
        <p:nvPicPr>
          <p:cNvPr id="6" name="Graphic 5" descr="Group with solid fill">
            <a:extLst>
              <a:ext uri="{FF2B5EF4-FFF2-40B4-BE49-F238E27FC236}">
                <a16:creationId xmlns:a16="http://schemas.microsoft.com/office/drawing/2014/main" id="{7AF835DA-5089-CC3D-E519-B6AA7F47FC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74433" y="2626727"/>
            <a:ext cx="721064" cy="721064"/>
          </a:xfrm>
          <a:prstGeom prst="rect">
            <a:avLst/>
          </a:prstGeom>
        </p:spPr>
      </p:pic>
      <p:sp>
        <p:nvSpPr>
          <p:cNvPr id="7" name="TextBox 6">
            <a:extLst>
              <a:ext uri="{FF2B5EF4-FFF2-40B4-BE49-F238E27FC236}">
                <a16:creationId xmlns:a16="http://schemas.microsoft.com/office/drawing/2014/main" id="{E70C98A7-B67D-2D5C-ED87-E9E63846A5F9}"/>
              </a:ext>
            </a:extLst>
          </p:cNvPr>
          <p:cNvSpPr txBox="1"/>
          <p:nvPr/>
        </p:nvSpPr>
        <p:spPr>
          <a:xfrm>
            <a:off x="9937583" y="2512471"/>
            <a:ext cx="1429252"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Study Team</a:t>
            </a:r>
          </a:p>
        </p:txBody>
      </p:sp>
      <p:sp>
        <p:nvSpPr>
          <p:cNvPr id="10" name="TextBox 9">
            <a:extLst>
              <a:ext uri="{FF2B5EF4-FFF2-40B4-BE49-F238E27FC236}">
                <a16:creationId xmlns:a16="http://schemas.microsoft.com/office/drawing/2014/main" id="{CC4177AC-FD92-023C-0BDD-FAD08C726DD8}"/>
              </a:ext>
            </a:extLst>
          </p:cNvPr>
          <p:cNvSpPr txBox="1"/>
          <p:nvPr/>
        </p:nvSpPr>
        <p:spPr>
          <a:xfrm>
            <a:off x="8426705" y="3437426"/>
            <a:ext cx="1796496"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Protocol Outline</a:t>
            </a:r>
          </a:p>
        </p:txBody>
      </p:sp>
      <p:sp>
        <p:nvSpPr>
          <p:cNvPr id="13" name="TextBox 12">
            <a:extLst>
              <a:ext uri="{FF2B5EF4-FFF2-40B4-BE49-F238E27FC236}">
                <a16:creationId xmlns:a16="http://schemas.microsoft.com/office/drawing/2014/main" id="{226EDFEF-E0B5-BFEF-85DB-11DCD84E6196}"/>
              </a:ext>
            </a:extLst>
          </p:cNvPr>
          <p:cNvSpPr txBox="1"/>
          <p:nvPr/>
        </p:nvSpPr>
        <p:spPr>
          <a:xfrm>
            <a:off x="8563789" y="1760487"/>
            <a:ext cx="1403056"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Schedule of Activities</a:t>
            </a:r>
          </a:p>
        </p:txBody>
      </p:sp>
      <p:cxnSp>
        <p:nvCxnSpPr>
          <p:cNvPr id="15" name="Connector: Elbow 14">
            <a:extLst>
              <a:ext uri="{FF2B5EF4-FFF2-40B4-BE49-F238E27FC236}">
                <a16:creationId xmlns:a16="http://schemas.microsoft.com/office/drawing/2014/main" id="{B3045102-5347-8BBF-E158-8DB1D334BEC5}"/>
              </a:ext>
            </a:extLst>
          </p:cNvPr>
          <p:cNvCxnSpPr>
            <a:cxnSpLocks/>
          </p:cNvCxnSpPr>
          <p:nvPr/>
        </p:nvCxnSpPr>
        <p:spPr>
          <a:xfrm rot="10800000">
            <a:off x="9689108" y="2417159"/>
            <a:ext cx="496949" cy="443592"/>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16746F1D-396D-D4E2-C007-004D5377B5D6}"/>
              </a:ext>
            </a:extLst>
          </p:cNvPr>
          <p:cNvCxnSpPr>
            <a:cxnSpLocks/>
          </p:cNvCxnSpPr>
          <p:nvPr/>
        </p:nvCxnSpPr>
        <p:spPr>
          <a:xfrm flipH="1">
            <a:off x="9694752" y="3029412"/>
            <a:ext cx="462101"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7" name="Graphic 56" descr="Daily calendar with solid fill">
            <a:extLst>
              <a:ext uri="{FF2B5EF4-FFF2-40B4-BE49-F238E27FC236}">
                <a16:creationId xmlns:a16="http://schemas.microsoft.com/office/drawing/2014/main" id="{81874E91-4D90-2EEC-15A1-CA2A1B75E12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3844" y="2125040"/>
            <a:ext cx="620345" cy="620345"/>
          </a:xfrm>
          <a:prstGeom prst="rect">
            <a:avLst/>
          </a:prstGeom>
        </p:spPr>
      </p:pic>
      <p:pic>
        <p:nvPicPr>
          <p:cNvPr id="61" name="Graphic 60" descr="Laptop with solid fill">
            <a:extLst>
              <a:ext uri="{FF2B5EF4-FFF2-40B4-BE49-F238E27FC236}">
                <a16:creationId xmlns:a16="http://schemas.microsoft.com/office/drawing/2014/main" id="{63246B88-CB64-9939-605F-A5ED1123E5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72421" y="2681749"/>
            <a:ext cx="620345" cy="620345"/>
          </a:xfrm>
          <a:prstGeom prst="rect">
            <a:avLst/>
          </a:prstGeom>
        </p:spPr>
      </p:pic>
      <p:cxnSp>
        <p:nvCxnSpPr>
          <p:cNvPr id="1066" name="Connector: Elbow 1065">
            <a:extLst>
              <a:ext uri="{FF2B5EF4-FFF2-40B4-BE49-F238E27FC236}">
                <a16:creationId xmlns:a16="http://schemas.microsoft.com/office/drawing/2014/main" id="{35C1210A-1EE5-02CD-34FC-FB86A6BEB29C}"/>
              </a:ext>
            </a:extLst>
          </p:cNvPr>
          <p:cNvCxnSpPr>
            <a:cxnSpLocks/>
          </p:cNvCxnSpPr>
          <p:nvPr/>
        </p:nvCxnSpPr>
        <p:spPr>
          <a:xfrm rot="10800000" flipV="1">
            <a:off x="8289230" y="2417154"/>
            <a:ext cx="734620" cy="443597"/>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75" name="TextBox 1074">
            <a:extLst>
              <a:ext uri="{FF2B5EF4-FFF2-40B4-BE49-F238E27FC236}">
                <a16:creationId xmlns:a16="http://schemas.microsoft.com/office/drawing/2014/main" id="{FCA380FC-37E1-800B-103B-A26CFF1F153F}"/>
              </a:ext>
            </a:extLst>
          </p:cNvPr>
          <p:cNvSpPr txBox="1"/>
          <p:nvPr/>
        </p:nvSpPr>
        <p:spPr>
          <a:xfrm>
            <a:off x="6388325" y="376535"/>
            <a:ext cx="1187416" cy="161711"/>
          </a:xfrm>
          <a:prstGeom prst="rect">
            <a:avLst/>
          </a:prstGeom>
          <a:noFill/>
        </p:spPr>
        <p:txBody>
          <a:bodyPr wrap="square" lIns="0" tIns="0" rIns="0" bIns="0" rtlCol="0">
            <a:spAutoFit/>
          </a:bodyPr>
          <a:lstStyle/>
          <a:p>
            <a:pPr algn="r"/>
            <a:r>
              <a:rPr lang="en-US" sz="1051" b="1">
                <a:solidFill>
                  <a:srgbClr val="51A492"/>
                </a:solidFill>
                <a:latin typeface="Century Gothic" panose="020B0502020202020204" pitchFamily="34" charset="0"/>
              </a:rPr>
              <a:t>Data Standards</a:t>
            </a:r>
          </a:p>
        </p:txBody>
      </p:sp>
      <p:sp>
        <p:nvSpPr>
          <p:cNvPr id="1078" name="TextBox 1077">
            <a:extLst>
              <a:ext uri="{FF2B5EF4-FFF2-40B4-BE49-F238E27FC236}">
                <a16:creationId xmlns:a16="http://schemas.microsoft.com/office/drawing/2014/main" id="{07ED6AF7-DBD1-34D2-DB69-2D46975F9C68}"/>
              </a:ext>
            </a:extLst>
          </p:cNvPr>
          <p:cNvSpPr txBox="1"/>
          <p:nvPr/>
        </p:nvSpPr>
        <p:spPr>
          <a:xfrm>
            <a:off x="6249931" y="605888"/>
            <a:ext cx="1350836" cy="559064"/>
          </a:xfrm>
          <a:prstGeom prst="rect">
            <a:avLst/>
          </a:prstGeom>
          <a:noFill/>
        </p:spPr>
        <p:txBody>
          <a:bodyPr wrap="square" lIns="0" tIns="0" rIns="0" bIns="0" rtlCol="0">
            <a:spAutoFit/>
          </a:bodyPr>
          <a:lstStyle/>
          <a:p>
            <a:pPr algn="r"/>
            <a:r>
              <a:rPr lang="en-US" sz="900">
                <a:latin typeface="Century Gothic" panose="020B0502020202020204" pitchFamily="34" charset="0"/>
              </a:rPr>
              <a:t>Biomedical Concepts</a:t>
            </a:r>
            <a:br>
              <a:rPr lang="en-US" sz="900">
                <a:latin typeface="Century Gothic" panose="020B0502020202020204" pitchFamily="34" charset="0"/>
              </a:rPr>
            </a:br>
            <a:r>
              <a:rPr lang="en-US" sz="933">
                <a:solidFill>
                  <a:srgbClr val="134678"/>
                </a:solidFill>
                <a:latin typeface="Century Gothic" panose="020B0502020202020204" pitchFamily="34" charset="0"/>
              </a:rPr>
              <a:t>Analysis Concepts</a:t>
            </a:r>
            <a:br>
              <a:rPr lang="en-US" sz="900">
                <a:latin typeface="Century Gothic" panose="020B0502020202020204" pitchFamily="34" charset="0"/>
              </a:rPr>
            </a:br>
            <a:r>
              <a:rPr lang="en-US" sz="900">
                <a:latin typeface="Century Gothic" panose="020B0502020202020204" pitchFamily="34" charset="0"/>
              </a:rPr>
              <a:t>Foundational Standards</a:t>
            </a:r>
            <a:br>
              <a:rPr lang="en-US" sz="900">
                <a:latin typeface="Century Gothic" panose="020B0502020202020204" pitchFamily="34" charset="0"/>
              </a:rPr>
            </a:br>
            <a:endParaRPr lang="en-US" sz="900">
              <a:latin typeface="Century Gothic" panose="020B0502020202020204" pitchFamily="34" charset="0"/>
            </a:endParaRPr>
          </a:p>
        </p:txBody>
      </p:sp>
      <p:sp>
        <p:nvSpPr>
          <p:cNvPr id="1079" name="Rectangle 1078">
            <a:extLst>
              <a:ext uri="{FF2B5EF4-FFF2-40B4-BE49-F238E27FC236}">
                <a16:creationId xmlns:a16="http://schemas.microsoft.com/office/drawing/2014/main" id="{5F62E01B-DB41-D019-AF2A-F75D5B363E13}"/>
              </a:ext>
            </a:extLst>
          </p:cNvPr>
          <p:cNvSpPr/>
          <p:nvPr/>
        </p:nvSpPr>
        <p:spPr>
          <a:xfrm>
            <a:off x="6203181" y="205226"/>
            <a:ext cx="3826903" cy="1001303"/>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1083" name="Graphic 1082" descr="Database outline">
            <a:extLst>
              <a:ext uri="{FF2B5EF4-FFF2-40B4-BE49-F238E27FC236}">
                <a16:creationId xmlns:a16="http://schemas.microsoft.com/office/drawing/2014/main" id="{A91D3D48-1723-1226-6B30-3DBFE77687E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2572" y="288017"/>
            <a:ext cx="871192" cy="871192"/>
          </a:xfrm>
          <a:prstGeom prst="rect">
            <a:avLst/>
          </a:prstGeom>
        </p:spPr>
      </p:pic>
      <p:pic>
        <p:nvPicPr>
          <p:cNvPr id="1084" name="Picture 1083" descr="A logo with blue and red text&#10;&#10;Description automatically generated">
            <a:extLst>
              <a:ext uri="{FF2B5EF4-FFF2-40B4-BE49-F238E27FC236}">
                <a16:creationId xmlns:a16="http://schemas.microsoft.com/office/drawing/2014/main" id="{53745675-2643-0DBA-E409-C1D17EEC252F}"/>
              </a:ext>
            </a:extLst>
          </p:cNvPr>
          <p:cNvPicPr>
            <a:picLocks noChangeAspect="1"/>
          </p:cNvPicPr>
          <p:nvPr/>
        </p:nvPicPr>
        <p:blipFill>
          <a:blip r:embed="rId13"/>
          <a:stretch>
            <a:fillRect/>
          </a:stretch>
        </p:blipFill>
        <p:spPr>
          <a:xfrm>
            <a:off x="8419516" y="457370"/>
            <a:ext cx="1508971" cy="561716"/>
          </a:xfrm>
          <a:prstGeom prst="rect">
            <a:avLst/>
          </a:prstGeom>
        </p:spPr>
      </p:pic>
      <p:cxnSp>
        <p:nvCxnSpPr>
          <p:cNvPr id="1085" name="Connector: Elbow 18">
            <a:extLst>
              <a:ext uri="{FF2B5EF4-FFF2-40B4-BE49-F238E27FC236}">
                <a16:creationId xmlns:a16="http://schemas.microsoft.com/office/drawing/2014/main" id="{D4EBE9A5-A6FE-A9E8-E36F-88D169A9F66A}"/>
              </a:ext>
            </a:extLst>
          </p:cNvPr>
          <p:cNvCxnSpPr>
            <a:cxnSpLocks/>
          </p:cNvCxnSpPr>
          <p:nvPr/>
        </p:nvCxnSpPr>
        <p:spPr>
          <a:xfrm flipH="1">
            <a:off x="8307110" y="3029412"/>
            <a:ext cx="716733"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8">
            <a:extLst>
              <a:ext uri="{FF2B5EF4-FFF2-40B4-BE49-F238E27FC236}">
                <a16:creationId xmlns:a16="http://schemas.microsoft.com/office/drawing/2014/main" id="{1786DC87-7903-3091-986A-F28730BACA66}"/>
              </a:ext>
            </a:extLst>
          </p:cNvPr>
          <p:cNvCxnSpPr>
            <a:cxnSpLocks/>
          </p:cNvCxnSpPr>
          <p:nvPr/>
        </p:nvCxnSpPr>
        <p:spPr>
          <a:xfrm>
            <a:off x="7995031" y="1343223"/>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92" name="TextBox 1091">
            <a:extLst>
              <a:ext uri="{FF2B5EF4-FFF2-40B4-BE49-F238E27FC236}">
                <a16:creationId xmlns:a16="http://schemas.microsoft.com/office/drawing/2014/main" id="{64ECD04D-EBFF-59F1-E957-B720FC6ED7A0}"/>
              </a:ext>
            </a:extLst>
          </p:cNvPr>
          <p:cNvSpPr txBox="1"/>
          <p:nvPr/>
        </p:nvSpPr>
        <p:spPr>
          <a:xfrm>
            <a:off x="7611179" y="1700995"/>
            <a:ext cx="815527" cy="507831"/>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Select Biomedical Concepts</a:t>
            </a:r>
          </a:p>
        </p:txBody>
      </p:sp>
      <p:sp>
        <p:nvSpPr>
          <p:cNvPr id="2" name="Title 1">
            <a:extLst>
              <a:ext uri="{FF2B5EF4-FFF2-40B4-BE49-F238E27FC236}">
                <a16:creationId xmlns:a16="http://schemas.microsoft.com/office/drawing/2014/main" id="{82F286F0-453F-0126-C690-EEDE9D632AEE}"/>
              </a:ext>
            </a:extLst>
          </p:cNvPr>
          <p:cNvSpPr>
            <a:spLocks noGrp="1"/>
          </p:cNvSpPr>
          <p:nvPr>
            <p:ph type="title"/>
          </p:nvPr>
        </p:nvSpPr>
        <p:spPr>
          <a:xfrm>
            <a:off x="1066800" y="0"/>
            <a:ext cx="10515600" cy="1325563"/>
          </a:xfrm>
        </p:spPr>
        <p:txBody>
          <a:bodyPr>
            <a:normAutofit/>
          </a:bodyPr>
          <a:lstStyle/>
          <a:p>
            <a:r>
              <a:rPr lang="en-US" sz="2933" dirty="0"/>
              <a:t>360i Focus</a:t>
            </a:r>
            <a:endParaRPr lang="en-US" sz="2933" dirty="0">
              <a:cs typeface="Arial"/>
            </a:endParaRPr>
          </a:p>
        </p:txBody>
      </p:sp>
      <p:cxnSp>
        <p:nvCxnSpPr>
          <p:cNvPr id="9" name="Connector: Elbow 18">
            <a:extLst>
              <a:ext uri="{FF2B5EF4-FFF2-40B4-BE49-F238E27FC236}">
                <a16:creationId xmlns:a16="http://schemas.microsoft.com/office/drawing/2014/main" id="{F4D9ABC7-DDE8-D7E9-3507-470138357072}"/>
              </a:ext>
            </a:extLst>
          </p:cNvPr>
          <p:cNvCxnSpPr>
            <a:cxnSpLocks/>
          </p:cNvCxnSpPr>
          <p:nvPr/>
        </p:nvCxnSpPr>
        <p:spPr>
          <a:xfrm flipH="1">
            <a:off x="6532089" y="3002644"/>
            <a:ext cx="924447"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8">
            <a:extLst>
              <a:ext uri="{FF2B5EF4-FFF2-40B4-BE49-F238E27FC236}">
                <a16:creationId xmlns:a16="http://schemas.microsoft.com/office/drawing/2014/main" id="{58142F61-F1E0-AD64-CCF8-B3BD756A9BFD}"/>
              </a:ext>
            </a:extLst>
          </p:cNvPr>
          <p:cNvCxnSpPr>
            <a:cxnSpLocks/>
          </p:cNvCxnSpPr>
          <p:nvPr/>
        </p:nvCxnSpPr>
        <p:spPr>
          <a:xfrm flipH="1">
            <a:off x="5301410" y="881294"/>
            <a:ext cx="792719" cy="725412"/>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AE4F4226-7E6B-38C8-5192-279DE04431D4}"/>
              </a:ext>
            </a:extLst>
          </p:cNvPr>
          <p:cNvGrpSpPr/>
          <p:nvPr/>
        </p:nvGrpSpPr>
        <p:grpSpPr>
          <a:xfrm>
            <a:off x="4233875" y="1697488"/>
            <a:ext cx="2468277" cy="2095793"/>
            <a:chOff x="3117749" y="1317269"/>
            <a:chExt cx="1851208" cy="1571845"/>
          </a:xfrm>
        </p:grpSpPr>
        <p:sp>
          <p:nvSpPr>
            <p:cNvPr id="23" name="Rectangle 22">
              <a:extLst>
                <a:ext uri="{FF2B5EF4-FFF2-40B4-BE49-F238E27FC236}">
                  <a16:creationId xmlns:a16="http://schemas.microsoft.com/office/drawing/2014/main" id="{0B3C4F34-C57F-B411-9A41-1B4E556F330F}"/>
                </a:ext>
              </a:extLst>
            </p:cNvPr>
            <p:cNvSpPr/>
            <p:nvPr/>
          </p:nvSpPr>
          <p:spPr>
            <a:xfrm>
              <a:off x="3175406" y="1401485"/>
              <a:ext cx="1441080" cy="1487629"/>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grpSp>
          <p:nvGrpSpPr>
            <p:cNvPr id="26" name="Group 25">
              <a:extLst>
                <a:ext uri="{FF2B5EF4-FFF2-40B4-BE49-F238E27FC236}">
                  <a16:creationId xmlns:a16="http://schemas.microsoft.com/office/drawing/2014/main" id="{61BAE145-2E0D-11E7-890F-AE3449C74EBD}"/>
                </a:ext>
              </a:extLst>
            </p:cNvPr>
            <p:cNvGrpSpPr/>
            <p:nvPr/>
          </p:nvGrpSpPr>
          <p:grpSpPr>
            <a:xfrm>
              <a:off x="3117749" y="1540485"/>
              <a:ext cx="1851208" cy="1262431"/>
              <a:chOff x="2608608" y="1482574"/>
              <a:chExt cx="1851208" cy="1262431"/>
            </a:xfrm>
          </p:grpSpPr>
          <p:pic>
            <p:nvPicPr>
              <p:cNvPr id="14" name="Graphic 13" descr="Blockchain outline">
                <a:extLst>
                  <a:ext uri="{FF2B5EF4-FFF2-40B4-BE49-F238E27FC236}">
                    <a16:creationId xmlns:a16="http://schemas.microsoft.com/office/drawing/2014/main" id="{F594F177-CA1D-765A-90D5-5D8BBB85956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482574"/>
                <a:ext cx="465258" cy="465258"/>
              </a:xfrm>
              <a:prstGeom prst="rect">
                <a:avLst/>
              </a:prstGeom>
            </p:spPr>
          </p:pic>
          <p:sp>
            <p:nvSpPr>
              <p:cNvPr id="20" name="TextBox 19">
                <a:extLst>
                  <a:ext uri="{FF2B5EF4-FFF2-40B4-BE49-F238E27FC236}">
                    <a16:creationId xmlns:a16="http://schemas.microsoft.com/office/drawing/2014/main" id="{59E17060-88CB-7133-2420-9ACD15A00190}"/>
                  </a:ext>
                </a:extLst>
              </p:cNvPr>
              <p:cNvSpPr txBox="1"/>
              <p:nvPr/>
            </p:nvSpPr>
            <p:spPr>
              <a:xfrm>
                <a:off x="2799165" y="1648179"/>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Data Collection</a:t>
                </a:r>
              </a:p>
            </p:txBody>
          </p:sp>
          <p:pic>
            <p:nvPicPr>
              <p:cNvPr id="21" name="Graphic 20" descr="Blockchain outline">
                <a:extLst>
                  <a:ext uri="{FF2B5EF4-FFF2-40B4-BE49-F238E27FC236}">
                    <a16:creationId xmlns:a16="http://schemas.microsoft.com/office/drawing/2014/main" id="{E8F5AACF-850C-8F76-04B8-31073EEF470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881161"/>
                <a:ext cx="465258" cy="465258"/>
              </a:xfrm>
              <a:prstGeom prst="rect">
                <a:avLst/>
              </a:prstGeom>
            </p:spPr>
          </p:pic>
          <p:sp>
            <p:nvSpPr>
              <p:cNvPr id="22" name="TextBox 21">
                <a:extLst>
                  <a:ext uri="{FF2B5EF4-FFF2-40B4-BE49-F238E27FC236}">
                    <a16:creationId xmlns:a16="http://schemas.microsoft.com/office/drawing/2014/main" id="{E78A34C5-7B8D-DD07-498B-A7DE50977BD3}"/>
                  </a:ext>
                </a:extLst>
              </p:cNvPr>
              <p:cNvSpPr txBox="1"/>
              <p:nvPr/>
            </p:nvSpPr>
            <p:spPr>
              <a:xfrm>
                <a:off x="2671617" y="2049645"/>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p:txBody>
          </p:sp>
          <p:pic>
            <p:nvPicPr>
              <p:cNvPr id="24" name="Graphic 23" descr="Blockchain outline">
                <a:extLst>
                  <a:ext uri="{FF2B5EF4-FFF2-40B4-BE49-F238E27FC236}">
                    <a16:creationId xmlns:a16="http://schemas.microsoft.com/office/drawing/2014/main" id="{A021BCCA-3B53-D6B9-81E4-5EEC15BF7AE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05377" y="2279747"/>
                <a:ext cx="465258" cy="465258"/>
              </a:xfrm>
              <a:prstGeom prst="rect">
                <a:avLst/>
              </a:prstGeom>
            </p:spPr>
          </p:pic>
          <p:sp>
            <p:nvSpPr>
              <p:cNvPr id="25" name="TextBox 24">
                <a:extLst>
                  <a:ext uri="{FF2B5EF4-FFF2-40B4-BE49-F238E27FC236}">
                    <a16:creationId xmlns:a16="http://schemas.microsoft.com/office/drawing/2014/main" id="{F54FD100-5097-BC20-F21D-30F34ECB5ED8}"/>
                  </a:ext>
                </a:extLst>
              </p:cNvPr>
              <p:cNvSpPr txBox="1"/>
              <p:nvPr/>
            </p:nvSpPr>
            <p:spPr>
              <a:xfrm>
                <a:off x="2608608" y="2451111"/>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p:txBody>
          </p:sp>
        </p:grpSp>
        <p:sp>
          <p:nvSpPr>
            <p:cNvPr id="33" name="TextBox 32">
              <a:extLst>
                <a:ext uri="{FF2B5EF4-FFF2-40B4-BE49-F238E27FC236}">
                  <a16:creationId xmlns:a16="http://schemas.microsoft.com/office/drawing/2014/main" id="{5D05BD6C-CC84-D897-3D64-EBC6471D1292}"/>
                </a:ext>
              </a:extLst>
            </p:cNvPr>
            <p:cNvSpPr txBox="1"/>
            <p:nvPr/>
          </p:nvSpPr>
          <p:spPr>
            <a:xfrm>
              <a:off x="3481587" y="1317269"/>
              <a:ext cx="815784" cy="126958"/>
            </a:xfrm>
            <a:prstGeom prst="rect">
              <a:avLst/>
            </a:prstGeom>
            <a:solidFill>
              <a:schemeClr val="bg1"/>
            </a:solidFill>
          </p:spPr>
          <p:txBody>
            <a:bodyPr wrap="square" lIns="0" tIns="0" rIns="0" bIns="0" rtlCol="0">
              <a:spAutoFit/>
            </a:bodyPr>
            <a:lstStyle/>
            <a:p>
              <a:pPr algn="ctr"/>
              <a:r>
                <a:rPr lang="en-US" sz="1100" b="1">
                  <a:latin typeface="Century Gothic" panose="020B0502020202020204" pitchFamily="34" charset="0"/>
                </a:rPr>
                <a:t>Specifications</a:t>
              </a:r>
            </a:p>
          </p:txBody>
        </p:sp>
      </p:grpSp>
      <p:sp>
        <p:nvSpPr>
          <p:cNvPr id="38" name="Rounded Rectangle 88">
            <a:extLst>
              <a:ext uri="{FF2B5EF4-FFF2-40B4-BE49-F238E27FC236}">
                <a16:creationId xmlns:a16="http://schemas.microsoft.com/office/drawing/2014/main" id="{ABF49DEC-6BC0-1DA0-EB80-25F0C7673CD3}"/>
              </a:ext>
            </a:extLst>
          </p:cNvPr>
          <p:cNvSpPr/>
          <p:nvPr/>
        </p:nvSpPr>
        <p:spPr>
          <a:xfrm>
            <a:off x="4053018" y="1273567"/>
            <a:ext cx="7529383" cy="2623884"/>
          </a:xfrm>
          <a:prstGeom prst="roundRect">
            <a:avLst/>
          </a:prstGeom>
          <a:noFill/>
          <a:ln w="254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9" name="Rounded Rectangle 3">
            <a:extLst>
              <a:ext uri="{FF2B5EF4-FFF2-40B4-BE49-F238E27FC236}">
                <a16:creationId xmlns:a16="http://schemas.microsoft.com/office/drawing/2014/main" id="{CD209C73-40F2-5FDD-0001-D31287D6B8CB}"/>
              </a:ext>
            </a:extLst>
          </p:cNvPr>
          <p:cNvSpPr/>
          <p:nvPr/>
        </p:nvSpPr>
        <p:spPr>
          <a:xfrm>
            <a:off x="1119161" y="1346756"/>
            <a:ext cx="1902923" cy="4639736"/>
          </a:xfrm>
          <a:prstGeom prst="roundRect">
            <a:avLst/>
          </a:prstGeom>
          <a:noFill/>
          <a:ln w="25400">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lumMod val="75000"/>
                </a:schemeClr>
              </a:solidFill>
            </a:endParaRPr>
          </a:p>
        </p:txBody>
      </p:sp>
      <p:sp>
        <p:nvSpPr>
          <p:cNvPr id="40" name="TextBox 39">
            <a:extLst>
              <a:ext uri="{FF2B5EF4-FFF2-40B4-BE49-F238E27FC236}">
                <a16:creationId xmlns:a16="http://schemas.microsoft.com/office/drawing/2014/main" id="{956FC27B-71C3-0FF4-63C6-148F93BDCD7F}"/>
              </a:ext>
            </a:extLst>
          </p:cNvPr>
          <p:cNvSpPr txBox="1"/>
          <p:nvPr/>
        </p:nvSpPr>
        <p:spPr>
          <a:xfrm>
            <a:off x="1386612" y="1435877"/>
            <a:ext cx="1485785" cy="830997"/>
          </a:xfrm>
          <a:prstGeom prst="rect">
            <a:avLst/>
          </a:prstGeom>
          <a:noFill/>
        </p:spPr>
        <p:txBody>
          <a:bodyPr wrap="square" rtlCol="0">
            <a:spAutoFit/>
          </a:bodyPr>
          <a:lstStyle/>
          <a:p>
            <a:r>
              <a:rPr lang="en-US" sz="2400" b="1" i="1">
                <a:solidFill>
                  <a:schemeClr val="accent2">
                    <a:lumMod val="75000"/>
                  </a:schemeClr>
                </a:solidFill>
              </a:rPr>
              <a:t>Data Sources</a:t>
            </a:r>
          </a:p>
        </p:txBody>
      </p:sp>
      <p:sp>
        <p:nvSpPr>
          <p:cNvPr id="41" name="Rounded Rectangle 90">
            <a:extLst>
              <a:ext uri="{FF2B5EF4-FFF2-40B4-BE49-F238E27FC236}">
                <a16:creationId xmlns:a16="http://schemas.microsoft.com/office/drawing/2014/main" id="{A999D8E4-99E9-A182-7ED8-641AE134D5C5}"/>
              </a:ext>
            </a:extLst>
          </p:cNvPr>
          <p:cNvSpPr/>
          <p:nvPr/>
        </p:nvSpPr>
        <p:spPr>
          <a:xfrm>
            <a:off x="4115159" y="4409384"/>
            <a:ext cx="7529383" cy="1826888"/>
          </a:xfrm>
          <a:prstGeom prst="roundRect">
            <a:avLst/>
          </a:prstGeom>
          <a:noFill/>
          <a:ln w="254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2" name="TextBox 41">
            <a:extLst>
              <a:ext uri="{FF2B5EF4-FFF2-40B4-BE49-F238E27FC236}">
                <a16:creationId xmlns:a16="http://schemas.microsoft.com/office/drawing/2014/main" id="{9EA69469-B7AF-3279-A02E-B0F4DCA5B8A4}"/>
              </a:ext>
            </a:extLst>
          </p:cNvPr>
          <p:cNvSpPr txBox="1"/>
          <p:nvPr/>
        </p:nvSpPr>
        <p:spPr>
          <a:xfrm>
            <a:off x="7404494" y="5955984"/>
            <a:ext cx="1167519" cy="502766"/>
          </a:xfrm>
          <a:prstGeom prst="rect">
            <a:avLst/>
          </a:prstGeom>
          <a:solidFill>
            <a:schemeClr val="bg1"/>
          </a:solidFill>
        </p:spPr>
        <p:txBody>
          <a:bodyPr wrap="square" rtlCol="0">
            <a:spAutoFit/>
          </a:bodyPr>
          <a:lstStyle/>
          <a:p>
            <a:pPr algn="ctr"/>
            <a:r>
              <a:rPr lang="en-US" sz="2667" b="1" i="1" dirty="0">
                <a:solidFill>
                  <a:schemeClr val="accent4"/>
                </a:solidFill>
              </a:rPr>
              <a:t>Run</a:t>
            </a:r>
          </a:p>
        </p:txBody>
      </p:sp>
      <p:cxnSp>
        <p:nvCxnSpPr>
          <p:cNvPr id="44" name="Connector: Elbow 18">
            <a:extLst>
              <a:ext uri="{FF2B5EF4-FFF2-40B4-BE49-F238E27FC236}">
                <a16:creationId xmlns:a16="http://schemas.microsoft.com/office/drawing/2014/main" id="{9245D186-6444-ED5C-859F-03B1B92EBC9B}"/>
              </a:ext>
            </a:extLst>
          </p:cNvPr>
          <p:cNvCxnSpPr>
            <a:cxnSpLocks/>
          </p:cNvCxnSpPr>
          <p:nvPr/>
        </p:nvCxnSpPr>
        <p:spPr>
          <a:xfrm>
            <a:off x="3184932" y="5229371"/>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18">
            <a:extLst>
              <a:ext uri="{FF2B5EF4-FFF2-40B4-BE49-F238E27FC236}">
                <a16:creationId xmlns:a16="http://schemas.microsoft.com/office/drawing/2014/main" id="{E121CE3C-C2C3-5959-8079-69ACB785B02D}"/>
              </a:ext>
            </a:extLst>
          </p:cNvPr>
          <p:cNvCxnSpPr>
            <a:cxnSpLocks/>
          </p:cNvCxnSpPr>
          <p:nvPr/>
        </p:nvCxnSpPr>
        <p:spPr>
          <a:xfrm flipH="1">
            <a:off x="3158117" y="2745384"/>
            <a:ext cx="701512"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descr="Internet Of Things outline">
            <a:extLst>
              <a:ext uri="{FF2B5EF4-FFF2-40B4-BE49-F238E27FC236}">
                <a16:creationId xmlns:a16="http://schemas.microsoft.com/office/drawing/2014/main" id="{8579B024-C91A-0D89-C732-12D40C4D754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995979" y="2512471"/>
            <a:ext cx="738093" cy="738093"/>
          </a:xfrm>
          <a:prstGeom prst="rect">
            <a:avLst/>
          </a:prstGeom>
        </p:spPr>
      </p:pic>
      <p:pic>
        <p:nvPicPr>
          <p:cNvPr id="52" name="Graphic 51" descr="Keyboard with solid fill">
            <a:extLst>
              <a:ext uri="{FF2B5EF4-FFF2-40B4-BE49-F238E27FC236}">
                <a16:creationId xmlns:a16="http://schemas.microsoft.com/office/drawing/2014/main" id="{27A3DE33-E084-87F6-C7B9-BA1CBB498C2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97791" y="3192293"/>
            <a:ext cx="686476" cy="686476"/>
          </a:xfrm>
          <a:prstGeom prst="rect">
            <a:avLst/>
          </a:prstGeom>
        </p:spPr>
      </p:pic>
      <p:pic>
        <p:nvPicPr>
          <p:cNvPr id="54" name="Graphic 53" descr="Tablet with solid fill">
            <a:extLst>
              <a:ext uri="{FF2B5EF4-FFF2-40B4-BE49-F238E27FC236}">
                <a16:creationId xmlns:a16="http://schemas.microsoft.com/office/drawing/2014/main" id="{CE7F53D9-BD11-BD64-F5E4-2C0978D1D36B}"/>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364504" y="4467749"/>
            <a:ext cx="611320" cy="611320"/>
          </a:xfrm>
          <a:prstGeom prst="rect">
            <a:avLst/>
          </a:prstGeom>
        </p:spPr>
      </p:pic>
      <p:pic>
        <p:nvPicPr>
          <p:cNvPr id="56" name="Graphic 55" descr="Smart Phone with solid fill">
            <a:extLst>
              <a:ext uri="{FF2B5EF4-FFF2-40B4-BE49-F238E27FC236}">
                <a16:creationId xmlns:a16="http://schemas.microsoft.com/office/drawing/2014/main" id="{F6C9D33B-372B-7280-A4D4-AA04726381C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221166" y="3957637"/>
            <a:ext cx="568023" cy="568023"/>
          </a:xfrm>
          <a:prstGeom prst="rect">
            <a:avLst/>
          </a:prstGeom>
        </p:spPr>
      </p:pic>
      <p:sp>
        <p:nvSpPr>
          <p:cNvPr id="60" name="TextBox 59">
            <a:extLst>
              <a:ext uri="{FF2B5EF4-FFF2-40B4-BE49-F238E27FC236}">
                <a16:creationId xmlns:a16="http://schemas.microsoft.com/office/drawing/2014/main" id="{F802626C-7557-076D-13F3-3EAE74FA1612}"/>
              </a:ext>
            </a:extLst>
          </p:cNvPr>
          <p:cNvSpPr txBox="1"/>
          <p:nvPr/>
        </p:nvSpPr>
        <p:spPr>
          <a:xfrm>
            <a:off x="2018801" y="3437426"/>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EDC</a:t>
            </a:r>
          </a:p>
        </p:txBody>
      </p:sp>
      <p:sp>
        <p:nvSpPr>
          <p:cNvPr id="62" name="TextBox 61">
            <a:extLst>
              <a:ext uri="{FF2B5EF4-FFF2-40B4-BE49-F238E27FC236}">
                <a16:creationId xmlns:a16="http://schemas.microsoft.com/office/drawing/2014/main" id="{E69CDCC3-44F4-0BDD-C6F6-55A1525007B5}"/>
              </a:ext>
            </a:extLst>
          </p:cNvPr>
          <p:cNvSpPr txBox="1"/>
          <p:nvPr/>
        </p:nvSpPr>
        <p:spPr>
          <a:xfrm>
            <a:off x="2018799" y="470419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EHR</a:t>
            </a:r>
          </a:p>
        </p:txBody>
      </p:sp>
      <p:sp>
        <p:nvSpPr>
          <p:cNvPr id="63" name="TextBox 62">
            <a:extLst>
              <a:ext uri="{FF2B5EF4-FFF2-40B4-BE49-F238E27FC236}">
                <a16:creationId xmlns:a16="http://schemas.microsoft.com/office/drawing/2014/main" id="{D49F42BF-50E9-3206-CBF4-678F728069A7}"/>
              </a:ext>
            </a:extLst>
          </p:cNvPr>
          <p:cNvSpPr txBox="1"/>
          <p:nvPr/>
        </p:nvSpPr>
        <p:spPr>
          <a:xfrm>
            <a:off x="1262401" y="2804403"/>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eDT</a:t>
            </a:r>
          </a:p>
        </p:txBody>
      </p:sp>
      <p:sp>
        <p:nvSpPr>
          <p:cNvPr id="1025" name="TextBox 1024">
            <a:extLst>
              <a:ext uri="{FF2B5EF4-FFF2-40B4-BE49-F238E27FC236}">
                <a16:creationId xmlns:a16="http://schemas.microsoft.com/office/drawing/2014/main" id="{8D637ACD-FECE-735C-9FB1-43F3F83FF459}"/>
              </a:ext>
            </a:extLst>
          </p:cNvPr>
          <p:cNvSpPr txBox="1"/>
          <p:nvPr/>
        </p:nvSpPr>
        <p:spPr>
          <a:xfrm>
            <a:off x="1323754" y="4141947"/>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DHT</a:t>
            </a:r>
          </a:p>
        </p:txBody>
      </p:sp>
      <p:pic>
        <p:nvPicPr>
          <p:cNvPr id="1030" name="Graphic 1029" descr="Gears outline">
            <a:extLst>
              <a:ext uri="{FF2B5EF4-FFF2-40B4-BE49-F238E27FC236}">
                <a16:creationId xmlns:a16="http://schemas.microsoft.com/office/drawing/2014/main" id="{11DEF45C-450D-C542-B3C3-C34993049C73}"/>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348589" y="4956167"/>
            <a:ext cx="620344" cy="620344"/>
          </a:xfrm>
          <a:prstGeom prst="rect">
            <a:avLst/>
          </a:prstGeom>
        </p:spPr>
      </p:pic>
      <p:pic>
        <p:nvPicPr>
          <p:cNvPr id="1031" name="Graphic 1030" descr="Database outline">
            <a:extLst>
              <a:ext uri="{FF2B5EF4-FFF2-40B4-BE49-F238E27FC236}">
                <a16:creationId xmlns:a16="http://schemas.microsoft.com/office/drawing/2014/main" id="{D34C94A1-D222-8ACE-099B-823704D635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0741" y="4914986"/>
            <a:ext cx="679119" cy="679119"/>
          </a:xfrm>
          <a:prstGeom prst="rect">
            <a:avLst/>
          </a:prstGeom>
        </p:spPr>
      </p:pic>
      <p:pic>
        <p:nvPicPr>
          <p:cNvPr id="1033" name="Graphic 1032" descr="Database outline">
            <a:extLst>
              <a:ext uri="{FF2B5EF4-FFF2-40B4-BE49-F238E27FC236}">
                <a16:creationId xmlns:a16="http://schemas.microsoft.com/office/drawing/2014/main" id="{958E5D54-9384-2BC5-2CE9-E8DE65C67DE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22354" y="4889811"/>
            <a:ext cx="679119" cy="679119"/>
          </a:xfrm>
          <a:prstGeom prst="rect">
            <a:avLst/>
          </a:prstGeom>
        </p:spPr>
      </p:pic>
      <p:pic>
        <p:nvPicPr>
          <p:cNvPr id="1034" name="Graphic 1033" descr="Gears outline">
            <a:extLst>
              <a:ext uri="{FF2B5EF4-FFF2-40B4-BE49-F238E27FC236}">
                <a16:creationId xmlns:a16="http://schemas.microsoft.com/office/drawing/2014/main" id="{C826F499-4F7C-A53A-1480-79BDDC0CEFE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174768" y="4938863"/>
            <a:ext cx="620344" cy="620344"/>
          </a:xfrm>
          <a:prstGeom prst="rect">
            <a:avLst/>
          </a:prstGeom>
        </p:spPr>
      </p:pic>
      <p:pic>
        <p:nvPicPr>
          <p:cNvPr id="1036" name="Graphic 1035" descr="Scatterplot outline">
            <a:extLst>
              <a:ext uri="{FF2B5EF4-FFF2-40B4-BE49-F238E27FC236}">
                <a16:creationId xmlns:a16="http://schemas.microsoft.com/office/drawing/2014/main" id="{74D70E04-DCD7-C634-C535-D067D76B96F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316831" y="4948087"/>
            <a:ext cx="595400" cy="595400"/>
          </a:xfrm>
          <a:prstGeom prst="rect">
            <a:avLst/>
          </a:prstGeom>
        </p:spPr>
      </p:pic>
      <p:pic>
        <p:nvPicPr>
          <p:cNvPr id="1039" name="Graphic 1038" descr="Document with solid fill">
            <a:extLst>
              <a:ext uri="{FF2B5EF4-FFF2-40B4-BE49-F238E27FC236}">
                <a16:creationId xmlns:a16="http://schemas.microsoft.com/office/drawing/2014/main" id="{6F012D47-BAC2-D7E2-39DD-6AEA009303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01004" y="4956167"/>
            <a:ext cx="595400" cy="595400"/>
          </a:xfrm>
          <a:prstGeom prst="rect">
            <a:avLst/>
          </a:prstGeom>
        </p:spPr>
      </p:pic>
      <p:sp>
        <p:nvSpPr>
          <p:cNvPr id="1041" name="TextBox 1040">
            <a:extLst>
              <a:ext uri="{FF2B5EF4-FFF2-40B4-BE49-F238E27FC236}">
                <a16:creationId xmlns:a16="http://schemas.microsoft.com/office/drawing/2014/main" id="{5A98A5A9-8D73-46F3-C39F-CBDA095705C9}"/>
              </a:ext>
            </a:extLst>
          </p:cNvPr>
          <p:cNvSpPr txBox="1"/>
          <p:nvPr/>
        </p:nvSpPr>
        <p:spPr>
          <a:xfrm>
            <a:off x="5095061" y="5625191"/>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a:p>
            <a:pPr algn="ctr"/>
            <a:r>
              <a:rPr lang="en-US" sz="1100">
                <a:latin typeface="Century Gothic" panose="020B0502020202020204" pitchFamily="34" charset="0"/>
              </a:rPr>
              <a:t>Datasets</a:t>
            </a:r>
          </a:p>
        </p:txBody>
      </p:sp>
      <p:sp>
        <p:nvSpPr>
          <p:cNvPr id="1045" name="TextBox 1044">
            <a:extLst>
              <a:ext uri="{FF2B5EF4-FFF2-40B4-BE49-F238E27FC236}">
                <a16:creationId xmlns:a16="http://schemas.microsoft.com/office/drawing/2014/main" id="{C91A806E-18F6-81FC-AC96-BA8B9DC267D0}"/>
              </a:ext>
            </a:extLst>
          </p:cNvPr>
          <p:cNvSpPr txBox="1"/>
          <p:nvPr/>
        </p:nvSpPr>
        <p:spPr>
          <a:xfrm>
            <a:off x="4257562" y="4774685"/>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Extract</a:t>
            </a:r>
          </a:p>
        </p:txBody>
      </p:sp>
      <p:pic>
        <p:nvPicPr>
          <p:cNvPr id="1046" name="Graphic 1045" descr="Gears outline">
            <a:extLst>
              <a:ext uri="{FF2B5EF4-FFF2-40B4-BE49-F238E27FC236}">
                <a16:creationId xmlns:a16="http://schemas.microsoft.com/office/drawing/2014/main" id="{2E2A3761-59AB-F598-8ACF-BE83677A7A7D}"/>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196296" y="4954188"/>
            <a:ext cx="620344" cy="620344"/>
          </a:xfrm>
          <a:prstGeom prst="rect">
            <a:avLst/>
          </a:prstGeom>
        </p:spPr>
      </p:pic>
      <p:sp>
        <p:nvSpPr>
          <p:cNvPr id="1049" name="TextBox 1048">
            <a:extLst>
              <a:ext uri="{FF2B5EF4-FFF2-40B4-BE49-F238E27FC236}">
                <a16:creationId xmlns:a16="http://schemas.microsoft.com/office/drawing/2014/main" id="{EF407F02-39B3-A596-9C60-4C2471B4DFC0}"/>
              </a:ext>
            </a:extLst>
          </p:cNvPr>
          <p:cNvSpPr txBox="1"/>
          <p:nvPr/>
        </p:nvSpPr>
        <p:spPr>
          <a:xfrm>
            <a:off x="6058051" y="477991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Analyze</a:t>
            </a:r>
          </a:p>
        </p:txBody>
      </p:sp>
      <p:sp>
        <p:nvSpPr>
          <p:cNvPr id="1050" name="TextBox 1049">
            <a:extLst>
              <a:ext uri="{FF2B5EF4-FFF2-40B4-BE49-F238E27FC236}">
                <a16:creationId xmlns:a16="http://schemas.microsoft.com/office/drawing/2014/main" id="{A9838392-B495-B3EB-D043-7C39E5E4C1FA}"/>
              </a:ext>
            </a:extLst>
          </p:cNvPr>
          <p:cNvSpPr txBox="1"/>
          <p:nvPr/>
        </p:nvSpPr>
        <p:spPr>
          <a:xfrm>
            <a:off x="7009375" y="5618567"/>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a:p>
            <a:pPr algn="ctr"/>
            <a:r>
              <a:rPr lang="en-US" sz="1100">
                <a:latin typeface="Century Gothic" panose="020B0502020202020204" pitchFamily="34" charset="0"/>
              </a:rPr>
              <a:t>Datasets</a:t>
            </a:r>
          </a:p>
        </p:txBody>
      </p:sp>
      <p:sp>
        <p:nvSpPr>
          <p:cNvPr id="1051" name="TextBox 1050">
            <a:extLst>
              <a:ext uri="{FF2B5EF4-FFF2-40B4-BE49-F238E27FC236}">
                <a16:creationId xmlns:a16="http://schemas.microsoft.com/office/drawing/2014/main" id="{03DDF379-5803-BB81-E06F-5543746FAB76}"/>
              </a:ext>
            </a:extLst>
          </p:cNvPr>
          <p:cNvSpPr txBox="1"/>
          <p:nvPr/>
        </p:nvSpPr>
        <p:spPr>
          <a:xfrm>
            <a:off x="8096343" y="4786890"/>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Output</a:t>
            </a:r>
          </a:p>
        </p:txBody>
      </p:sp>
      <p:sp>
        <p:nvSpPr>
          <p:cNvPr id="1052" name="TextBox 1051">
            <a:extLst>
              <a:ext uri="{FF2B5EF4-FFF2-40B4-BE49-F238E27FC236}">
                <a16:creationId xmlns:a16="http://schemas.microsoft.com/office/drawing/2014/main" id="{A2CD22F0-3F16-577A-02CC-ED9C10F02237}"/>
              </a:ext>
            </a:extLst>
          </p:cNvPr>
          <p:cNvSpPr txBox="1"/>
          <p:nvPr/>
        </p:nvSpPr>
        <p:spPr>
          <a:xfrm>
            <a:off x="9174001" y="5652490"/>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Results</a:t>
            </a:r>
          </a:p>
          <a:p>
            <a:pPr algn="ctr"/>
            <a:r>
              <a:rPr lang="en-US" sz="1100">
                <a:latin typeface="Century Gothic" panose="020B0502020202020204" pitchFamily="34" charset="0"/>
              </a:rPr>
              <a:t>TFLs</a:t>
            </a:r>
          </a:p>
        </p:txBody>
      </p:sp>
      <p:sp>
        <p:nvSpPr>
          <p:cNvPr id="1053" name="TextBox 1052">
            <a:extLst>
              <a:ext uri="{FF2B5EF4-FFF2-40B4-BE49-F238E27FC236}">
                <a16:creationId xmlns:a16="http://schemas.microsoft.com/office/drawing/2014/main" id="{CC4B83A5-A4F0-AEE5-927D-AB2840C50071}"/>
              </a:ext>
            </a:extLst>
          </p:cNvPr>
          <p:cNvSpPr txBox="1"/>
          <p:nvPr/>
        </p:nvSpPr>
        <p:spPr>
          <a:xfrm>
            <a:off x="10463467" y="5638881"/>
            <a:ext cx="870475"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Report</a:t>
            </a:r>
          </a:p>
        </p:txBody>
      </p:sp>
      <p:cxnSp>
        <p:nvCxnSpPr>
          <p:cNvPr id="1054" name="Connector: Elbow 18">
            <a:extLst>
              <a:ext uri="{FF2B5EF4-FFF2-40B4-BE49-F238E27FC236}">
                <a16:creationId xmlns:a16="http://schemas.microsoft.com/office/drawing/2014/main" id="{5F986537-3FB8-B1B2-694F-BB7C9199150A}"/>
              </a:ext>
            </a:extLst>
          </p:cNvPr>
          <p:cNvCxnSpPr>
            <a:cxnSpLocks/>
          </p:cNvCxnSpPr>
          <p:nvPr/>
        </p:nvCxnSpPr>
        <p:spPr>
          <a:xfrm>
            <a:off x="4447179"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5" name="Connector: Elbow 18">
            <a:extLst>
              <a:ext uri="{FF2B5EF4-FFF2-40B4-BE49-F238E27FC236}">
                <a16:creationId xmlns:a16="http://schemas.microsoft.com/office/drawing/2014/main" id="{8E24DAF2-629D-698E-0E92-B562B6450577}"/>
              </a:ext>
            </a:extLst>
          </p:cNvPr>
          <p:cNvCxnSpPr>
            <a:cxnSpLocks/>
          </p:cNvCxnSpPr>
          <p:nvPr/>
        </p:nvCxnSpPr>
        <p:spPr>
          <a:xfrm>
            <a:off x="6388325"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Elbow 18">
            <a:extLst>
              <a:ext uri="{FF2B5EF4-FFF2-40B4-BE49-F238E27FC236}">
                <a16:creationId xmlns:a16="http://schemas.microsoft.com/office/drawing/2014/main" id="{CF8CDFC5-2718-B87F-6A27-9C1010038631}"/>
              </a:ext>
            </a:extLst>
          </p:cNvPr>
          <p:cNvCxnSpPr>
            <a:cxnSpLocks/>
          </p:cNvCxnSpPr>
          <p:nvPr/>
        </p:nvCxnSpPr>
        <p:spPr>
          <a:xfrm>
            <a:off x="8444845"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7" name="Connector: Elbow 18">
            <a:extLst>
              <a:ext uri="{FF2B5EF4-FFF2-40B4-BE49-F238E27FC236}">
                <a16:creationId xmlns:a16="http://schemas.microsoft.com/office/drawing/2014/main" id="{1B4C2A6C-45B4-AB9C-8005-2387CBAE9E1B}"/>
              </a:ext>
            </a:extLst>
          </p:cNvPr>
          <p:cNvCxnSpPr>
            <a:cxnSpLocks/>
          </p:cNvCxnSpPr>
          <p:nvPr/>
        </p:nvCxnSpPr>
        <p:spPr>
          <a:xfrm>
            <a:off x="9953121"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BF31A5E-3D24-C8E8-BF0B-4B727D9D0079}"/>
              </a:ext>
            </a:extLst>
          </p:cNvPr>
          <p:cNvSpPr txBox="1"/>
          <p:nvPr/>
        </p:nvSpPr>
        <p:spPr>
          <a:xfrm>
            <a:off x="7716676" y="3211393"/>
            <a:ext cx="556709"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USDM</a:t>
            </a:r>
          </a:p>
        </p:txBody>
      </p:sp>
      <p:sp>
        <p:nvSpPr>
          <p:cNvPr id="18" name="TextBox 17">
            <a:extLst>
              <a:ext uri="{FF2B5EF4-FFF2-40B4-BE49-F238E27FC236}">
                <a16:creationId xmlns:a16="http://schemas.microsoft.com/office/drawing/2014/main" id="{CE76C9AE-145F-126C-373D-1C17BDE9E2DD}"/>
              </a:ext>
            </a:extLst>
          </p:cNvPr>
          <p:cNvSpPr txBox="1"/>
          <p:nvPr/>
        </p:nvSpPr>
        <p:spPr>
          <a:xfrm>
            <a:off x="5685142" y="3618529"/>
            <a:ext cx="1296892" cy="533544"/>
          </a:xfrm>
          <a:prstGeom prst="rect">
            <a:avLst/>
          </a:prstGeom>
          <a:solidFill>
            <a:schemeClr val="bg1"/>
          </a:solidFill>
        </p:spPr>
        <p:txBody>
          <a:bodyPr wrap="square" lIns="121920" tIns="60960" rIns="121920" bIns="60960" rtlCol="0" anchor="t">
            <a:spAutoFit/>
          </a:bodyPr>
          <a:lstStyle/>
          <a:p>
            <a:pPr algn="ctr"/>
            <a:r>
              <a:rPr lang="en-US" sz="2667" b="1" i="1" dirty="0">
                <a:solidFill>
                  <a:schemeClr val="accent3"/>
                </a:solidFill>
              </a:rPr>
              <a:t>Build</a:t>
            </a:r>
          </a:p>
        </p:txBody>
      </p:sp>
      <p:sp>
        <p:nvSpPr>
          <p:cNvPr id="8" name="TextBox 7">
            <a:extLst>
              <a:ext uri="{FF2B5EF4-FFF2-40B4-BE49-F238E27FC236}">
                <a16:creationId xmlns:a16="http://schemas.microsoft.com/office/drawing/2014/main" id="{4C1817A4-C146-9301-23EB-6E13BE0E9B65}"/>
              </a:ext>
            </a:extLst>
          </p:cNvPr>
          <p:cNvSpPr txBox="1"/>
          <p:nvPr/>
        </p:nvSpPr>
        <p:spPr>
          <a:xfrm>
            <a:off x="8503681" y="3605169"/>
            <a:ext cx="1523273" cy="533544"/>
          </a:xfrm>
          <a:prstGeom prst="rect">
            <a:avLst/>
          </a:prstGeom>
          <a:solidFill>
            <a:schemeClr val="bg1"/>
          </a:solidFill>
        </p:spPr>
        <p:txBody>
          <a:bodyPr wrap="square" lIns="121920" tIns="60960" rIns="121920" bIns="60960" rtlCol="0" anchor="t">
            <a:spAutoFit/>
          </a:bodyPr>
          <a:lstStyle/>
          <a:p>
            <a:pPr algn="ctr"/>
            <a:r>
              <a:rPr lang="en-US" sz="2667" b="1" i="1" dirty="0">
                <a:solidFill>
                  <a:schemeClr val="accent3"/>
                </a:solidFill>
              </a:rPr>
              <a:t>Design</a:t>
            </a:r>
          </a:p>
        </p:txBody>
      </p:sp>
      <p:sp>
        <p:nvSpPr>
          <p:cNvPr id="11" name="Slide Number Placeholder 4">
            <a:extLst>
              <a:ext uri="{FF2B5EF4-FFF2-40B4-BE49-F238E27FC236}">
                <a16:creationId xmlns:a16="http://schemas.microsoft.com/office/drawing/2014/main" id="{08012BCA-B5AF-9BF8-6B2C-19E6A5CC0E28}"/>
              </a:ext>
            </a:extLst>
          </p:cNvPr>
          <p:cNvSpPr>
            <a:spLocks noGrp="1"/>
          </p:cNvSpPr>
          <p:nvPr>
            <p:ph type="sldNum" sz="quarter" idx="12"/>
          </p:nvPr>
        </p:nvSpPr>
        <p:spPr>
          <a:xfrm>
            <a:off x="11174027" y="6356351"/>
            <a:ext cx="408373" cy="365125"/>
          </a:xfrm>
        </p:spPr>
        <p:txBody>
          <a:bodyPr/>
          <a:lstStyle/>
          <a:p>
            <a:fld id="{EB4FF9C4-EEBF-D24D-8A4E-C0B9CCE3F975}" type="slidenum">
              <a:rPr lang="en-US" smtClean="0"/>
              <a:t>7</a:t>
            </a:fld>
            <a:endParaRPr lang="en-US"/>
          </a:p>
        </p:txBody>
      </p:sp>
      <p:pic>
        <p:nvPicPr>
          <p:cNvPr id="5" name="Picture 4">
            <a:extLst>
              <a:ext uri="{FF2B5EF4-FFF2-40B4-BE49-F238E27FC236}">
                <a16:creationId xmlns:a16="http://schemas.microsoft.com/office/drawing/2014/main" id="{1C60FBA5-2001-3326-E84E-BF028D763FE0}"/>
              </a:ext>
            </a:extLst>
          </p:cNvPr>
          <p:cNvPicPr>
            <a:picLocks noChangeAspect="1"/>
          </p:cNvPicPr>
          <p:nvPr/>
        </p:nvPicPr>
        <p:blipFill>
          <a:blip r:embed="rId28"/>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1047692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5CC18-35F7-4168-FF14-675CC1ADC1EA}"/>
            </a:ext>
          </a:extLst>
        </p:cNvPr>
        <p:cNvGrpSpPr/>
        <p:nvPr/>
      </p:nvGrpSpPr>
      <p:grpSpPr>
        <a:xfrm>
          <a:off x="0" y="0"/>
          <a:ext cx="0" cy="0"/>
          <a:chOff x="0" y="0"/>
          <a:chExt cx="0" cy="0"/>
        </a:xfrm>
      </p:grpSpPr>
      <p:pic>
        <p:nvPicPr>
          <p:cNvPr id="3" name="Graphic 2" descr="Document with solid fill">
            <a:extLst>
              <a:ext uri="{FF2B5EF4-FFF2-40B4-BE49-F238E27FC236}">
                <a16:creationId xmlns:a16="http://schemas.microsoft.com/office/drawing/2014/main" id="{7E20E26E-754F-9D1C-AC2A-0D448B7CB3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50" y="2791083"/>
            <a:ext cx="556709" cy="556709"/>
          </a:xfrm>
          <a:prstGeom prst="rect">
            <a:avLst/>
          </a:prstGeom>
        </p:spPr>
      </p:pic>
      <p:pic>
        <p:nvPicPr>
          <p:cNvPr id="6" name="Graphic 5" descr="Group with solid fill">
            <a:extLst>
              <a:ext uri="{FF2B5EF4-FFF2-40B4-BE49-F238E27FC236}">
                <a16:creationId xmlns:a16="http://schemas.microsoft.com/office/drawing/2014/main" id="{9724B93A-0D1F-1B5C-C4EE-9D30109A5E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74433" y="2626727"/>
            <a:ext cx="721064" cy="721064"/>
          </a:xfrm>
          <a:prstGeom prst="rect">
            <a:avLst/>
          </a:prstGeom>
        </p:spPr>
      </p:pic>
      <p:sp>
        <p:nvSpPr>
          <p:cNvPr id="7" name="TextBox 6">
            <a:extLst>
              <a:ext uri="{FF2B5EF4-FFF2-40B4-BE49-F238E27FC236}">
                <a16:creationId xmlns:a16="http://schemas.microsoft.com/office/drawing/2014/main" id="{835F51EB-B90D-5859-2345-AA9866A89907}"/>
              </a:ext>
            </a:extLst>
          </p:cNvPr>
          <p:cNvSpPr txBox="1"/>
          <p:nvPr/>
        </p:nvSpPr>
        <p:spPr>
          <a:xfrm>
            <a:off x="9937583" y="2512471"/>
            <a:ext cx="1429252"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Study Team</a:t>
            </a:r>
          </a:p>
        </p:txBody>
      </p:sp>
      <p:sp>
        <p:nvSpPr>
          <p:cNvPr id="10" name="TextBox 9">
            <a:extLst>
              <a:ext uri="{FF2B5EF4-FFF2-40B4-BE49-F238E27FC236}">
                <a16:creationId xmlns:a16="http://schemas.microsoft.com/office/drawing/2014/main" id="{DDAA5C3C-F1AC-85E5-8231-A31FEE7264F1}"/>
              </a:ext>
            </a:extLst>
          </p:cNvPr>
          <p:cNvSpPr txBox="1"/>
          <p:nvPr/>
        </p:nvSpPr>
        <p:spPr>
          <a:xfrm>
            <a:off x="8426705" y="3437426"/>
            <a:ext cx="1796496"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Protocol Outline</a:t>
            </a:r>
          </a:p>
        </p:txBody>
      </p:sp>
      <p:sp>
        <p:nvSpPr>
          <p:cNvPr id="13" name="TextBox 12">
            <a:extLst>
              <a:ext uri="{FF2B5EF4-FFF2-40B4-BE49-F238E27FC236}">
                <a16:creationId xmlns:a16="http://schemas.microsoft.com/office/drawing/2014/main" id="{F29CF87F-27DE-4B38-1720-88D2D05CFF86}"/>
              </a:ext>
            </a:extLst>
          </p:cNvPr>
          <p:cNvSpPr txBox="1"/>
          <p:nvPr/>
        </p:nvSpPr>
        <p:spPr>
          <a:xfrm>
            <a:off x="8563789" y="1760487"/>
            <a:ext cx="1403056"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Schedule of Activities</a:t>
            </a:r>
          </a:p>
        </p:txBody>
      </p:sp>
      <p:cxnSp>
        <p:nvCxnSpPr>
          <p:cNvPr id="15" name="Connector: Elbow 14">
            <a:extLst>
              <a:ext uri="{FF2B5EF4-FFF2-40B4-BE49-F238E27FC236}">
                <a16:creationId xmlns:a16="http://schemas.microsoft.com/office/drawing/2014/main" id="{7A18EA7B-2AF8-3C18-2AC0-F8741A2D3EA1}"/>
              </a:ext>
            </a:extLst>
          </p:cNvPr>
          <p:cNvCxnSpPr>
            <a:cxnSpLocks/>
          </p:cNvCxnSpPr>
          <p:nvPr/>
        </p:nvCxnSpPr>
        <p:spPr>
          <a:xfrm rot="10800000">
            <a:off x="9689108" y="2417159"/>
            <a:ext cx="496949" cy="443592"/>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AEE3DE85-EBD9-0875-5B51-E0CF5151A741}"/>
              </a:ext>
            </a:extLst>
          </p:cNvPr>
          <p:cNvCxnSpPr>
            <a:cxnSpLocks/>
          </p:cNvCxnSpPr>
          <p:nvPr/>
        </p:nvCxnSpPr>
        <p:spPr>
          <a:xfrm flipH="1">
            <a:off x="9694752" y="3029412"/>
            <a:ext cx="462101"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7" name="Graphic 56" descr="Daily calendar with solid fill">
            <a:extLst>
              <a:ext uri="{FF2B5EF4-FFF2-40B4-BE49-F238E27FC236}">
                <a16:creationId xmlns:a16="http://schemas.microsoft.com/office/drawing/2014/main" id="{3375A5F9-E907-D85E-FA71-670479C7AF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3844" y="2125040"/>
            <a:ext cx="620345" cy="620345"/>
          </a:xfrm>
          <a:prstGeom prst="rect">
            <a:avLst/>
          </a:prstGeom>
        </p:spPr>
      </p:pic>
      <p:pic>
        <p:nvPicPr>
          <p:cNvPr id="61" name="Graphic 60" descr="Laptop with solid fill">
            <a:extLst>
              <a:ext uri="{FF2B5EF4-FFF2-40B4-BE49-F238E27FC236}">
                <a16:creationId xmlns:a16="http://schemas.microsoft.com/office/drawing/2014/main" id="{31C1EECD-797D-A87E-0FCD-BAF7F22F3E9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72421" y="2681749"/>
            <a:ext cx="620345" cy="620345"/>
          </a:xfrm>
          <a:prstGeom prst="rect">
            <a:avLst/>
          </a:prstGeom>
        </p:spPr>
      </p:pic>
      <p:cxnSp>
        <p:nvCxnSpPr>
          <p:cNvPr id="1066" name="Connector: Elbow 1065">
            <a:extLst>
              <a:ext uri="{FF2B5EF4-FFF2-40B4-BE49-F238E27FC236}">
                <a16:creationId xmlns:a16="http://schemas.microsoft.com/office/drawing/2014/main" id="{530A4704-A268-E156-DED7-535A56C27AA8}"/>
              </a:ext>
            </a:extLst>
          </p:cNvPr>
          <p:cNvCxnSpPr>
            <a:cxnSpLocks/>
          </p:cNvCxnSpPr>
          <p:nvPr/>
        </p:nvCxnSpPr>
        <p:spPr>
          <a:xfrm rot="10800000" flipV="1">
            <a:off x="8289230" y="2417154"/>
            <a:ext cx="734620" cy="443597"/>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75" name="TextBox 1074">
            <a:extLst>
              <a:ext uri="{FF2B5EF4-FFF2-40B4-BE49-F238E27FC236}">
                <a16:creationId xmlns:a16="http://schemas.microsoft.com/office/drawing/2014/main" id="{DA18A2B8-652B-7216-3A76-47BE6599374D}"/>
              </a:ext>
            </a:extLst>
          </p:cNvPr>
          <p:cNvSpPr txBox="1"/>
          <p:nvPr/>
        </p:nvSpPr>
        <p:spPr>
          <a:xfrm>
            <a:off x="6388325" y="376535"/>
            <a:ext cx="1187416" cy="161711"/>
          </a:xfrm>
          <a:prstGeom prst="rect">
            <a:avLst/>
          </a:prstGeom>
          <a:noFill/>
        </p:spPr>
        <p:txBody>
          <a:bodyPr wrap="square" lIns="0" tIns="0" rIns="0" bIns="0" rtlCol="0">
            <a:spAutoFit/>
          </a:bodyPr>
          <a:lstStyle/>
          <a:p>
            <a:pPr algn="r"/>
            <a:r>
              <a:rPr lang="en-US" sz="1051" b="1">
                <a:solidFill>
                  <a:srgbClr val="51A492"/>
                </a:solidFill>
                <a:latin typeface="Century Gothic" panose="020B0502020202020204" pitchFamily="34" charset="0"/>
              </a:rPr>
              <a:t>Data Standards</a:t>
            </a:r>
          </a:p>
        </p:txBody>
      </p:sp>
      <p:sp>
        <p:nvSpPr>
          <p:cNvPr id="1078" name="TextBox 1077">
            <a:extLst>
              <a:ext uri="{FF2B5EF4-FFF2-40B4-BE49-F238E27FC236}">
                <a16:creationId xmlns:a16="http://schemas.microsoft.com/office/drawing/2014/main" id="{8E5F7078-2A96-F411-074F-921D4C0F1B32}"/>
              </a:ext>
            </a:extLst>
          </p:cNvPr>
          <p:cNvSpPr txBox="1"/>
          <p:nvPr/>
        </p:nvSpPr>
        <p:spPr>
          <a:xfrm>
            <a:off x="6249931" y="605888"/>
            <a:ext cx="1350836" cy="559064"/>
          </a:xfrm>
          <a:prstGeom prst="rect">
            <a:avLst/>
          </a:prstGeom>
          <a:noFill/>
        </p:spPr>
        <p:txBody>
          <a:bodyPr wrap="square" lIns="0" tIns="0" rIns="0" bIns="0" rtlCol="0">
            <a:spAutoFit/>
          </a:bodyPr>
          <a:lstStyle/>
          <a:p>
            <a:pPr algn="r"/>
            <a:r>
              <a:rPr lang="en-US" sz="900">
                <a:latin typeface="Century Gothic" panose="020B0502020202020204" pitchFamily="34" charset="0"/>
              </a:rPr>
              <a:t>Biomedical Concepts</a:t>
            </a:r>
            <a:br>
              <a:rPr lang="en-US" sz="900">
                <a:latin typeface="Century Gothic" panose="020B0502020202020204" pitchFamily="34" charset="0"/>
              </a:rPr>
            </a:br>
            <a:r>
              <a:rPr lang="en-US" sz="933">
                <a:solidFill>
                  <a:srgbClr val="134678"/>
                </a:solidFill>
                <a:latin typeface="Century Gothic" panose="020B0502020202020204" pitchFamily="34" charset="0"/>
              </a:rPr>
              <a:t>Analysis Concepts</a:t>
            </a:r>
            <a:br>
              <a:rPr lang="en-US" sz="900">
                <a:latin typeface="Century Gothic" panose="020B0502020202020204" pitchFamily="34" charset="0"/>
              </a:rPr>
            </a:br>
            <a:r>
              <a:rPr lang="en-US" sz="900">
                <a:latin typeface="Century Gothic" panose="020B0502020202020204" pitchFamily="34" charset="0"/>
              </a:rPr>
              <a:t>Foundational Standards</a:t>
            </a:r>
            <a:br>
              <a:rPr lang="en-US" sz="900">
                <a:latin typeface="Century Gothic" panose="020B0502020202020204" pitchFamily="34" charset="0"/>
              </a:rPr>
            </a:br>
            <a:endParaRPr lang="en-US" sz="900">
              <a:latin typeface="Century Gothic" panose="020B0502020202020204" pitchFamily="34" charset="0"/>
            </a:endParaRPr>
          </a:p>
        </p:txBody>
      </p:sp>
      <p:sp>
        <p:nvSpPr>
          <p:cNvPr id="1079" name="Rectangle 1078">
            <a:extLst>
              <a:ext uri="{FF2B5EF4-FFF2-40B4-BE49-F238E27FC236}">
                <a16:creationId xmlns:a16="http://schemas.microsoft.com/office/drawing/2014/main" id="{F0473D44-A88A-7575-3F23-61769A02DD51}"/>
              </a:ext>
            </a:extLst>
          </p:cNvPr>
          <p:cNvSpPr/>
          <p:nvPr/>
        </p:nvSpPr>
        <p:spPr>
          <a:xfrm>
            <a:off x="6203181" y="205226"/>
            <a:ext cx="3826903" cy="1001303"/>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1083" name="Graphic 1082" descr="Database outline">
            <a:extLst>
              <a:ext uri="{FF2B5EF4-FFF2-40B4-BE49-F238E27FC236}">
                <a16:creationId xmlns:a16="http://schemas.microsoft.com/office/drawing/2014/main" id="{F73A806D-5049-CFA4-0E57-CD9D47EF5A7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2572" y="288017"/>
            <a:ext cx="871192" cy="871192"/>
          </a:xfrm>
          <a:prstGeom prst="rect">
            <a:avLst/>
          </a:prstGeom>
        </p:spPr>
      </p:pic>
      <p:pic>
        <p:nvPicPr>
          <p:cNvPr id="1084" name="Picture 1083" descr="A logo with blue and red text&#10;&#10;Description automatically generated">
            <a:extLst>
              <a:ext uri="{FF2B5EF4-FFF2-40B4-BE49-F238E27FC236}">
                <a16:creationId xmlns:a16="http://schemas.microsoft.com/office/drawing/2014/main" id="{A35EAD5F-49CA-BA52-E150-6486A25E011E}"/>
              </a:ext>
            </a:extLst>
          </p:cNvPr>
          <p:cNvPicPr>
            <a:picLocks noChangeAspect="1"/>
          </p:cNvPicPr>
          <p:nvPr/>
        </p:nvPicPr>
        <p:blipFill>
          <a:blip r:embed="rId13"/>
          <a:stretch>
            <a:fillRect/>
          </a:stretch>
        </p:blipFill>
        <p:spPr>
          <a:xfrm>
            <a:off x="8419516" y="457370"/>
            <a:ext cx="1508971" cy="561716"/>
          </a:xfrm>
          <a:prstGeom prst="rect">
            <a:avLst/>
          </a:prstGeom>
        </p:spPr>
      </p:pic>
      <p:cxnSp>
        <p:nvCxnSpPr>
          <p:cNvPr id="1085" name="Connector: Elbow 18">
            <a:extLst>
              <a:ext uri="{FF2B5EF4-FFF2-40B4-BE49-F238E27FC236}">
                <a16:creationId xmlns:a16="http://schemas.microsoft.com/office/drawing/2014/main" id="{39EBA727-5B0B-723B-48BB-FB55E527B717}"/>
              </a:ext>
            </a:extLst>
          </p:cNvPr>
          <p:cNvCxnSpPr>
            <a:cxnSpLocks/>
          </p:cNvCxnSpPr>
          <p:nvPr/>
        </p:nvCxnSpPr>
        <p:spPr>
          <a:xfrm flipH="1">
            <a:off x="8307110" y="3029412"/>
            <a:ext cx="716733"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8">
            <a:extLst>
              <a:ext uri="{FF2B5EF4-FFF2-40B4-BE49-F238E27FC236}">
                <a16:creationId xmlns:a16="http://schemas.microsoft.com/office/drawing/2014/main" id="{5B6FF783-ABA0-601A-18C1-FDE5EEF07533}"/>
              </a:ext>
            </a:extLst>
          </p:cNvPr>
          <p:cNvCxnSpPr>
            <a:cxnSpLocks/>
          </p:cNvCxnSpPr>
          <p:nvPr/>
        </p:nvCxnSpPr>
        <p:spPr>
          <a:xfrm>
            <a:off x="7995031" y="1343223"/>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92" name="TextBox 1091">
            <a:extLst>
              <a:ext uri="{FF2B5EF4-FFF2-40B4-BE49-F238E27FC236}">
                <a16:creationId xmlns:a16="http://schemas.microsoft.com/office/drawing/2014/main" id="{378E4D98-0100-A20B-E99F-346EB459E3C3}"/>
              </a:ext>
            </a:extLst>
          </p:cNvPr>
          <p:cNvSpPr txBox="1"/>
          <p:nvPr/>
        </p:nvSpPr>
        <p:spPr>
          <a:xfrm>
            <a:off x="7611179" y="1700995"/>
            <a:ext cx="815527" cy="507831"/>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Select Biomedical Concepts</a:t>
            </a:r>
          </a:p>
        </p:txBody>
      </p:sp>
      <p:sp>
        <p:nvSpPr>
          <p:cNvPr id="2" name="Title 1">
            <a:extLst>
              <a:ext uri="{FF2B5EF4-FFF2-40B4-BE49-F238E27FC236}">
                <a16:creationId xmlns:a16="http://schemas.microsoft.com/office/drawing/2014/main" id="{AD02AED9-A581-DAFB-027D-EFCA39930F7C}"/>
              </a:ext>
            </a:extLst>
          </p:cNvPr>
          <p:cNvSpPr>
            <a:spLocks noGrp="1"/>
          </p:cNvSpPr>
          <p:nvPr>
            <p:ph type="title"/>
          </p:nvPr>
        </p:nvSpPr>
        <p:spPr>
          <a:xfrm>
            <a:off x="1066800" y="0"/>
            <a:ext cx="10515600" cy="1325563"/>
          </a:xfrm>
        </p:spPr>
        <p:txBody>
          <a:bodyPr>
            <a:normAutofit/>
          </a:bodyPr>
          <a:lstStyle/>
          <a:p>
            <a:r>
              <a:rPr lang="en-US" sz="2933"/>
              <a:t>360i Phase 1</a:t>
            </a:r>
            <a:endParaRPr lang="en-US" sz="2933">
              <a:cs typeface="Arial"/>
            </a:endParaRPr>
          </a:p>
        </p:txBody>
      </p:sp>
      <p:cxnSp>
        <p:nvCxnSpPr>
          <p:cNvPr id="9" name="Connector: Elbow 18">
            <a:extLst>
              <a:ext uri="{FF2B5EF4-FFF2-40B4-BE49-F238E27FC236}">
                <a16:creationId xmlns:a16="http://schemas.microsoft.com/office/drawing/2014/main" id="{C55BC066-1F1A-9203-6E7B-5783A7B6C163}"/>
              </a:ext>
            </a:extLst>
          </p:cNvPr>
          <p:cNvCxnSpPr>
            <a:cxnSpLocks/>
          </p:cNvCxnSpPr>
          <p:nvPr/>
        </p:nvCxnSpPr>
        <p:spPr>
          <a:xfrm flipH="1">
            <a:off x="6532089" y="3002644"/>
            <a:ext cx="924447"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8">
            <a:extLst>
              <a:ext uri="{FF2B5EF4-FFF2-40B4-BE49-F238E27FC236}">
                <a16:creationId xmlns:a16="http://schemas.microsoft.com/office/drawing/2014/main" id="{75A18FF4-70B7-A6E8-279D-8B270081686F}"/>
              </a:ext>
            </a:extLst>
          </p:cNvPr>
          <p:cNvCxnSpPr>
            <a:cxnSpLocks/>
          </p:cNvCxnSpPr>
          <p:nvPr/>
        </p:nvCxnSpPr>
        <p:spPr>
          <a:xfrm flipH="1">
            <a:off x="5301410" y="881294"/>
            <a:ext cx="792719" cy="725412"/>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D8E63A2F-1DA4-1D92-5230-D5F871877FBA}"/>
              </a:ext>
            </a:extLst>
          </p:cNvPr>
          <p:cNvGrpSpPr/>
          <p:nvPr/>
        </p:nvGrpSpPr>
        <p:grpSpPr>
          <a:xfrm>
            <a:off x="4233875" y="1697488"/>
            <a:ext cx="2468277" cy="2095793"/>
            <a:chOff x="3117749" y="1317269"/>
            <a:chExt cx="1851208" cy="1571845"/>
          </a:xfrm>
        </p:grpSpPr>
        <p:sp>
          <p:nvSpPr>
            <p:cNvPr id="23" name="Rectangle 22">
              <a:extLst>
                <a:ext uri="{FF2B5EF4-FFF2-40B4-BE49-F238E27FC236}">
                  <a16:creationId xmlns:a16="http://schemas.microsoft.com/office/drawing/2014/main" id="{2995D864-5034-DA2E-B53C-6872861E901C}"/>
                </a:ext>
              </a:extLst>
            </p:cNvPr>
            <p:cNvSpPr/>
            <p:nvPr/>
          </p:nvSpPr>
          <p:spPr>
            <a:xfrm>
              <a:off x="3175406" y="1401485"/>
              <a:ext cx="1441080" cy="1487629"/>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grpSp>
          <p:nvGrpSpPr>
            <p:cNvPr id="26" name="Group 25">
              <a:extLst>
                <a:ext uri="{FF2B5EF4-FFF2-40B4-BE49-F238E27FC236}">
                  <a16:creationId xmlns:a16="http://schemas.microsoft.com/office/drawing/2014/main" id="{A6E180F9-2F2E-42B0-C74B-8EF58BF3D035}"/>
                </a:ext>
              </a:extLst>
            </p:cNvPr>
            <p:cNvGrpSpPr/>
            <p:nvPr/>
          </p:nvGrpSpPr>
          <p:grpSpPr>
            <a:xfrm>
              <a:off x="3117749" y="1540485"/>
              <a:ext cx="1851208" cy="1262431"/>
              <a:chOff x="2608608" y="1482574"/>
              <a:chExt cx="1851208" cy="1262431"/>
            </a:xfrm>
          </p:grpSpPr>
          <p:pic>
            <p:nvPicPr>
              <p:cNvPr id="14" name="Graphic 13" descr="Blockchain outline">
                <a:extLst>
                  <a:ext uri="{FF2B5EF4-FFF2-40B4-BE49-F238E27FC236}">
                    <a16:creationId xmlns:a16="http://schemas.microsoft.com/office/drawing/2014/main" id="{A72FDC25-8AA1-C279-C327-762C48F1069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482574"/>
                <a:ext cx="465258" cy="465258"/>
              </a:xfrm>
              <a:prstGeom prst="rect">
                <a:avLst/>
              </a:prstGeom>
            </p:spPr>
          </p:pic>
          <p:sp>
            <p:nvSpPr>
              <p:cNvPr id="20" name="TextBox 19">
                <a:extLst>
                  <a:ext uri="{FF2B5EF4-FFF2-40B4-BE49-F238E27FC236}">
                    <a16:creationId xmlns:a16="http://schemas.microsoft.com/office/drawing/2014/main" id="{74682E8D-3E9A-362F-9B12-317C8265BAD1}"/>
                  </a:ext>
                </a:extLst>
              </p:cNvPr>
              <p:cNvSpPr txBox="1"/>
              <p:nvPr/>
            </p:nvSpPr>
            <p:spPr>
              <a:xfrm>
                <a:off x="2799165" y="1648179"/>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Data Collection</a:t>
                </a:r>
              </a:p>
            </p:txBody>
          </p:sp>
          <p:pic>
            <p:nvPicPr>
              <p:cNvPr id="21" name="Graphic 20" descr="Blockchain outline">
                <a:extLst>
                  <a:ext uri="{FF2B5EF4-FFF2-40B4-BE49-F238E27FC236}">
                    <a16:creationId xmlns:a16="http://schemas.microsoft.com/office/drawing/2014/main" id="{66DA5CB7-56B2-9148-4441-B3C49F9C815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881161"/>
                <a:ext cx="465258" cy="465258"/>
              </a:xfrm>
              <a:prstGeom prst="rect">
                <a:avLst/>
              </a:prstGeom>
            </p:spPr>
          </p:pic>
          <p:sp>
            <p:nvSpPr>
              <p:cNvPr id="22" name="TextBox 21">
                <a:extLst>
                  <a:ext uri="{FF2B5EF4-FFF2-40B4-BE49-F238E27FC236}">
                    <a16:creationId xmlns:a16="http://schemas.microsoft.com/office/drawing/2014/main" id="{CDD2B2B7-AC74-922E-EF6F-B10EA8C857F3}"/>
                  </a:ext>
                </a:extLst>
              </p:cNvPr>
              <p:cNvSpPr txBox="1"/>
              <p:nvPr/>
            </p:nvSpPr>
            <p:spPr>
              <a:xfrm>
                <a:off x="2671617" y="2049645"/>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p:txBody>
          </p:sp>
          <p:pic>
            <p:nvPicPr>
              <p:cNvPr id="24" name="Graphic 23" descr="Blockchain outline">
                <a:extLst>
                  <a:ext uri="{FF2B5EF4-FFF2-40B4-BE49-F238E27FC236}">
                    <a16:creationId xmlns:a16="http://schemas.microsoft.com/office/drawing/2014/main" id="{2872420F-248A-E26A-0C12-9605DB1AEB3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05377" y="2279747"/>
                <a:ext cx="465258" cy="465258"/>
              </a:xfrm>
              <a:prstGeom prst="rect">
                <a:avLst/>
              </a:prstGeom>
            </p:spPr>
          </p:pic>
          <p:sp>
            <p:nvSpPr>
              <p:cNvPr id="25" name="TextBox 24">
                <a:extLst>
                  <a:ext uri="{FF2B5EF4-FFF2-40B4-BE49-F238E27FC236}">
                    <a16:creationId xmlns:a16="http://schemas.microsoft.com/office/drawing/2014/main" id="{3D59040C-0BB3-4770-4ED7-C775E6CB461F}"/>
                  </a:ext>
                </a:extLst>
              </p:cNvPr>
              <p:cNvSpPr txBox="1"/>
              <p:nvPr/>
            </p:nvSpPr>
            <p:spPr>
              <a:xfrm>
                <a:off x="2608608" y="2451111"/>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p:txBody>
          </p:sp>
        </p:grpSp>
        <p:sp>
          <p:nvSpPr>
            <p:cNvPr id="33" name="TextBox 32">
              <a:extLst>
                <a:ext uri="{FF2B5EF4-FFF2-40B4-BE49-F238E27FC236}">
                  <a16:creationId xmlns:a16="http://schemas.microsoft.com/office/drawing/2014/main" id="{5990826C-AED5-165E-5B6D-10AF99BB3965}"/>
                </a:ext>
              </a:extLst>
            </p:cNvPr>
            <p:cNvSpPr txBox="1"/>
            <p:nvPr/>
          </p:nvSpPr>
          <p:spPr>
            <a:xfrm>
              <a:off x="3481587" y="1317269"/>
              <a:ext cx="815784" cy="126958"/>
            </a:xfrm>
            <a:prstGeom prst="rect">
              <a:avLst/>
            </a:prstGeom>
            <a:solidFill>
              <a:schemeClr val="bg1"/>
            </a:solidFill>
          </p:spPr>
          <p:txBody>
            <a:bodyPr wrap="square" lIns="0" tIns="0" rIns="0" bIns="0" rtlCol="0">
              <a:spAutoFit/>
            </a:bodyPr>
            <a:lstStyle/>
            <a:p>
              <a:pPr algn="ctr"/>
              <a:r>
                <a:rPr lang="en-US" sz="1100" b="1">
                  <a:latin typeface="Century Gothic" panose="020B0502020202020204" pitchFamily="34" charset="0"/>
                </a:rPr>
                <a:t>Specifications</a:t>
              </a:r>
            </a:p>
          </p:txBody>
        </p:sp>
      </p:grpSp>
      <p:sp>
        <p:nvSpPr>
          <p:cNvPr id="39" name="Rounded Rectangle 3">
            <a:extLst>
              <a:ext uri="{FF2B5EF4-FFF2-40B4-BE49-F238E27FC236}">
                <a16:creationId xmlns:a16="http://schemas.microsoft.com/office/drawing/2014/main" id="{98D6E26E-51C4-B6FA-FA66-8BA942BE52D7}"/>
              </a:ext>
            </a:extLst>
          </p:cNvPr>
          <p:cNvSpPr/>
          <p:nvPr/>
        </p:nvSpPr>
        <p:spPr>
          <a:xfrm>
            <a:off x="1119161" y="1460186"/>
            <a:ext cx="1902923" cy="4526305"/>
          </a:xfrm>
          <a:prstGeom prst="roundRect">
            <a:avLst/>
          </a:prstGeom>
          <a:noFill/>
          <a:ln w="25400">
            <a:solidFill>
              <a:schemeClr val="accent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lumMod val="75000"/>
                </a:schemeClr>
              </a:solidFill>
            </a:endParaRPr>
          </a:p>
        </p:txBody>
      </p:sp>
      <p:sp>
        <p:nvSpPr>
          <p:cNvPr id="40" name="TextBox 39">
            <a:extLst>
              <a:ext uri="{FF2B5EF4-FFF2-40B4-BE49-F238E27FC236}">
                <a16:creationId xmlns:a16="http://schemas.microsoft.com/office/drawing/2014/main" id="{4616B3D7-62B8-06F1-3C5A-9F0D8EB6EC5F}"/>
              </a:ext>
            </a:extLst>
          </p:cNvPr>
          <p:cNvSpPr txBox="1"/>
          <p:nvPr/>
        </p:nvSpPr>
        <p:spPr>
          <a:xfrm>
            <a:off x="1386612" y="1435877"/>
            <a:ext cx="1485785" cy="830997"/>
          </a:xfrm>
          <a:prstGeom prst="rect">
            <a:avLst/>
          </a:prstGeom>
          <a:noFill/>
        </p:spPr>
        <p:txBody>
          <a:bodyPr wrap="square" rtlCol="0">
            <a:spAutoFit/>
          </a:bodyPr>
          <a:lstStyle/>
          <a:p>
            <a:r>
              <a:rPr lang="en-US" sz="2400" b="1" i="1">
                <a:solidFill>
                  <a:schemeClr val="accent2">
                    <a:lumMod val="75000"/>
                  </a:schemeClr>
                </a:solidFill>
              </a:rPr>
              <a:t>Data Sources</a:t>
            </a:r>
          </a:p>
        </p:txBody>
      </p:sp>
      <p:cxnSp>
        <p:nvCxnSpPr>
          <p:cNvPr id="44" name="Connector: Elbow 18">
            <a:extLst>
              <a:ext uri="{FF2B5EF4-FFF2-40B4-BE49-F238E27FC236}">
                <a16:creationId xmlns:a16="http://schemas.microsoft.com/office/drawing/2014/main" id="{07939F0A-0D43-8C78-2A91-D8B9E37F2931}"/>
              </a:ext>
            </a:extLst>
          </p:cNvPr>
          <p:cNvCxnSpPr>
            <a:cxnSpLocks/>
          </p:cNvCxnSpPr>
          <p:nvPr/>
        </p:nvCxnSpPr>
        <p:spPr>
          <a:xfrm>
            <a:off x="3184932" y="5229371"/>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18">
            <a:extLst>
              <a:ext uri="{FF2B5EF4-FFF2-40B4-BE49-F238E27FC236}">
                <a16:creationId xmlns:a16="http://schemas.microsoft.com/office/drawing/2014/main" id="{3321B993-87BD-3272-1F39-A0FFFBA1430C}"/>
              </a:ext>
            </a:extLst>
          </p:cNvPr>
          <p:cNvCxnSpPr>
            <a:cxnSpLocks/>
          </p:cNvCxnSpPr>
          <p:nvPr/>
        </p:nvCxnSpPr>
        <p:spPr>
          <a:xfrm flipH="1">
            <a:off x="3158117" y="2745384"/>
            <a:ext cx="701512"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descr="Internet Of Things outline">
            <a:extLst>
              <a:ext uri="{FF2B5EF4-FFF2-40B4-BE49-F238E27FC236}">
                <a16:creationId xmlns:a16="http://schemas.microsoft.com/office/drawing/2014/main" id="{1E6D6628-355D-3AF7-086C-BFCE10941E5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995979" y="2512471"/>
            <a:ext cx="738093" cy="738093"/>
          </a:xfrm>
          <a:prstGeom prst="rect">
            <a:avLst/>
          </a:prstGeom>
        </p:spPr>
      </p:pic>
      <p:pic>
        <p:nvPicPr>
          <p:cNvPr id="52" name="Graphic 51" descr="Keyboard with solid fill">
            <a:extLst>
              <a:ext uri="{FF2B5EF4-FFF2-40B4-BE49-F238E27FC236}">
                <a16:creationId xmlns:a16="http://schemas.microsoft.com/office/drawing/2014/main" id="{10EB9D89-EB2C-53AA-B4BE-5629E3B1BFE7}"/>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97791" y="3192293"/>
            <a:ext cx="686476" cy="686476"/>
          </a:xfrm>
          <a:prstGeom prst="rect">
            <a:avLst/>
          </a:prstGeom>
        </p:spPr>
      </p:pic>
      <p:pic>
        <p:nvPicPr>
          <p:cNvPr id="54" name="Graphic 53" descr="Tablet with solid fill">
            <a:extLst>
              <a:ext uri="{FF2B5EF4-FFF2-40B4-BE49-F238E27FC236}">
                <a16:creationId xmlns:a16="http://schemas.microsoft.com/office/drawing/2014/main" id="{5B7C589F-9183-CDF1-737E-3EB2E88C40F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364504" y="4467749"/>
            <a:ext cx="611320" cy="611320"/>
          </a:xfrm>
          <a:prstGeom prst="rect">
            <a:avLst/>
          </a:prstGeom>
        </p:spPr>
      </p:pic>
      <p:pic>
        <p:nvPicPr>
          <p:cNvPr id="56" name="Graphic 55" descr="Smart Phone with solid fill">
            <a:extLst>
              <a:ext uri="{FF2B5EF4-FFF2-40B4-BE49-F238E27FC236}">
                <a16:creationId xmlns:a16="http://schemas.microsoft.com/office/drawing/2014/main" id="{D055B185-B882-825E-E7B9-E2C7DF2A013B}"/>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221166" y="3957637"/>
            <a:ext cx="568023" cy="568023"/>
          </a:xfrm>
          <a:prstGeom prst="rect">
            <a:avLst/>
          </a:prstGeom>
        </p:spPr>
      </p:pic>
      <p:sp>
        <p:nvSpPr>
          <p:cNvPr id="60" name="TextBox 59">
            <a:extLst>
              <a:ext uri="{FF2B5EF4-FFF2-40B4-BE49-F238E27FC236}">
                <a16:creationId xmlns:a16="http://schemas.microsoft.com/office/drawing/2014/main" id="{EFEB860C-B407-3CE8-490D-4AB19300E0FF}"/>
              </a:ext>
            </a:extLst>
          </p:cNvPr>
          <p:cNvSpPr txBox="1"/>
          <p:nvPr/>
        </p:nvSpPr>
        <p:spPr>
          <a:xfrm>
            <a:off x="2018801" y="3437426"/>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EDC</a:t>
            </a:r>
          </a:p>
        </p:txBody>
      </p:sp>
      <p:sp>
        <p:nvSpPr>
          <p:cNvPr id="62" name="TextBox 61">
            <a:extLst>
              <a:ext uri="{FF2B5EF4-FFF2-40B4-BE49-F238E27FC236}">
                <a16:creationId xmlns:a16="http://schemas.microsoft.com/office/drawing/2014/main" id="{A41FE04A-2B36-FACA-B752-CF8EADE098E4}"/>
              </a:ext>
            </a:extLst>
          </p:cNvPr>
          <p:cNvSpPr txBox="1"/>
          <p:nvPr/>
        </p:nvSpPr>
        <p:spPr>
          <a:xfrm>
            <a:off x="2018799" y="470419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EHR</a:t>
            </a:r>
          </a:p>
        </p:txBody>
      </p:sp>
      <p:sp>
        <p:nvSpPr>
          <p:cNvPr id="63" name="TextBox 62">
            <a:extLst>
              <a:ext uri="{FF2B5EF4-FFF2-40B4-BE49-F238E27FC236}">
                <a16:creationId xmlns:a16="http://schemas.microsoft.com/office/drawing/2014/main" id="{8A0A88E8-EF19-E783-AF67-1901676FD6B2}"/>
              </a:ext>
            </a:extLst>
          </p:cNvPr>
          <p:cNvSpPr txBox="1"/>
          <p:nvPr/>
        </p:nvSpPr>
        <p:spPr>
          <a:xfrm>
            <a:off x="1262401" y="2804403"/>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eDT</a:t>
            </a:r>
          </a:p>
        </p:txBody>
      </p:sp>
      <p:sp>
        <p:nvSpPr>
          <p:cNvPr id="1025" name="TextBox 1024">
            <a:extLst>
              <a:ext uri="{FF2B5EF4-FFF2-40B4-BE49-F238E27FC236}">
                <a16:creationId xmlns:a16="http://schemas.microsoft.com/office/drawing/2014/main" id="{6112BAF2-690C-0062-B409-22DD34B67A11}"/>
              </a:ext>
            </a:extLst>
          </p:cNvPr>
          <p:cNvSpPr txBox="1"/>
          <p:nvPr/>
        </p:nvSpPr>
        <p:spPr>
          <a:xfrm>
            <a:off x="1323754" y="4141947"/>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DHT</a:t>
            </a:r>
          </a:p>
        </p:txBody>
      </p:sp>
      <p:pic>
        <p:nvPicPr>
          <p:cNvPr id="1030" name="Graphic 1029" descr="Gears outline">
            <a:extLst>
              <a:ext uri="{FF2B5EF4-FFF2-40B4-BE49-F238E27FC236}">
                <a16:creationId xmlns:a16="http://schemas.microsoft.com/office/drawing/2014/main" id="{006E3ABA-7CE8-055E-FEE3-7D8946DCC5C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348589" y="4956167"/>
            <a:ext cx="620344" cy="620344"/>
          </a:xfrm>
          <a:prstGeom prst="rect">
            <a:avLst/>
          </a:prstGeom>
        </p:spPr>
      </p:pic>
      <p:pic>
        <p:nvPicPr>
          <p:cNvPr id="1031" name="Graphic 1030" descr="Database outline">
            <a:extLst>
              <a:ext uri="{FF2B5EF4-FFF2-40B4-BE49-F238E27FC236}">
                <a16:creationId xmlns:a16="http://schemas.microsoft.com/office/drawing/2014/main" id="{0FAA714B-FFD2-6F08-A1E4-086E12B160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0741" y="4914986"/>
            <a:ext cx="679119" cy="679119"/>
          </a:xfrm>
          <a:prstGeom prst="rect">
            <a:avLst/>
          </a:prstGeom>
        </p:spPr>
      </p:pic>
      <p:pic>
        <p:nvPicPr>
          <p:cNvPr id="1033" name="Graphic 1032" descr="Database outline">
            <a:extLst>
              <a:ext uri="{FF2B5EF4-FFF2-40B4-BE49-F238E27FC236}">
                <a16:creationId xmlns:a16="http://schemas.microsoft.com/office/drawing/2014/main" id="{E651A2CC-B7F0-298D-028C-587406488FA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22354" y="4889811"/>
            <a:ext cx="679119" cy="679119"/>
          </a:xfrm>
          <a:prstGeom prst="rect">
            <a:avLst/>
          </a:prstGeom>
        </p:spPr>
      </p:pic>
      <p:pic>
        <p:nvPicPr>
          <p:cNvPr id="1034" name="Graphic 1033" descr="Gears outline">
            <a:extLst>
              <a:ext uri="{FF2B5EF4-FFF2-40B4-BE49-F238E27FC236}">
                <a16:creationId xmlns:a16="http://schemas.microsoft.com/office/drawing/2014/main" id="{2D4AFB6D-65C9-6823-F746-38C15A7A2788}"/>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174768" y="4938863"/>
            <a:ext cx="620344" cy="620344"/>
          </a:xfrm>
          <a:prstGeom prst="rect">
            <a:avLst/>
          </a:prstGeom>
        </p:spPr>
      </p:pic>
      <p:pic>
        <p:nvPicPr>
          <p:cNvPr id="1036" name="Graphic 1035" descr="Scatterplot outline">
            <a:extLst>
              <a:ext uri="{FF2B5EF4-FFF2-40B4-BE49-F238E27FC236}">
                <a16:creationId xmlns:a16="http://schemas.microsoft.com/office/drawing/2014/main" id="{9741303D-4E8C-4575-E47F-3002E942B4AD}"/>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316831" y="4948087"/>
            <a:ext cx="595400" cy="595400"/>
          </a:xfrm>
          <a:prstGeom prst="rect">
            <a:avLst/>
          </a:prstGeom>
        </p:spPr>
      </p:pic>
      <p:pic>
        <p:nvPicPr>
          <p:cNvPr id="1039" name="Graphic 1038" descr="Document with solid fill">
            <a:extLst>
              <a:ext uri="{FF2B5EF4-FFF2-40B4-BE49-F238E27FC236}">
                <a16:creationId xmlns:a16="http://schemas.microsoft.com/office/drawing/2014/main" id="{1F97F3F5-09F1-0BBE-DF16-03FFE4D493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01004" y="4956167"/>
            <a:ext cx="595400" cy="595400"/>
          </a:xfrm>
          <a:prstGeom prst="rect">
            <a:avLst/>
          </a:prstGeom>
        </p:spPr>
      </p:pic>
      <p:sp>
        <p:nvSpPr>
          <p:cNvPr id="1041" name="TextBox 1040">
            <a:extLst>
              <a:ext uri="{FF2B5EF4-FFF2-40B4-BE49-F238E27FC236}">
                <a16:creationId xmlns:a16="http://schemas.microsoft.com/office/drawing/2014/main" id="{D4782FE4-D6B5-2FC8-ADB7-1263E242BB2F}"/>
              </a:ext>
            </a:extLst>
          </p:cNvPr>
          <p:cNvSpPr txBox="1"/>
          <p:nvPr/>
        </p:nvSpPr>
        <p:spPr>
          <a:xfrm>
            <a:off x="5095061" y="5625191"/>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a:p>
            <a:pPr algn="ctr"/>
            <a:r>
              <a:rPr lang="en-US" sz="1100">
                <a:latin typeface="Century Gothic" panose="020B0502020202020204" pitchFamily="34" charset="0"/>
              </a:rPr>
              <a:t>Datasets</a:t>
            </a:r>
          </a:p>
        </p:txBody>
      </p:sp>
      <p:sp>
        <p:nvSpPr>
          <p:cNvPr id="1045" name="TextBox 1044">
            <a:extLst>
              <a:ext uri="{FF2B5EF4-FFF2-40B4-BE49-F238E27FC236}">
                <a16:creationId xmlns:a16="http://schemas.microsoft.com/office/drawing/2014/main" id="{442302AA-E766-297B-46B5-58C8A98B6A51}"/>
              </a:ext>
            </a:extLst>
          </p:cNvPr>
          <p:cNvSpPr txBox="1"/>
          <p:nvPr/>
        </p:nvSpPr>
        <p:spPr>
          <a:xfrm>
            <a:off x="4257562" y="4774685"/>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Extract</a:t>
            </a:r>
          </a:p>
        </p:txBody>
      </p:sp>
      <p:pic>
        <p:nvPicPr>
          <p:cNvPr id="1046" name="Graphic 1045" descr="Gears outline">
            <a:extLst>
              <a:ext uri="{FF2B5EF4-FFF2-40B4-BE49-F238E27FC236}">
                <a16:creationId xmlns:a16="http://schemas.microsoft.com/office/drawing/2014/main" id="{214854D5-F3F7-6EF8-CC25-F4FE4ED85FAF}"/>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196296" y="4954188"/>
            <a:ext cx="620344" cy="620344"/>
          </a:xfrm>
          <a:prstGeom prst="rect">
            <a:avLst/>
          </a:prstGeom>
        </p:spPr>
      </p:pic>
      <p:sp>
        <p:nvSpPr>
          <p:cNvPr id="1049" name="TextBox 1048">
            <a:extLst>
              <a:ext uri="{FF2B5EF4-FFF2-40B4-BE49-F238E27FC236}">
                <a16:creationId xmlns:a16="http://schemas.microsoft.com/office/drawing/2014/main" id="{903C80E4-1796-1097-E613-3DC3F9A834D9}"/>
              </a:ext>
            </a:extLst>
          </p:cNvPr>
          <p:cNvSpPr txBox="1"/>
          <p:nvPr/>
        </p:nvSpPr>
        <p:spPr>
          <a:xfrm>
            <a:off x="6058051" y="477991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Analyze</a:t>
            </a:r>
          </a:p>
        </p:txBody>
      </p:sp>
      <p:sp>
        <p:nvSpPr>
          <p:cNvPr id="1050" name="TextBox 1049">
            <a:extLst>
              <a:ext uri="{FF2B5EF4-FFF2-40B4-BE49-F238E27FC236}">
                <a16:creationId xmlns:a16="http://schemas.microsoft.com/office/drawing/2014/main" id="{32842C0F-EC89-0535-AB2E-18DCD4999181}"/>
              </a:ext>
            </a:extLst>
          </p:cNvPr>
          <p:cNvSpPr txBox="1"/>
          <p:nvPr/>
        </p:nvSpPr>
        <p:spPr>
          <a:xfrm>
            <a:off x="7009375" y="5618567"/>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a:p>
            <a:pPr algn="ctr"/>
            <a:r>
              <a:rPr lang="en-US" sz="1100">
                <a:latin typeface="Century Gothic" panose="020B0502020202020204" pitchFamily="34" charset="0"/>
              </a:rPr>
              <a:t>Datasets</a:t>
            </a:r>
          </a:p>
        </p:txBody>
      </p:sp>
      <p:sp>
        <p:nvSpPr>
          <p:cNvPr id="1051" name="TextBox 1050">
            <a:extLst>
              <a:ext uri="{FF2B5EF4-FFF2-40B4-BE49-F238E27FC236}">
                <a16:creationId xmlns:a16="http://schemas.microsoft.com/office/drawing/2014/main" id="{72EB5E55-BD87-178E-7030-1884837F0A2E}"/>
              </a:ext>
            </a:extLst>
          </p:cNvPr>
          <p:cNvSpPr txBox="1"/>
          <p:nvPr/>
        </p:nvSpPr>
        <p:spPr>
          <a:xfrm>
            <a:off x="8096343" y="4786890"/>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Output</a:t>
            </a:r>
          </a:p>
        </p:txBody>
      </p:sp>
      <p:sp>
        <p:nvSpPr>
          <p:cNvPr id="1052" name="TextBox 1051">
            <a:extLst>
              <a:ext uri="{FF2B5EF4-FFF2-40B4-BE49-F238E27FC236}">
                <a16:creationId xmlns:a16="http://schemas.microsoft.com/office/drawing/2014/main" id="{0DDA8103-B8BA-A081-F0F6-E60EDD9B0A13}"/>
              </a:ext>
            </a:extLst>
          </p:cNvPr>
          <p:cNvSpPr txBox="1"/>
          <p:nvPr/>
        </p:nvSpPr>
        <p:spPr>
          <a:xfrm>
            <a:off x="9174001" y="5652490"/>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Results</a:t>
            </a:r>
          </a:p>
          <a:p>
            <a:pPr algn="ctr"/>
            <a:r>
              <a:rPr lang="en-US" sz="1100">
                <a:latin typeface="Century Gothic" panose="020B0502020202020204" pitchFamily="34" charset="0"/>
              </a:rPr>
              <a:t>TFLs</a:t>
            </a:r>
          </a:p>
        </p:txBody>
      </p:sp>
      <p:sp>
        <p:nvSpPr>
          <p:cNvPr id="1053" name="TextBox 1052">
            <a:extLst>
              <a:ext uri="{FF2B5EF4-FFF2-40B4-BE49-F238E27FC236}">
                <a16:creationId xmlns:a16="http://schemas.microsoft.com/office/drawing/2014/main" id="{80D9D7BD-464E-D23B-3F9D-31BDB85F5C6D}"/>
              </a:ext>
            </a:extLst>
          </p:cNvPr>
          <p:cNvSpPr txBox="1"/>
          <p:nvPr/>
        </p:nvSpPr>
        <p:spPr>
          <a:xfrm>
            <a:off x="10463467" y="5638881"/>
            <a:ext cx="870475"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Report</a:t>
            </a:r>
          </a:p>
        </p:txBody>
      </p:sp>
      <p:cxnSp>
        <p:nvCxnSpPr>
          <p:cNvPr id="1054" name="Connector: Elbow 18">
            <a:extLst>
              <a:ext uri="{FF2B5EF4-FFF2-40B4-BE49-F238E27FC236}">
                <a16:creationId xmlns:a16="http://schemas.microsoft.com/office/drawing/2014/main" id="{9C004701-314D-803C-9EAC-8DB527505FEA}"/>
              </a:ext>
            </a:extLst>
          </p:cNvPr>
          <p:cNvCxnSpPr>
            <a:cxnSpLocks/>
          </p:cNvCxnSpPr>
          <p:nvPr/>
        </p:nvCxnSpPr>
        <p:spPr>
          <a:xfrm>
            <a:off x="4447179"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5" name="Connector: Elbow 18">
            <a:extLst>
              <a:ext uri="{FF2B5EF4-FFF2-40B4-BE49-F238E27FC236}">
                <a16:creationId xmlns:a16="http://schemas.microsoft.com/office/drawing/2014/main" id="{8A3CA81A-0CBC-8F72-DF2A-E99AF04242B4}"/>
              </a:ext>
            </a:extLst>
          </p:cNvPr>
          <p:cNvCxnSpPr>
            <a:cxnSpLocks/>
          </p:cNvCxnSpPr>
          <p:nvPr/>
        </p:nvCxnSpPr>
        <p:spPr>
          <a:xfrm>
            <a:off x="6388325"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Elbow 18">
            <a:extLst>
              <a:ext uri="{FF2B5EF4-FFF2-40B4-BE49-F238E27FC236}">
                <a16:creationId xmlns:a16="http://schemas.microsoft.com/office/drawing/2014/main" id="{1739EB3A-8662-FADF-0039-1EF32B1AB507}"/>
              </a:ext>
            </a:extLst>
          </p:cNvPr>
          <p:cNvCxnSpPr>
            <a:cxnSpLocks/>
          </p:cNvCxnSpPr>
          <p:nvPr/>
        </p:nvCxnSpPr>
        <p:spPr>
          <a:xfrm>
            <a:off x="8444845"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7" name="Connector: Elbow 18">
            <a:extLst>
              <a:ext uri="{FF2B5EF4-FFF2-40B4-BE49-F238E27FC236}">
                <a16:creationId xmlns:a16="http://schemas.microsoft.com/office/drawing/2014/main" id="{FB3BB1C0-0052-D59D-C49D-5C3E8A3626DC}"/>
              </a:ext>
            </a:extLst>
          </p:cNvPr>
          <p:cNvCxnSpPr>
            <a:cxnSpLocks/>
          </p:cNvCxnSpPr>
          <p:nvPr/>
        </p:nvCxnSpPr>
        <p:spPr>
          <a:xfrm>
            <a:off x="9953121"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1B0BCD3-C082-273C-6498-4433E7CE13BF}"/>
              </a:ext>
            </a:extLst>
          </p:cNvPr>
          <p:cNvSpPr txBox="1"/>
          <p:nvPr/>
        </p:nvSpPr>
        <p:spPr>
          <a:xfrm>
            <a:off x="7716676" y="3211393"/>
            <a:ext cx="556709"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USDM</a:t>
            </a:r>
          </a:p>
        </p:txBody>
      </p:sp>
      <p:grpSp>
        <p:nvGrpSpPr>
          <p:cNvPr id="29" name="Group 28">
            <a:extLst>
              <a:ext uri="{FF2B5EF4-FFF2-40B4-BE49-F238E27FC236}">
                <a16:creationId xmlns:a16="http://schemas.microsoft.com/office/drawing/2014/main" id="{F6CC7447-3451-5FA3-B09F-724B0B2A48C6}"/>
              </a:ext>
            </a:extLst>
          </p:cNvPr>
          <p:cNvGrpSpPr/>
          <p:nvPr/>
        </p:nvGrpSpPr>
        <p:grpSpPr>
          <a:xfrm>
            <a:off x="4040743" y="1276747"/>
            <a:ext cx="7069996" cy="2525140"/>
            <a:chOff x="3030557" y="957560"/>
            <a:chExt cx="5302497" cy="1893855"/>
          </a:xfrm>
        </p:grpSpPr>
        <p:cxnSp>
          <p:nvCxnSpPr>
            <p:cNvPr id="11" name="Straight Connector 10">
              <a:extLst>
                <a:ext uri="{FF2B5EF4-FFF2-40B4-BE49-F238E27FC236}">
                  <a16:creationId xmlns:a16="http://schemas.microsoft.com/office/drawing/2014/main" id="{ACFAFC59-5282-DE47-EB79-60CA0978B6F7}"/>
                </a:ext>
              </a:extLst>
            </p:cNvPr>
            <p:cNvCxnSpPr>
              <a:cxnSpLocks/>
            </p:cNvCxnSpPr>
            <p:nvPr/>
          </p:nvCxnSpPr>
          <p:spPr>
            <a:xfrm>
              <a:off x="4640505" y="2848187"/>
              <a:ext cx="3676622" cy="0"/>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6" name="Straight Connector 15">
              <a:extLst>
                <a:ext uri="{FF2B5EF4-FFF2-40B4-BE49-F238E27FC236}">
                  <a16:creationId xmlns:a16="http://schemas.microsoft.com/office/drawing/2014/main" id="{A5915089-53B2-E550-731B-03649628A05E}"/>
                </a:ext>
              </a:extLst>
            </p:cNvPr>
            <p:cNvCxnSpPr>
              <a:cxnSpLocks/>
            </p:cNvCxnSpPr>
            <p:nvPr/>
          </p:nvCxnSpPr>
          <p:spPr>
            <a:xfrm>
              <a:off x="3030557" y="960690"/>
              <a:ext cx="5302497" cy="11687"/>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27" name="Straight Connector 26">
              <a:extLst>
                <a:ext uri="{FF2B5EF4-FFF2-40B4-BE49-F238E27FC236}">
                  <a16:creationId xmlns:a16="http://schemas.microsoft.com/office/drawing/2014/main" id="{4C361735-28C4-2787-FAAA-4591A87B4A54}"/>
                </a:ext>
              </a:extLst>
            </p:cNvPr>
            <p:cNvCxnSpPr>
              <a:cxnSpLocks/>
            </p:cNvCxnSpPr>
            <p:nvPr/>
          </p:nvCxnSpPr>
          <p:spPr>
            <a:xfrm flipH="1">
              <a:off x="8317127" y="957560"/>
              <a:ext cx="15926" cy="1893855"/>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30" name="Straight Connector 29">
              <a:extLst>
                <a:ext uri="{FF2B5EF4-FFF2-40B4-BE49-F238E27FC236}">
                  <a16:creationId xmlns:a16="http://schemas.microsoft.com/office/drawing/2014/main" id="{337D5F4C-6A1D-CF7B-12C7-52A14E6E4471}"/>
                </a:ext>
              </a:extLst>
            </p:cNvPr>
            <p:cNvCxnSpPr>
              <a:cxnSpLocks/>
            </p:cNvCxnSpPr>
            <p:nvPr/>
          </p:nvCxnSpPr>
          <p:spPr>
            <a:xfrm flipH="1">
              <a:off x="3030557" y="960690"/>
              <a:ext cx="6412" cy="1358434"/>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36" name="Straight Connector 35">
              <a:extLst>
                <a:ext uri="{FF2B5EF4-FFF2-40B4-BE49-F238E27FC236}">
                  <a16:creationId xmlns:a16="http://schemas.microsoft.com/office/drawing/2014/main" id="{2BB38A44-3280-F1BE-BDDE-BFE14302D3B5}"/>
                </a:ext>
              </a:extLst>
            </p:cNvPr>
            <p:cNvCxnSpPr>
              <a:cxnSpLocks/>
            </p:cNvCxnSpPr>
            <p:nvPr/>
          </p:nvCxnSpPr>
          <p:spPr>
            <a:xfrm>
              <a:off x="3032366" y="2315621"/>
              <a:ext cx="1612791" cy="19643"/>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45" name="Straight Connector 44">
              <a:extLst>
                <a:ext uri="{FF2B5EF4-FFF2-40B4-BE49-F238E27FC236}">
                  <a16:creationId xmlns:a16="http://schemas.microsoft.com/office/drawing/2014/main" id="{202F1B4D-805C-B28B-521A-83F72F95CC5B}"/>
                </a:ext>
              </a:extLst>
            </p:cNvPr>
            <p:cNvCxnSpPr>
              <a:cxnSpLocks/>
            </p:cNvCxnSpPr>
            <p:nvPr/>
          </p:nvCxnSpPr>
          <p:spPr>
            <a:xfrm>
              <a:off x="4640505" y="2330239"/>
              <a:ext cx="0" cy="514721"/>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grpSp>
      <p:grpSp>
        <p:nvGrpSpPr>
          <p:cNvPr id="31" name="Group 30">
            <a:extLst>
              <a:ext uri="{FF2B5EF4-FFF2-40B4-BE49-F238E27FC236}">
                <a16:creationId xmlns:a16="http://schemas.microsoft.com/office/drawing/2014/main" id="{7C3A2390-512D-DD4B-0887-A1AD8BA060CC}"/>
              </a:ext>
            </a:extLst>
          </p:cNvPr>
          <p:cNvGrpSpPr/>
          <p:nvPr/>
        </p:nvGrpSpPr>
        <p:grpSpPr>
          <a:xfrm>
            <a:off x="947857" y="1227150"/>
            <a:ext cx="5055771" cy="4890017"/>
            <a:chOff x="710893" y="920362"/>
            <a:chExt cx="3791828" cy="3667513"/>
          </a:xfrm>
        </p:grpSpPr>
        <p:cxnSp>
          <p:nvCxnSpPr>
            <p:cNvPr id="1027" name="Straight Connector 1026">
              <a:extLst>
                <a:ext uri="{FF2B5EF4-FFF2-40B4-BE49-F238E27FC236}">
                  <a16:creationId xmlns:a16="http://schemas.microsoft.com/office/drawing/2014/main" id="{FF534EC3-6862-EB0A-F02B-DC64255383F1}"/>
                </a:ext>
              </a:extLst>
            </p:cNvPr>
            <p:cNvCxnSpPr>
              <a:cxnSpLocks/>
            </p:cNvCxnSpPr>
            <p:nvPr/>
          </p:nvCxnSpPr>
          <p:spPr>
            <a:xfrm>
              <a:off x="753533" y="934808"/>
              <a:ext cx="1815042" cy="22230"/>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53" name="Straight Connector 52">
              <a:extLst>
                <a:ext uri="{FF2B5EF4-FFF2-40B4-BE49-F238E27FC236}">
                  <a16:creationId xmlns:a16="http://schemas.microsoft.com/office/drawing/2014/main" id="{DA6CDEBC-5AC8-EDBB-10CD-D786CE81F650}"/>
                </a:ext>
              </a:extLst>
            </p:cNvPr>
            <p:cNvCxnSpPr>
              <a:cxnSpLocks/>
            </p:cNvCxnSpPr>
            <p:nvPr/>
          </p:nvCxnSpPr>
          <p:spPr>
            <a:xfrm>
              <a:off x="753533" y="4555602"/>
              <a:ext cx="3749188" cy="20633"/>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024" name="Straight Connector 1023">
              <a:extLst>
                <a:ext uri="{FF2B5EF4-FFF2-40B4-BE49-F238E27FC236}">
                  <a16:creationId xmlns:a16="http://schemas.microsoft.com/office/drawing/2014/main" id="{EC7633DF-1AE2-83CE-BF1B-ED7BA41D61DC}"/>
                </a:ext>
              </a:extLst>
            </p:cNvPr>
            <p:cNvCxnSpPr>
              <a:cxnSpLocks/>
            </p:cNvCxnSpPr>
            <p:nvPr/>
          </p:nvCxnSpPr>
          <p:spPr>
            <a:xfrm>
              <a:off x="2534043" y="3498622"/>
              <a:ext cx="1968678" cy="0"/>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032" name="Straight Connector 1031">
              <a:extLst>
                <a:ext uri="{FF2B5EF4-FFF2-40B4-BE49-F238E27FC236}">
                  <a16:creationId xmlns:a16="http://schemas.microsoft.com/office/drawing/2014/main" id="{8B7F9D86-F438-9D89-1498-C089C9F2A28F}"/>
                </a:ext>
              </a:extLst>
            </p:cNvPr>
            <p:cNvCxnSpPr>
              <a:cxnSpLocks/>
            </p:cNvCxnSpPr>
            <p:nvPr/>
          </p:nvCxnSpPr>
          <p:spPr>
            <a:xfrm>
              <a:off x="4502721" y="3494440"/>
              <a:ext cx="0" cy="1093435"/>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038" name="Straight Connector 1037">
              <a:extLst>
                <a:ext uri="{FF2B5EF4-FFF2-40B4-BE49-F238E27FC236}">
                  <a16:creationId xmlns:a16="http://schemas.microsoft.com/office/drawing/2014/main" id="{3DE81ED5-5342-4D96-1D27-26DD8C48CE3D}"/>
                </a:ext>
              </a:extLst>
            </p:cNvPr>
            <p:cNvCxnSpPr>
              <a:cxnSpLocks/>
            </p:cNvCxnSpPr>
            <p:nvPr/>
          </p:nvCxnSpPr>
          <p:spPr>
            <a:xfrm flipH="1">
              <a:off x="2534043" y="945923"/>
              <a:ext cx="34532" cy="2552699"/>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cxnSp>
          <p:nvCxnSpPr>
            <p:cNvPr id="1043" name="Straight Connector 1042">
              <a:extLst>
                <a:ext uri="{FF2B5EF4-FFF2-40B4-BE49-F238E27FC236}">
                  <a16:creationId xmlns:a16="http://schemas.microsoft.com/office/drawing/2014/main" id="{F9D89A87-4F06-BC66-8F75-719FBCFAAF47}"/>
                </a:ext>
              </a:extLst>
            </p:cNvPr>
            <p:cNvCxnSpPr>
              <a:cxnSpLocks/>
            </p:cNvCxnSpPr>
            <p:nvPr/>
          </p:nvCxnSpPr>
          <p:spPr>
            <a:xfrm flipH="1">
              <a:off x="710893" y="920362"/>
              <a:ext cx="34532" cy="3635240"/>
            </a:xfrm>
            <a:prstGeom prst="line">
              <a:avLst/>
            </a:prstGeom>
            <a:ln w="25400">
              <a:prstDash val="solid"/>
              <a:headEnd type="none" w="med" len="med"/>
              <a:tailEnd type="none" w="med" len="med"/>
            </a:ln>
          </p:spPr>
          <p:style>
            <a:lnRef idx="3">
              <a:schemeClr val="accent3"/>
            </a:lnRef>
            <a:fillRef idx="0">
              <a:schemeClr val="accent3"/>
            </a:fillRef>
            <a:effectRef idx="2">
              <a:schemeClr val="accent3"/>
            </a:effectRef>
            <a:fontRef idx="minor">
              <a:schemeClr val="tx1"/>
            </a:fontRef>
          </p:style>
        </p:cxnSp>
      </p:grpSp>
      <p:sp>
        <p:nvSpPr>
          <p:cNvPr id="5" name="TextBox 7">
            <a:extLst>
              <a:ext uri="{FF2B5EF4-FFF2-40B4-BE49-F238E27FC236}">
                <a16:creationId xmlns:a16="http://schemas.microsoft.com/office/drawing/2014/main" id="{A099F12B-AAF1-08AB-F1CE-369AB4F22771}"/>
              </a:ext>
            </a:extLst>
          </p:cNvPr>
          <p:cNvSpPr txBox="1"/>
          <p:nvPr/>
        </p:nvSpPr>
        <p:spPr>
          <a:xfrm>
            <a:off x="7198492" y="3508245"/>
            <a:ext cx="1523273" cy="533544"/>
          </a:xfrm>
          <a:prstGeom prst="rect">
            <a:avLst/>
          </a:prstGeom>
          <a:solidFill>
            <a:schemeClr val="bg1"/>
          </a:solidFill>
        </p:spPr>
        <p:txBody>
          <a:bodyPr wrap="square" lIns="121920" tIns="60960" rIns="121920" bIns="60960" rtlCol="0" anchor="t">
            <a:spAutoFit/>
          </a:bodyPr>
          <a:lstStyle/>
          <a:p>
            <a:pPr algn="ctr"/>
            <a:r>
              <a:rPr lang="en-US" sz="2667" b="1" i="1" dirty="0">
                <a:solidFill>
                  <a:schemeClr val="accent3"/>
                </a:solidFill>
              </a:rPr>
              <a:t>Design</a:t>
            </a:r>
          </a:p>
        </p:txBody>
      </p:sp>
      <p:sp>
        <p:nvSpPr>
          <p:cNvPr id="8" name="TextBox 17">
            <a:extLst>
              <a:ext uri="{FF2B5EF4-FFF2-40B4-BE49-F238E27FC236}">
                <a16:creationId xmlns:a16="http://schemas.microsoft.com/office/drawing/2014/main" id="{A3B03554-149F-93A9-02A3-F36227CE25E5}"/>
              </a:ext>
            </a:extLst>
          </p:cNvPr>
          <p:cNvSpPr txBox="1"/>
          <p:nvPr/>
        </p:nvSpPr>
        <p:spPr>
          <a:xfrm>
            <a:off x="4128095" y="1003639"/>
            <a:ext cx="1296892" cy="533544"/>
          </a:xfrm>
          <a:prstGeom prst="rect">
            <a:avLst/>
          </a:prstGeom>
          <a:solidFill>
            <a:schemeClr val="bg1"/>
          </a:solidFill>
        </p:spPr>
        <p:txBody>
          <a:bodyPr wrap="square" lIns="121920" tIns="60960" rIns="121920" bIns="60960" rtlCol="0" anchor="t">
            <a:spAutoFit/>
          </a:bodyPr>
          <a:lstStyle/>
          <a:p>
            <a:pPr algn="ctr"/>
            <a:r>
              <a:rPr lang="en-US" sz="2667" b="1" i="1" dirty="0">
                <a:solidFill>
                  <a:schemeClr val="accent3"/>
                </a:solidFill>
              </a:rPr>
              <a:t>Build</a:t>
            </a:r>
          </a:p>
        </p:txBody>
      </p:sp>
      <p:sp>
        <p:nvSpPr>
          <p:cNvPr id="12" name="TextBox 41">
            <a:extLst>
              <a:ext uri="{FF2B5EF4-FFF2-40B4-BE49-F238E27FC236}">
                <a16:creationId xmlns:a16="http://schemas.microsoft.com/office/drawing/2014/main" id="{0156AD38-6E57-F189-CD5C-0B797D2AE110}"/>
              </a:ext>
            </a:extLst>
          </p:cNvPr>
          <p:cNvSpPr txBox="1"/>
          <p:nvPr/>
        </p:nvSpPr>
        <p:spPr>
          <a:xfrm>
            <a:off x="3701171" y="5807396"/>
            <a:ext cx="1167519" cy="502766"/>
          </a:xfrm>
          <a:prstGeom prst="rect">
            <a:avLst/>
          </a:prstGeom>
          <a:solidFill>
            <a:schemeClr val="bg1"/>
          </a:solidFill>
        </p:spPr>
        <p:txBody>
          <a:bodyPr wrap="square" rtlCol="0">
            <a:spAutoFit/>
          </a:bodyPr>
          <a:lstStyle/>
          <a:p>
            <a:pPr algn="ctr"/>
            <a:r>
              <a:rPr lang="en-US" sz="2667" b="1" i="1" dirty="0">
                <a:solidFill>
                  <a:schemeClr val="accent4"/>
                </a:solidFill>
              </a:rPr>
              <a:t>Run</a:t>
            </a:r>
          </a:p>
        </p:txBody>
      </p:sp>
      <p:sp>
        <p:nvSpPr>
          <p:cNvPr id="18" name="Slide Number Placeholder 4">
            <a:extLst>
              <a:ext uri="{FF2B5EF4-FFF2-40B4-BE49-F238E27FC236}">
                <a16:creationId xmlns:a16="http://schemas.microsoft.com/office/drawing/2014/main" id="{871EEF80-B271-D7BB-072A-8F88A30DA484}"/>
              </a:ext>
            </a:extLst>
          </p:cNvPr>
          <p:cNvSpPr>
            <a:spLocks noGrp="1"/>
          </p:cNvSpPr>
          <p:nvPr>
            <p:ph type="sldNum" sz="quarter" idx="12"/>
          </p:nvPr>
        </p:nvSpPr>
        <p:spPr>
          <a:xfrm>
            <a:off x="11174027" y="6356351"/>
            <a:ext cx="408373" cy="365125"/>
          </a:xfrm>
        </p:spPr>
        <p:txBody>
          <a:bodyPr/>
          <a:lstStyle/>
          <a:p>
            <a:fld id="{EB4FF9C4-EEBF-D24D-8A4E-C0B9CCE3F975}" type="slidenum">
              <a:rPr lang="en-US" smtClean="0"/>
              <a:t>8</a:t>
            </a:fld>
            <a:endParaRPr lang="en-US"/>
          </a:p>
        </p:txBody>
      </p:sp>
      <p:pic>
        <p:nvPicPr>
          <p:cNvPr id="17" name="Picture 16">
            <a:extLst>
              <a:ext uri="{FF2B5EF4-FFF2-40B4-BE49-F238E27FC236}">
                <a16:creationId xmlns:a16="http://schemas.microsoft.com/office/drawing/2014/main" id="{E1BCA414-7A29-07A0-27BA-A5A0002A14BC}"/>
              </a:ext>
            </a:extLst>
          </p:cNvPr>
          <p:cNvPicPr>
            <a:picLocks noChangeAspect="1"/>
          </p:cNvPicPr>
          <p:nvPr/>
        </p:nvPicPr>
        <p:blipFill>
          <a:blip r:embed="rId28"/>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285653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EB841-889F-07F2-D82C-CBC6E71C546C}"/>
            </a:ext>
          </a:extLst>
        </p:cNvPr>
        <p:cNvGrpSpPr/>
        <p:nvPr/>
      </p:nvGrpSpPr>
      <p:grpSpPr>
        <a:xfrm>
          <a:off x="0" y="0"/>
          <a:ext cx="0" cy="0"/>
          <a:chOff x="0" y="0"/>
          <a:chExt cx="0" cy="0"/>
        </a:xfrm>
      </p:grpSpPr>
      <p:sp>
        <p:nvSpPr>
          <p:cNvPr id="24" name="Speech Bubble: Rectangle 23">
            <a:extLst>
              <a:ext uri="{FF2B5EF4-FFF2-40B4-BE49-F238E27FC236}">
                <a16:creationId xmlns:a16="http://schemas.microsoft.com/office/drawing/2014/main" id="{8CAA9988-B677-DD3D-8EBC-41E47EFA25F9}"/>
              </a:ext>
            </a:extLst>
          </p:cNvPr>
          <p:cNvSpPr/>
          <p:nvPr/>
        </p:nvSpPr>
        <p:spPr>
          <a:xfrm>
            <a:off x="7124084" y="1248421"/>
            <a:ext cx="4458317" cy="3445044"/>
          </a:xfrm>
          <a:prstGeom prst="wedgeRectCallout">
            <a:avLst>
              <a:gd name="adj1" fmla="val -65153"/>
              <a:gd name="adj2" fmla="val -49413"/>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p:sp>
        <p:nvSpPr>
          <p:cNvPr id="2" name="Title 1">
            <a:extLst>
              <a:ext uri="{FF2B5EF4-FFF2-40B4-BE49-F238E27FC236}">
                <a16:creationId xmlns:a16="http://schemas.microsoft.com/office/drawing/2014/main" id="{5AA70043-675F-0C64-9745-7F2D51714602}"/>
              </a:ext>
            </a:extLst>
          </p:cNvPr>
          <p:cNvSpPr>
            <a:spLocks noGrp="1"/>
          </p:cNvSpPr>
          <p:nvPr>
            <p:ph type="title"/>
          </p:nvPr>
        </p:nvSpPr>
        <p:spPr>
          <a:xfrm>
            <a:off x="1066800" y="334797"/>
            <a:ext cx="10515600" cy="443507"/>
          </a:xfrm>
        </p:spPr>
        <p:txBody>
          <a:bodyPr vert="horz" lIns="0" tIns="0" rIns="0" bIns="0" rtlCol="0" anchor="ctr">
            <a:noAutofit/>
          </a:bodyPr>
          <a:lstStyle/>
          <a:p>
            <a:r>
              <a:rPr lang="en-US" sz="2933" dirty="0"/>
              <a:t>360i Operational Team</a:t>
            </a:r>
            <a:endParaRPr lang="en-US" sz="2933" dirty="0">
              <a:cs typeface="Arial"/>
            </a:endParaRPr>
          </a:p>
        </p:txBody>
      </p:sp>
      <p:sp>
        <p:nvSpPr>
          <p:cNvPr id="6" name="Slide Number Placeholder 5">
            <a:extLst>
              <a:ext uri="{FF2B5EF4-FFF2-40B4-BE49-F238E27FC236}">
                <a16:creationId xmlns:a16="http://schemas.microsoft.com/office/drawing/2014/main" id="{65372B83-FDAA-E85C-3D3B-75DCF899E7D9}"/>
              </a:ext>
            </a:extLst>
          </p:cNvPr>
          <p:cNvSpPr>
            <a:spLocks noGrp="1"/>
          </p:cNvSpPr>
          <p:nvPr>
            <p:ph type="sldNum" sz="quarter" idx="12"/>
          </p:nvPr>
        </p:nvSpPr>
        <p:spPr/>
        <p:txBody>
          <a:bodyPr/>
          <a:lstStyle/>
          <a:p>
            <a:fld id="{EB4FF9C4-EEBF-D24D-8A4E-C0B9CCE3F975}" type="slidenum">
              <a:rPr lang="en-US" noProof="0" smtClean="0"/>
              <a:t>9</a:t>
            </a:fld>
            <a:endParaRPr lang="en-US" noProof="0" dirty="0"/>
          </a:p>
        </p:txBody>
      </p:sp>
      <p:pic>
        <p:nvPicPr>
          <p:cNvPr id="23" name="Picture 22">
            <a:extLst>
              <a:ext uri="{FF2B5EF4-FFF2-40B4-BE49-F238E27FC236}">
                <a16:creationId xmlns:a16="http://schemas.microsoft.com/office/drawing/2014/main" id="{255B9A7B-EB7D-81FA-64F3-A0C606C39ADE}"/>
              </a:ext>
            </a:extLst>
          </p:cNvPr>
          <p:cNvPicPr>
            <a:picLocks noChangeAspect="1"/>
          </p:cNvPicPr>
          <p:nvPr/>
        </p:nvPicPr>
        <p:blipFill>
          <a:blip r:embed="rId3"/>
          <a:stretch>
            <a:fillRect/>
          </a:stretch>
        </p:blipFill>
        <p:spPr>
          <a:xfrm>
            <a:off x="11101824" y="69286"/>
            <a:ext cx="998563" cy="1015621"/>
          </a:xfrm>
          <a:prstGeom prst="rect">
            <a:avLst/>
          </a:prstGeom>
        </p:spPr>
      </p:pic>
      <p:sp>
        <p:nvSpPr>
          <p:cNvPr id="11" name="Rectangle: Rounded Corners 10">
            <a:extLst>
              <a:ext uri="{FF2B5EF4-FFF2-40B4-BE49-F238E27FC236}">
                <a16:creationId xmlns:a16="http://schemas.microsoft.com/office/drawing/2014/main" id="{5C2D864C-4E3A-3154-B449-082B297B5652}"/>
              </a:ext>
            </a:extLst>
          </p:cNvPr>
          <p:cNvSpPr/>
          <p:nvPr/>
        </p:nvSpPr>
        <p:spPr>
          <a:xfrm>
            <a:off x="1036717" y="975992"/>
            <a:ext cx="5287883" cy="443507"/>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600" dirty="0">
                <a:solidFill>
                  <a:schemeClr val="tx1"/>
                </a:solidFill>
              </a:rPr>
              <a:t>Operational Steering Committee</a:t>
            </a:r>
          </a:p>
        </p:txBody>
      </p:sp>
      <p:sp>
        <p:nvSpPr>
          <p:cNvPr id="27" name="TextBox 26">
            <a:extLst>
              <a:ext uri="{FF2B5EF4-FFF2-40B4-BE49-F238E27FC236}">
                <a16:creationId xmlns:a16="http://schemas.microsoft.com/office/drawing/2014/main" id="{74F6FDD9-1FA3-E305-CE58-ADF4DA7AF30B}"/>
              </a:ext>
            </a:extLst>
          </p:cNvPr>
          <p:cNvSpPr txBox="1"/>
          <p:nvPr/>
        </p:nvSpPr>
        <p:spPr>
          <a:xfrm>
            <a:off x="7839888" y="4823515"/>
            <a:ext cx="3228576" cy="297454"/>
          </a:xfrm>
          <a:prstGeom prst="rect">
            <a:avLst/>
          </a:prstGeom>
          <a:noFill/>
        </p:spPr>
        <p:txBody>
          <a:bodyPr wrap="square" rtlCol="0">
            <a:spAutoFit/>
          </a:bodyPr>
          <a:lstStyle/>
          <a:p>
            <a:pPr algn="ctr"/>
            <a:r>
              <a:rPr lang="en-US" sz="1333" dirty="0"/>
              <a:t>Parallel Focus Teams</a:t>
            </a:r>
          </a:p>
        </p:txBody>
      </p:sp>
      <p:sp>
        <p:nvSpPr>
          <p:cNvPr id="15" name="Rectangle: Rounded Corners 10">
            <a:extLst>
              <a:ext uri="{FF2B5EF4-FFF2-40B4-BE49-F238E27FC236}">
                <a16:creationId xmlns:a16="http://schemas.microsoft.com/office/drawing/2014/main" id="{08285377-E75C-F980-57C3-DA739531EEC7}"/>
              </a:ext>
            </a:extLst>
          </p:cNvPr>
          <p:cNvSpPr/>
          <p:nvPr/>
        </p:nvSpPr>
        <p:spPr>
          <a:xfrm>
            <a:off x="1053941" y="5698675"/>
            <a:ext cx="5287883" cy="443507"/>
          </a:xfrm>
          <a:prstGeom prst="round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600">
                <a:solidFill>
                  <a:schemeClr val="tx1"/>
                </a:solidFill>
              </a:rPr>
              <a:t>Reviewers</a:t>
            </a:r>
          </a:p>
        </p:txBody>
      </p:sp>
      <p:graphicFrame>
        <p:nvGraphicFramePr>
          <p:cNvPr id="21" name="Content Placeholder 2">
            <a:extLst>
              <a:ext uri="{FF2B5EF4-FFF2-40B4-BE49-F238E27FC236}">
                <a16:creationId xmlns:a16="http://schemas.microsoft.com/office/drawing/2014/main" id="{4ABDBA21-954B-C5C4-57A4-A15313560D81}"/>
              </a:ext>
            </a:extLst>
          </p:cNvPr>
          <p:cNvGraphicFramePr>
            <a:graphicFrameLocks/>
          </p:cNvGraphicFramePr>
          <p:nvPr/>
        </p:nvGraphicFramePr>
        <p:xfrm>
          <a:off x="7031970" y="1441379"/>
          <a:ext cx="4346244" cy="32967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25" name="Diagram 24">
            <a:extLst>
              <a:ext uri="{FF2B5EF4-FFF2-40B4-BE49-F238E27FC236}">
                <a16:creationId xmlns:a16="http://schemas.microsoft.com/office/drawing/2014/main" id="{F01B47A8-51FA-9FD6-3A07-67F67E184C39}"/>
              </a:ext>
            </a:extLst>
          </p:cNvPr>
          <p:cNvGraphicFramePr/>
          <p:nvPr/>
        </p:nvGraphicFramePr>
        <p:xfrm>
          <a:off x="1053941" y="1479674"/>
          <a:ext cx="5270659" cy="414161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26" name="Diagram 25">
            <a:extLst>
              <a:ext uri="{FF2B5EF4-FFF2-40B4-BE49-F238E27FC236}">
                <a16:creationId xmlns:a16="http://schemas.microsoft.com/office/drawing/2014/main" id="{C89F4ECA-CE2C-F752-5138-661621CA5191}"/>
              </a:ext>
            </a:extLst>
          </p:cNvPr>
          <p:cNvGraphicFramePr/>
          <p:nvPr/>
        </p:nvGraphicFramePr>
        <p:xfrm>
          <a:off x="7325952" y="5282972"/>
          <a:ext cx="4256449" cy="55202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5" name="Oval 4">
            <a:extLst>
              <a:ext uri="{FF2B5EF4-FFF2-40B4-BE49-F238E27FC236}">
                <a16:creationId xmlns:a16="http://schemas.microsoft.com/office/drawing/2014/main" id="{D2393214-43DC-B033-E911-DBFB675F9767}"/>
              </a:ext>
            </a:extLst>
          </p:cNvPr>
          <p:cNvSpPr/>
          <p:nvPr/>
        </p:nvSpPr>
        <p:spPr>
          <a:xfrm>
            <a:off x="911617" y="1772297"/>
            <a:ext cx="576943" cy="542568"/>
          </a:xfrm>
          <a:prstGeom prst="ellipse">
            <a:avLst/>
          </a:prstGeom>
          <a:solidFill>
            <a:srgbClr val="D1D4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solidFill>
                  <a:schemeClr val="tx1"/>
                </a:solidFill>
              </a:rPr>
              <a:t>12</a:t>
            </a:r>
          </a:p>
        </p:txBody>
      </p:sp>
      <p:sp>
        <p:nvSpPr>
          <p:cNvPr id="7" name="Oval 6">
            <a:extLst>
              <a:ext uri="{FF2B5EF4-FFF2-40B4-BE49-F238E27FC236}">
                <a16:creationId xmlns:a16="http://schemas.microsoft.com/office/drawing/2014/main" id="{2C8AC658-9699-2536-D956-006F0CB4B4B9}"/>
              </a:ext>
            </a:extLst>
          </p:cNvPr>
          <p:cNvSpPr/>
          <p:nvPr/>
        </p:nvSpPr>
        <p:spPr>
          <a:xfrm>
            <a:off x="2820002" y="1772297"/>
            <a:ext cx="576943" cy="542568"/>
          </a:xfrm>
          <a:prstGeom prst="ellipse">
            <a:avLst/>
          </a:prstGeom>
          <a:solidFill>
            <a:srgbClr val="D1D4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solidFill>
                  <a:schemeClr val="tx1"/>
                </a:solidFill>
              </a:rPr>
              <a:t>23</a:t>
            </a:r>
          </a:p>
        </p:txBody>
      </p:sp>
      <p:sp>
        <p:nvSpPr>
          <p:cNvPr id="8" name="Oval 7">
            <a:extLst>
              <a:ext uri="{FF2B5EF4-FFF2-40B4-BE49-F238E27FC236}">
                <a16:creationId xmlns:a16="http://schemas.microsoft.com/office/drawing/2014/main" id="{42B44665-6925-A28B-5BD6-34C91FE70116}"/>
              </a:ext>
            </a:extLst>
          </p:cNvPr>
          <p:cNvSpPr/>
          <p:nvPr/>
        </p:nvSpPr>
        <p:spPr>
          <a:xfrm>
            <a:off x="4633342" y="1772297"/>
            <a:ext cx="576943" cy="542568"/>
          </a:xfrm>
          <a:prstGeom prst="ellipse">
            <a:avLst/>
          </a:prstGeom>
          <a:solidFill>
            <a:srgbClr val="D1D4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solidFill>
                  <a:schemeClr val="tx1"/>
                </a:solidFill>
              </a:rPr>
              <a:t>16</a:t>
            </a:r>
          </a:p>
        </p:txBody>
      </p:sp>
      <p:sp>
        <p:nvSpPr>
          <p:cNvPr id="9" name="Oval 8">
            <a:extLst>
              <a:ext uri="{FF2B5EF4-FFF2-40B4-BE49-F238E27FC236}">
                <a16:creationId xmlns:a16="http://schemas.microsoft.com/office/drawing/2014/main" id="{DA9A064E-166B-436F-CFB1-1FA31F3BE58F}"/>
              </a:ext>
            </a:extLst>
          </p:cNvPr>
          <p:cNvSpPr/>
          <p:nvPr/>
        </p:nvSpPr>
        <p:spPr>
          <a:xfrm>
            <a:off x="911617" y="5477355"/>
            <a:ext cx="576943" cy="5425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t>26</a:t>
            </a:r>
          </a:p>
        </p:txBody>
      </p:sp>
      <p:sp>
        <p:nvSpPr>
          <p:cNvPr id="10" name="Oval 9">
            <a:extLst>
              <a:ext uri="{FF2B5EF4-FFF2-40B4-BE49-F238E27FC236}">
                <a16:creationId xmlns:a16="http://schemas.microsoft.com/office/drawing/2014/main" id="{3D1ACBF6-5898-5AEE-6111-720505F2C804}"/>
              </a:ext>
            </a:extLst>
          </p:cNvPr>
          <p:cNvSpPr/>
          <p:nvPr/>
        </p:nvSpPr>
        <p:spPr>
          <a:xfrm>
            <a:off x="5171306" y="235736"/>
            <a:ext cx="576943" cy="5425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t>88</a:t>
            </a:r>
          </a:p>
        </p:txBody>
      </p:sp>
      <p:sp>
        <p:nvSpPr>
          <p:cNvPr id="16" name="Oval 15">
            <a:extLst>
              <a:ext uri="{FF2B5EF4-FFF2-40B4-BE49-F238E27FC236}">
                <a16:creationId xmlns:a16="http://schemas.microsoft.com/office/drawing/2014/main" id="{8F0ACD03-126D-6364-5BF7-AD8CC836298B}"/>
              </a:ext>
            </a:extLst>
          </p:cNvPr>
          <p:cNvSpPr/>
          <p:nvPr/>
        </p:nvSpPr>
        <p:spPr>
          <a:xfrm>
            <a:off x="7004383" y="854216"/>
            <a:ext cx="576943" cy="5425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t>15</a:t>
            </a:r>
          </a:p>
        </p:txBody>
      </p:sp>
      <p:sp>
        <p:nvSpPr>
          <p:cNvPr id="17" name="Oval 16">
            <a:extLst>
              <a:ext uri="{FF2B5EF4-FFF2-40B4-BE49-F238E27FC236}">
                <a16:creationId xmlns:a16="http://schemas.microsoft.com/office/drawing/2014/main" id="{6DF6F76C-817B-B605-EE71-AE71F5640903}"/>
              </a:ext>
            </a:extLst>
          </p:cNvPr>
          <p:cNvSpPr/>
          <p:nvPr/>
        </p:nvSpPr>
        <p:spPr>
          <a:xfrm>
            <a:off x="9083042" y="5920428"/>
            <a:ext cx="684105" cy="5425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67" dirty="0"/>
              <a:t>&gt; 40</a:t>
            </a:r>
          </a:p>
        </p:txBody>
      </p:sp>
    </p:spTree>
    <p:extLst>
      <p:ext uri="{BB962C8B-B14F-4D97-AF65-F5344CB8AC3E}">
        <p14:creationId xmlns:p14="http://schemas.microsoft.com/office/powerpoint/2010/main" val="2668294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861A8-7FE1-5736-318D-13BD8486BCD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5B478B-8765-9242-0341-7514446D7999}"/>
              </a:ext>
            </a:extLst>
          </p:cNvPr>
          <p:cNvSpPr>
            <a:spLocks noGrp="1"/>
          </p:cNvSpPr>
          <p:nvPr>
            <p:ph sz="half" idx="2"/>
          </p:nvPr>
        </p:nvSpPr>
        <p:spPr/>
        <p:txBody>
          <a:bodyPr/>
          <a:lstStyle/>
          <a:p>
            <a:endParaRPr lang="en-US"/>
          </a:p>
        </p:txBody>
      </p:sp>
      <p:sp>
        <p:nvSpPr>
          <p:cNvPr id="2" name="Title 1">
            <a:extLst>
              <a:ext uri="{FF2B5EF4-FFF2-40B4-BE49-F238E27FC236}">
                <a16:creationId xmlns:a16="http://schemas.microsoft.com/office/drawing/2014/main" id="{6B91565B-5BFD-AE7D-9C9B-75F77B858890}"/>
              </a:ext>
            </a:extLst>
          </p:cNvPr>
          <p:cNvSpPr>
            <a:spLocks noGrp="1"/>
          </p:cNvSpPr>
          <p:nvPr>
            <p:ph type="title"/>
          </p:nvPr>
        </p:nvSpPr>
        <p:spPr/>
        <p:txBody>
          <a:bodyPr/>
          <a:lstStyle/>
          <a:p>
            <a:r>
              <a:rPr lang="en-US" dirty="0">
                <a:latin typeface="Calibri" panose="020F0502020204030204" pitchFamily="34" charset="0"/>
              </a:rPr>
              <a:t>Achievements, Challenges &amp; Insights</a:t>
            </a:r>
          </a:p>
        </p:txBody>
      </p:sp>
    </p:spTree>
    <p:extLst>
      <p:ext uri="{BB962C8B-B14F-4D97-AF65-F5344CB8AC3E}">
        <p14:creationId xmlns:p14="http://schemas.microsoft.com/office/powerpoint/2010/main" val="3202354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object 2">
            <a:extLst>
              <a:ext uri="{FF2B5EF4-FFF2-40B4-BE49-F238E27FC236}">
                <a16:creationId xmlns:a16="http://schemas.microsoft.com/office/drawing/2014/main" id="{09D3D964-9731-4EA0-63C4-6CB6ED4CF486}"/>
              </a:ext>
            </a:extLst>
          </p:cNvPr>
          <p:cNvGrpSpPr/>
          <p:nvPr/>
        </p:nvGrpSpPr>
        <p:grpSpPr>
          <a:xfrm>
            <a:off x="8298189" y="-4203"/>
            <a:ext cx="3893811" cy="6862204"/>
            <a:chOff x="12437503" y="0"/>
            <a:chExt cx="5850890" cy="10287000"/>
          </a:xfrm>
        </p:grpSpPr>
        <p:pic>
          <p:nvPicPr>
            <p:cNvPr id="42" name="object 3">
              <a:extLst>
                <a:ext uri="{FF2B5EF4-FFF2-40B4-BE49-F238E27FC236}">
                  <a16:creationId xmlns:a16="http://schemas.microsoft.com/office/drawing/2014/main" id="{BC42F13B-9FB1-B067-9801-FDDF2541C0BF}"/>
                </a:ext>
              </a:extLst>
            </p:cNvPr>
            <p:cNvPicPr/>
            <p:nvPr/>
          </p:nvPicPr>
          <p:blipFill>
            <a:blip r:embed="rId2" cstate="print"/>
            <a:stretch>
              <a:fillRect/>
            </a:stretch>
          </p:blipFill>
          <p:spPr>
            <a:xfrm>
              <a:off x="12437503" y="0"/>
              <a:ext cx="5850496" cy="10287000"/>
            </a:xfrm>
            <a:prstGeom prst="rect">
              <a:avLst/>
            </a:prstGeom>
          </p:spPr>
        </p:pic>
        <p:sp>
          <p:nvSpPr>
            <p:cNvPr id="43" name="object 4">
              <a:extLst>
                <a:ext uri="{FF2B5EF4-FFF2-40B4-BE49-F238E27FC236}">
                  <a16:creationId xmlns:a16="http://schemas.microsoft.com/office/drawing/2014/main" id="{A5A28F4E-2C02-2192-8862-05BA5375184F}"/>
                </a:ext>
              </a:extLst>
            </p:cNvPr>
            <p:cNvSpPr/>
            <p:nvPr/>
          </p:nvSpPr>
          <p:spPr>
            <a:xfrm>
              <a:off x="12927356" y="639159"/>
              <a:ext cx="1328420" cy="1328420"/>
            </a:xfrm>
            <a:custGeom>
              <a:avLst/>
              <a:gdLst/>
              <a:ahLst/>
              <a:cxnLst/>
              <a:rect l="l" t="t" r="r" b="b"/>
              <a:pathLst>
                <a:path w="1328419"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2400"/>
            </a:p>
          </p:txBody>
        </p:sp>
        <p:sp>
          <p:nvSpPr>
            <p:cNvPr id="44" name="object 5">
              <a:extLst>
                <a:ext uri="{FF2B5EF4-FFF2-40B4-BE49-F238E27FC236}">
                  <a16:creationId xmlns:a16="http://schemas.microsoft.com/office/drawing/2014/main" id="{1F1D2E86-530A-AA35-CF5A-0B63DB5F6F90}"/>
                </a:ext>
              </a:extLst>
            </p:cNvPr>
            <p:cNvSpPr/>
            <p:nvPr/>
          </p:nvSpPr>
          <p:spPr>
            <a:xfrm>
              <a:off x="13262420" y="908824"/>
              <a:ext cx="840105" cy="872490"/>
            </a:xfrm>
            <a:custGeom>
              <a:avLst/>
              <a:gdLst/>
              <a:ahLst/>
              <a:cxnLst/>
              <a:rect l="l" t="t" r="r" b="b"/>
              <a:pathLst>
                <a:path w="840105" h="872489">
                  <a:moveTo>
                    <a:pt x="658228" y="317550"/>
                  </a:moveTo>
                  <a:lnTo>
                    <a:pt x="653173" y="271170"/>
                  </a:lnTo>
                  <a:lnTo>
                    <a:pt x="641680" y="226796"/>
                  </a:lnTo>
                  <a:lnTo>
                    <a:pt x="624281" y="184950"/>
                  </a:lnTo>
                  <a:lnTo>
                    <a:pt x="622477" y="181889"/>
                  </a:lnTo>
                  <a:lnTo>
                    <a:pt x="622477" y="318744"/>
                  </a:lnTo>
                  <a:lnTo>
                    <a:pt x="619277" y="372986"/>
                  </a:lnTo>
                  <a:lnTo>
                    <a:pt x="606437" y="425081"/>
                  </a:lnTo>
                  <a:lnTo>
                    <a:pt x="584403" y="473798"/>
                  </a:lnTo>
                  <a:lnTo>
                    <a:pt x="553567" y="517931"/>
                  </a:lnTo>
                  <a:lnTo>
                    <a:pt x="521512" y="560146"/>
                  </a:lnTo>
                  <a:lnTo>
                    <a:pt x="494449" y="604240"/>
                  </a:lnTo>
                  <a:lnTo>
                    <a:pt x="476440" y="641832"/>
                  </a:lnTo>
                  <a:lnTo>
                    <a:pt x="476440" y="792353"/>
                  </a:lnTo>
                  <a:lnTo>
                    <a:pt x="476440" y="808202"/>
                  </a:lnTo>
                  <a:lnTo>
                    <a:pt x="474230" y="819124"/>
                  </a:lnTo>
                  <a:lnTo>
                    <a:pt x="468198" y="828052"/>
                  </a:lnTo>
                  <a:lnTo>
                    <a:pt x="459270" y="834085"/>
                  </a:lnTo>
                  <a:lnTo>
                    <a:pt x="448335" y="836295"/>
                  </a:lnTo>
                  <a:lnTo>
                    <a:pt x="210070" y="836295"/>
                  </a:lnTo>
                  <a:lnTo>
                    <a:pt x="199148" y="834085"/>
                  </a:lnTo>
                  <a:lnTo>
                    <a:pt x="190207" y="828052"/>
                  </a:lnTo>
                  <a:lnTo>
                    <a:pt x="184188" y="819124"/>
                  </a:lnTo>
                  <a:lnTo>
                    <a:pt x="181965" y="808202"/>
                  </a:lnTo>
                  <a:lnTo>
                    <a:pt x="181965" y="792353"/>
                  </a:lnTo>
                  <a:lnTo>
                    <a:pt x="184188" y="781418"/>
                  </a:lnTo>
                  <a:lnTo>
                    <a:pt x="190207" y="772477"/>
                  </a:lnTo>
                  <a:lnTo>
                    <a:pt x="199148" y="766445"/>
                  </a:lnTo>
                  <a:lnTo>
                    <a:pt x="210070" y="764235"/>
                  </a:lnTo>
                  <a:lnTo>
                    <a:pt x="448335" y="764235"/>
                  </a:lnTo>
                  <a:lnTo>
                    <a:pt x="459270" y="766445"/>
                  </a:lnTo>
                  <a:lnTo>
                    <a:pt x="468198" y="772477"/>
                  </a:lnTo>
                  <a:lnTo>
                    <a:pt x="474230" y="781418"/>
                  </a:lnTo>
                  <a:lnTo>
                    <a:pt x="476440" y="792353"/>
                  </a:lnTo>
                  <a:lnTo>
                    <a:pt x="476440" y="641832"/>
                  </a:lnTo>
                  <a:lnTo>
                    <a:pt x="472605" y="649833"/>
                  </a:lnTo>
                  <a:lnTo>
                    <a:pt x="456158" y="696506"/>
                  </a:lnTo>
                  <a:lnTo>
                    <a:pt x="448792" y="728573"/>
                  </a:lnTo>
                  <a:lnTo>
                    <a:pt x="448335" y="728472"/>
                  </a:lnTo>
                  <a:lnTo>
                    <a:pt x="210070" y="728472"/>
                  </a:lnTo>
                  <a:lnTo>
                    <a:pt x="203047" y="695706"/>
                  </a:lnTo>
                  <a:lnTo>
                    <a:pt x="187350" y="649097"/>
                  </a:lnTo>
                  <a:lnTo>
                    <a:pt x="166458" y="604697"/>
                  </a:lnTo>
                  <a:lnTo>
                    <a:pt x="140538" y="562902"/>
                  </a:lnTo>
                  <a:lnTo>
                    <a:pt x="109791" y="524103"/>
                  </a:lnTo>
                  <a:lnTo>
                    <a:pt x="78092" y="481063"/>
                  </a:lnTo>
                  <a:lnTo>
                    <a:pt x="54876" y="433412"/>
                  </a:lnTo>
                  <a:lnTo>
                    <a:pt x="40614" y="382358"/>
                  </a:lnTo>
                  <a:lnTo>
                    <a:pt x="35763" y="329095"/>
                  </a:lnTo>
                  <a:lnTo>
                    <a:pt x="39433" y="282473"/>
                  </a:lnTo>
                  <a:lnTo>
                    <a:pt x="50228" y="237680"/>
                  </a:lnTo>
                  <a:lnTo>
                    <a:pt x="67906" y="195338"/>
                  </a:lnTo>
                  <a:lnTo>
                    <a:pt x="92176" y="156146"/>
                  </a:lnTo>
                  <a:lnTo>
                    <a:pt x="122758" y="120713"/>
                  </a:lnTo>
                  <a:lnTo>
                    <a:pt x="158584" y="90398"/>
                  </a:lnTo>
                  <a:lnTo>
                    <a:pt x="198158" y="66395"/>
                  </a:lnTo>
                  <a:lnTo>
                    <a:pt x="240804" y="49060"/>
                  </a:lnTo>
                  <a:lnTo>
                    <a:pt x="285838" y="38735"/>
                  </a:lnTo>
                  <a:lnTo>
                    <a:pt x="332562" y="35763"/>
                  </a:lnTo>
                  <a:lnTo>
                    <a:pt x="378040" y="39941"/>
                  </a:lnTo>
                  <a:lnTo>
                    <a:pt x="421462" y="51041"/>
                  </a:lnTo>
                  <a:lnTo>
                    <a:pt x="462216" y="68491"/>
                  </a:lnTo>
                  <a:lnTo>
                    <a:pt x="499719" y="91681"/>
                  </a:lnTo>
                  <a:lnTo>
                    <a:pt x="533349" y="120040"/>
                  </a:lnTo>
                  <a:lnTo>
                    <a:pt x="562508" y="152984"/>
                  </a:lnTo>
                  <a:lnTo>
                    <a:pt x="586613" y="189903"/>
                  </a:lnTo>
                  <a:lnTo>
                    <a:pt x="605040" y="230238"/>
                  </a:lnTo>
                  <a:lnTo>
                    <a:pt x="617194" y="273380"/>
                  </a:lnTo>
                  <a:lnTo>
                    <a:pt x="622477" y="318744"/>
                  </a:lnTo>
                  <a:lnTo>
                    <a:pt x="622477" y="181889"/>
                  </a:lnTo>
                  <a:lnTo>
                    <a:pt x="601472" y="146100"/>
                  </a:lnTo>
                  <a:lnTo>
                    <a:pt x="573760" y="110756"/>
                  </a:lnTo>
                  <a:lnTo>
                    <a:pt x="541655" y="79413"/>
                  </a:lnTo>
                  <a:lnTo>
                    <a:pt x="505650" y="52565"/>
                  </a:lnTo>
                  <a:lnTo>
                    <a:pt x="466280" y="30708"/>
                  </a:lnTo>
                  <a:lnTo>
                    <a:pt x="424040" y="14325"/>
                  </a:lnTo>
                  <a:lnTo>
                    <a:pt x="379425" y="3924"/>
                  </a:lnTo>
                  <a:lnTo>
                    <a:pt x="332943" y="0"/>
                  </a:lnTo>
                  <a:lnTo>
                    <a:pt x="280517" y="3429"/>
                  </a:lnTo>
                  <a:lnTo>
                    <a:pt x="229997" y="15024"/>
                  </a:lnTo>
                  <a:lnTo>
                    <a:pt x="182168" y="34429"/>
                  </a:lnTo>
                  <a:lnTo>
                    <a:pt x="137795" y="61302"/>
                  </a:lnTo>
                  <a:lnTo>
                    <a:pt x="97612" y="95288"/>
                  </a:lnTo>
                  <a:lnTo>
                    <a:pt x="63284" y="135039"/>
                  </a:lnTo>
                  <a:lnTo>
                    <a:pt x="36055" y="179031"/>
                  </a:lnTo>
                  <a:lnTo>
                    <a:pt x="16230" y="226517"/>
                  </a:lnTo>
                  <a:lnTo>
                    <a:pt x="4114" y="276783"/>
                  </a:lnTo>
                  <a:lnTo>
                    <a:pt x="0" y="329095"/>
                  </a:lnTo>
                  <a:lnTo>
                    <a:pt x="3505" y="377050"/>
                  </a:lnTo>
                  <a:lnTo>
                    <a:pt x="13817" y="423595"/>
                  </a:lnTo>
                  <a:lnTo>
                    <a:pt x="30683" y="468033"/>
                  </a:lnTo>
                  <a:lnTo>
                    <a:pt x="53848" y="509689"/>
                  </a:lnTo>
                  <a:lnTo>
                    <a:pt x="83058" y="547865"/>
                  </a:lnTo>
                  <a:lnTo>
                    <a:pt x="111252" y="583450"/>
                  </a:lnTo>
                  <a:lnTo>
                    <a:pt x="135013" y="621766"/>
                  </a:lnTo>
                  <a:lnTo>
                    <a:pt x="154178" y="662457"/>
                  </a:lnTo>
                  <a:lnTo>
                    <a:pt x="168554" y="705167"/>
                  </a:lnTo>
                  <a:lnTo>
                    <a:pt x="175920" y="739787"/>
                  </a:lnTo>
                  <a:lnTo>
                    <a:pt x="164934" y="747204"/>
                  </a:lnTo>
                  <a:lnTo>
                    <a:pt x="151231" y="767511"/>
                  </a:lnTo>
                  <a:lnTo>
                    <a:pt x="148209" y="782383"/>
                  </a:lnTo>
                  <a:lnTo>
                    <a:pt x="75247" y="782383"/>
                  </a:lnTo>
                  <a:lnTo>
                    <a:pt x="67246" y="790384"/>
                  </a:lnTo>
                  <a:lnTo>
                    <a:pt x="67246" y="810145"/>
                  </a:lnTo>
                  <a:lnTo>
                    <a:pt x="75247" y="818146"/>
                  </a:lnTo>
                  <a:lnTo>
                    <a:pt x="148209" y="818146"/>
                  </a:lnTo>
                  <a:lnTo>
                    <a:pt x="151231" y="833031"/>
                  </a:lnTo>
                  <a:lnTo>
                    <a:pt x="164934" y="853325"/>
                  </a:lnTo>
                  <a:lnTo>
                    <a:pt x="185242" y="867029"/>
                  </a:lnTo>
                  <a:lnTo>
                    <a:pt x="210070" y="872058"/>
                  </a:lnTo>
                  <a:lnTo>
                    <a:pt x="448335" y="872058"/>
                  </a:lnTo>
                  <a:lnTo>
                    <a:pt x="493471" y="853325"/>
                  </a:lnTo>
                  <a:lnTo>
                    <a:pt x="510184" y="818146"/>
                  </a:lnTo>
                  <a:lnTo>
                    <a:pt x="573278" y="818146"/>
                  </a:lnTo>
                  <a:lnTo>
                    <a:pt x="583145" y="818146"/>
                  </a:lnTo>
                  <a:lnTo>
                    <a:pt x="591159" y="810145"/>
                  </a:lnTo>
                  <a:lnTo>
                    <a:pt x="591159" y="790384"/>
                  </a:lnTo>
                  <a:lnTo>
                    <a:pt x="583145" y="782383"/>
                  </a:lnTo>
                  <a:lnTo>
                    <a:pt x="510184" y="782383"/>
                  </a:lnTo>
                  <a:lnTo>
                    <a:pt x="507174" y="767511"/>
                  </a:lnTo>
                  <a:lnTo>
                    <a:pt x="504964" y="764235"/>
                  </a:lnTo>
                  <a:lnTo>
                    <a:pt x="493471" y="747204"/>
                  </a:lnTo>
                  <a:lnTo>
                    <a:pt x="482803" y="740016"/>
                  </a:lnTo>
                  <a:lnTo>
                    <a:pt x="490588" y="706158"/>
                  </a:lnTo>
                  <a:lnTo>
                    <a:pt x="505828" y="663079"/>
                  </a:lnTo>
                  <a:lnTo>
                    <a:pt x="526084" y="620941"/>
                  </a:lnTo>
                  <a:lnTo>
                    <a:pt x="551180" y="580123"/>
                  </a:lnTo>
                  <a:lnTo>
                    <a:pt x="580923" y="540981"/>
                  </a:lnTo>
                  <a:lnTo>
                    <a:pt x="609358" y="501827"/>
                  </a:lnTo>
                  <a:lnTo>
                    <a:pt x="631545" y="459219"/>
                  </a:lnTo>
                  <a:lnTo>
                    <a:pt x="647255" y="413829"/>
                  </a:lnTo>
                  <a:lnTo>
                    <a:pt x="656221" y="366369"/>
                  </a:lnTo>
                  <a:lnTo>
                    <a:pt x="658228" y="317550"/>
                  </a:lnTo>
                  <a:close/>
                </a:path>
                <a:path w="840105" h="872489">
                  <a:moveTo>
                    <a:pt x="839584" y="304914"/>
                  </a:moveTo>
                  <a:lnTo>
                    <a:pt x="831583" y="296913"/>
                  </a:lnTo>
                  <a:lnTo>
                    <a:pt x="757389" y="296913"/>
                  </a:lnTo>
                  <a:lnTo>
                    <a:pt x="749376" y="304914"/>
                  </a:lnTo>
                  <a:lnTo>
                    <a:pt x="749376" y="324675"/>
                  </a:lnTo>
                  <a:lnTo>
                    <a:pt x="757389" y="332676"/>
                  </a:lnTo>
                  <a:lnTo>
                    <a:pt x="821702" y="332676"/>
                  </a:lnTo>
                  <a:lnTo>
                    <a:pt x="831583" y="332676"/>
                  </a:lnTo>
                  <a:lnTo>
                    <a:pt x="839584" y="324675"/>
                  </a:lnTo>
                  <a:lnTo>
                    <a:pt x="839584" y="304914"/>
                  </a:lnTo>
                  <a:close/>
                </a:path>
              </a:pathLst>
            </a:custGeom>
            <a:solidFill>
              <a:srgbClr val="9FCFCA"/>
            </a:solidFill>
          </p:spPr>
          <p:txBody>
            <a:bodyPr wrap="square" lIns="0" tIns="0" rIns="0" bIns="0" rtlCol="0"/>
            <a:lstStyle/>
            <a:p>
              <a:endParaRPr sz="2400"/>
            </a:p>
          </p:txBody>
        </p:sp>
        <p:pic>
          <p:nvPicPr>
            <p:cNvPr id="45" name="object 6">
              <a:extLst>
                <a:ext uri="{FF2B5EF4-FFF2-40B4-BE49-F238E27FC236}">
                  <a16:creationId xmlns:a16="http://schemas.microsoft.com/office/drawing/2014/main" id="{1D3978E9-69F5-5AFD-6474-7678E9F50706}"/>
                </a:ext>
              </a:extLst>
            </p:cNvPr>
            <p:cNvPicPr/>
            <p:nvPr/>
          </p:nvPicPr>
          <p:blipFill>
            <a:blip r:embed="rId3" cstate="print"/>
            <a:stretch>
              <a:fillRect/>
            </a:stretch>
          </p:blipFill>
          <p:spPr>
            <a:xfrm>
              <a:off x="13876116" y="860505"/>
              <a:ext cx="74256" cy="74250"/>
            </a:xfrm>
            <a:prstGeom prst="rect">
              <a:avLst/>
            </a:prstGeom>
          </p:spPr>
        </p:pic>
        <p:sp>
          <p:nvSpPr>
            <p:cNvPr id="46" name="object 7">
              <a:extLst>
                <a:ext uri="{FF2B5EF4-FFF2-40B4-BE49-F238E27FC236}">
                  <a16:creationId xmlns:a16="http://schemas.microsoft.com/office/drawing/2014/main" id="{CF52AA6A-85D0-0248-D569-71F1D30304F9}"/>
                </a:ext>
              </a:extLst>
            </p:cNvPr>
            <p:cNvSpPr/>
            <p:nvPr/>
          </p:nvSpPr>
          <p:spPr>
            <a:xfrm>
              <a:off x="13563250" y="723593"/>
              <a:ext cx="36195" cy="90805"/>
            </a:xfrm>
            <a:custGeom>
              <a:avLst/>
              <a:gdLst/>
              <a:ahLst/>
              <a:cxnLst/>
              <a:rect l="l" t="t" r="r" b="b"/>
              <a:pathLst>
                <a:path w="36194" h="90805">
                  <a:moveTo>
                    <a:pt x="27762" y="0"/>
                  </a:moveTo>
                  <a:lnTo>
                    <a:pt x="8000" y="0"/>
                  </a:lnTo>
                  <a:lnTo>
                    <a:pt x="0" y="8000"/>
                  </a:lnTo>
                  <a:lnTo>
                    <a:pt x="0" y="82207"/>
                  </a:lnTo>
                  <a:lnTo>
                    <a:pt x="8000" y="90208"/>
                  </a:lnTo>
                  <a:lnTo>
                    <a:pt x="17881" y="90208"/>
                  </a:lnTo>
                  <a:lnTo>
                    <a:pt x="27749" y="90208"/>
                  </a:lnTo>
                  <a:lnTo>
                    <a:pt x="35763" y="82207"/>
                  </a:lnTo>
                  <a:lnTo>
                    <a:pt x="35763" y="8000"/>
                  </a:lnTo>
                  <a:lnTo>
                    <a:pt x="27762" y="0"/>
                  </a:lnTo>
                  <a:close/>
                </a:path>
              </a:pathLst>
            </a:custGeom>
            <a:solidFill>
              <a:srgbClr val="9FCFCA"/>
            </a:solidFill>
          </p:spPr>
          <p:txBody>
            <a:bodyPr wrap="square" lIns="0" tIns="0" rIns="0" bIns="0" rtlCol="0"/>
            <a:lstStyle/>
            <a:p>
              <a:endParaRPr sz="2400"/>
            </a:p>
          </p:txBody>
        </p:sp>
        <p:pic>
          <p:nvPicPr>
            <p:cNvPr id="47" name="object 8">
              <a:extLst>
                <a:ext uri="{FF2B5EF4-FFF2-40B4-BE49-F238E27FC236}">
                  <a16:creationId xmlns:a16="http://schemas.microsoft.com/office/drawing/2014/main" id="{FF55AAC8-6104-A5F8-1E80-EBBAB538EB2C}"/>
                </a:ext>
              </a:extLst>
            </p:cNvPr>
            <p:cNvPicPr/>
            <p:nvPr/>
          </p:nvPicPr>
          <p:blipFill>
            <a:blip r:embed="rId4" cstate="print"/>
            <a:stretch>
              <a:fillRect/>
            </a:stretch>
          </p:blipFill>
          <p:spPr>
            <a:xfrm>
              <a:off x="13218003" y="875228"/>
              <a:ext cx="74244" cy="74263"/>
            </a:xfrm>
            <a:prstGeom prst="rect">
              <a:avLst/>
            </a:prstGeom>
          </p:spPr>
        </p:pic>
        <p:sp>
          <p:nvSpPr>
            <p:cNvPr id="48" name="object 9">
              <a:extLst>
                <a:ext uri="{FF2B5EF4-FFF2-40B4-BE49-F238E27FC236}">
                  <a16:creationId xmlns:a16="http://schemas.microsoft.com/office/drawing/2014/main" id="{FB42FBBA-09CA-E537-5698-6B22E1E86D36}"/>
                </a:ext>
              </a:extLst>
            </p:cNvPr>
            <p:cNvSpPr/>
            <p:nvPr/>
          </p:nvSpPr>
          <p:spPr>
            <a:xfrm>
              <a:off x="13081082" y="1226564"/>
              <a:ext cx="90805" cy="36195"/>
            </a:xfrm>
            <a:custGeom>
              <a:avLst/>
              <a:gdLst/>
              <a:ahLst/>
              <a:cxnLst/>
              <a:rect l="l" t="t" r="r" b="b"/>
              <a:pathLst>
                <a:path w="90805" h="36194">
                  <a:moveTo>
                    <a:pt x="82194" y="0"/>
                  </a:moveTo>
                  <a:lnTo>
                    <a:pt x="8013" y="0"/>
                  </a:lnTo>
                  <a:lnTo>
                    <a:pt x="0" y="8001"/>
                  </a:lnTo>
                  <a:lnTo>
                    <a:pt x="0" y="27762"/>
                  </a:lnTo>
                  <a:lnTo>
                    <a:pt x="8013" y="35763"/>
                  </a:lnTo>
                  <a:lnTo>
                    <a:pt x="72326" y="35763"/>
                  </a:lnTo>
                  <a:lnTo>
                    <a:pt x="82194" y="35763"/>
                  </a:lnTo>
                  <a:lnTo>
                    <a:pt x="90208" y="27762"/>
                  </a:lnTo>
                  <a:lnTo>
                    <a:pt x="90208" y="8001"/>
                  </a:lnTo>
                  <a:lnTo>
                    <a:pt x="82194" y="0"/>
                  </a:lnTo>
                  <a:close/>
                </a:path>
              </a:pathLst>
            </a:custGeom>
            <a:solidFill>
              <a:srgbClr val="9FCFCA"/>
            </a:solidFill>
          </p:spPr>
          <p:txBody>
            <a:bodyPr wrap="square" lIns="0" tIns="0" rIns="0" bIns="0" rtlCol="0"/>
            <a:lstStyle/>
            <a:p>
              <a:endParaRPr sz="2400"/>
            </a:p>
          </p:txBody>
        </p:sp>
        <p:pic>
          <p:nvPicPr>
            <p:cNvPr id="49" name="object 10">
              <a:extLst>
                <a:ext uri="{FF2B5EF4-FFF2-40B4-BE49-F238E27FC236}">
                  <a16:creationId xmlns:a16="http://schemas.microsoft.com/office/drawing/2014/main" id="{266CD7D7-C408-4CD6-B4BC-78AF5AA05F95}"/>
                </a:ext>
              </a:extLst>
            </p:cNvPr>
            <p:cNvPicPr/>
            <p:nvPr/>
          </p:nvPicPr>
          <p:blipFill>
            <a:blip r:embed="rId5" cstate="print"/>
            <a:stretch>
              <a:fillRect/>
            </a:stretch>
          </p:blipFill>
          <p:spPr>
            <a:xfrm>
              <a:off x="13232731" y="1533305"/>
              <a:ext cx="74244" cy="74247"/>
            </a:xfrm>
            <a:prstGeom prst="rect">
              <a:avLst/>
            </a:prstGeom>
          </p:spPr>
        </p:pic>
        <p:pic>
          <p:nvPicPr>
            <p:cNvPr id="50" name="object 11">
              <a:extLst>
                <a:ext uri="{FF2B5EF4-FFF2-40B4-BE49-F238E27FC236}">
                  <a16:creationId xmlns:a16="http://schemas.microsoft.com/office/drawing/2014/main" id="{AED758E4-C761-F8AC-CE35-74636B032958}"/>
                </a:ext>
              </a:extLst>
            </p:cNvPr>
            <p:cNvPicPr/>
            <p:nvPr/>
          </p:nvPicPr>
          <p:blipFill>
            <a:blip r:embed="rId6" cstate="print"/>
            <a:stretch>
              <a:fillRect/>
            </a:stretch>
          </p:blipFill>
          <p:spPr>
            <a:xfrm>
              <a:off x="13890843" y="1518570"/>
              <a:ext cx="74256" cy="74263"/>
            </a:xfrm>
            <a:prstGeom prst="rect">
              <a:avLst/>
            </a:prstGeom>
          </p:spPr>
        </p:pic>
        <p:pic>
          <p:nvPicPr>
            <p:cNvPr id="51" name="object 12">
              <a:extLst>
                <a:ext uri="{FF2B5EF4-FFF2-40B4-BE49-F238E27FC236}">
                  <a16:creationId xmlns:a16="http://schemas.microsoft.com/office/drawing/2014/main" id="{CD95618E-97B2-9E64-79BC-B517401522C1}"/>
                </a:ext>
              </a:extLst>
            </p:cNvPr>
            <p:cNvPicPr/>
            <p:nvPr/>
          </p:nvPicPr>
          <p:blipFill>
            <a:blip r:embed="rId7" cstate="print"/>
            <a:stretch>
              <a:fillRect/>
            </a:stretch>
          </p:blipFill>
          <p:spPr>
            <a:xfrm>
              <a:off x="13470155" y="1745181"/>
              <a:ext cx="239966" cy="137858"/>
            </a:xfrm>
            <a:prstGeom prst="rect">
              <a:avLst/>
            </a:prstGeom>
          </p:spPr>
        </p:pic>
        <p:sp>
          <p:nvSpPr>
            <p:cNvPr id="52" name="object 13">
              <a:extLst>
                <a:ext uri="{FF2B5EF4-FFF2-40B4-BE49-F238E27FC236}">
                  <a16:creationId xmlns:a16="http://schemas.microsoft.com/office/drawing/2014/main" id="{6790ED2A-E6EF-5350-72D7-20C6459605CA}"/>
                </a:ext>
              </a:extLst>
            </p:cNvPr>
            <p:cNvSpPr/>
            <p:nvPr/>
          </p:nvSpPr>
          <p:spPr>
            <a:xfrm>
              <a:off x="13378602" y="1024446"/>
              <a:ext cx="426084" cy="426084"/>
            </a:xfrm>
            <a:custGeom>
              <a:avLst/>
              <a:gdLst/>
              <a:ahLst/>
              <a:cxnLst/>
              <a:rect l="l" t="t" r="r" b="b"/>
              <a:pathLst>
                <a:path w="426084" h="426084">
                  <a:moveTo>
                    <a:pt x="212953" y="0"/>
                  </a:moveTo>
                  <a:lnTo>
                    <a:pt x="164184" y="5634"/>
                  </a:lnTo>
                  <a:lnTo>
                    <a:pt x="119383" y="21680"/>
                  </a:lnTo>
                  <a:lnTo>
                    <a:pt x="79840" y="46847"/>
                  </a:lnTo>
                  <a:lnTo>
                    <a:pt x="46842" y="79848"/>
                  </a:lnTo>
                  <a:lnTo>
                    <a:pt x="21677" y="119393"/>
                  </a:lnTo>
                  <a:lnTo>
                    <a:pt x="5634" y="164196"/>
                  </a:lnTo>
                  <a:lnTo>
                    <a:pt x="0" y="212966"/>
                  </a:lnTo>
                  <a:lnTo>
                    <a:pt x="5634" y="261735"/>
                  </a:lnTo>
                  <a:lnTo>
                    <a:pt x="21677" y="306536"/>
                  </a:lnTo>
                  <a:lnTo>
                    <a:pt x="46842" y="346079"/>
                  </a:lnTo>
                  <a:lnTo>
                    <a:pt x="79840" y="379077"/>
                  </a:lnTo>
                  <a:lnTo>
                    <a:pt x="119383" y="404242"/>
                  </a:lnTo>
                  <a:lnTo>
                    <a:pt x="164184" y="420285"/>
                  </a:lnTo>
                  <a:lnTo>
                    <a:pt x="212953" y="425919"/>
                  </a:lnTo>
                  <a:lnTo>
                    <a:pt x="261723" y="420285"/>
                  </a:lnTo>
                  <a:lnTo>
                    <a:pt x="306523" y="404242"/>
                  </a:lnTo>
                  <a:lnTo>
                    <a:pt x="328657" y="390156"/>
                  </a:lnTo>
                  <a:lnTo>
                    <a:pt x="212953" y="390156"/>
                  </a:lnTo>
                  <a:lnTo>
                    <a:pt x="165904" y="383817"/>
                  </a:lnTo>
                  <a:lnTo>
                    <a:pt x="123592" y="365932"/>
                  </a:lnTo>
                  <a:lnTo>
                    <a:pt x="87720" y="338204"/>
                  </a:lnTo>
                  <a:lnTo>
                    <a:pt x="59990" y="302332"/>
                  </a:lnTo>
                  <a:lnTo>
                    <a:pt x="42103" y="260019"/>
                  </a:lnTo>
                  <a:lnTo>
                    <a:pt x="35763" y="212966"/>
                  </a:lnTo>
                  <a:lnTo>
                    <a:pt x="42103" y="165911"/>
                  </a:lnTo>
                  <a:lnTo>
                    <a:pt x="59990" y="123596"/>
                  </a:lnTo>
                  <a:lnTo>
                    <a:pt x="87720" y="87722"/>
                  </a:lnTo>
                  <a:lnTo>
                    <a:pt x="123592" y="59990"/>
                  </a:lnTo>
                  <a:lnTo>
                    <a:pt x="165904" y="42103"/>
                  </a:lnTo>
                  <a:lnTo>
                    <a:pt x="212953" y="35763"/>
                  </a:lnTo>
                  <a:lnTo>
                    <a:pt x="328651" y="35763"/>
                  </a:lnTo>
                  <a:lnTo>
                    <a:pt x="306523" y="21680"/>
                  </a:lnTo>
                  <a:lnTo>
                    <a:pt x="261723" y="5634"/>
                  </a:lnTo>
                  <a:lnTo>
                    <a:pt x="212953" y="0"/>
                  </a:lnTo>
                  <a:close/>
                </a:path>
                <a:path w="426084" h="426084">
                  <a:moveTo>
                    <a:pt x="328651" y="35763"/>
                  </a:moveTo>
                  <a:lnTo>
                    <a:pt x="212953" y="35763"/>
                  </a:lnTo>
                  <a:lnTo>
                    <a:pt x="260002" y="42103"/>
                  </a:lnTo>
                  <a:lnTo>
                    <a:pt x="302314" y="59990"/>
                  </a:lnTo>
                  <a:lnTo>
                    <a:pt x="338186" y="87722"/>
                  </a:lnTo>
                  <a:lnTo>
                    <a:pt x="365917" y="123596"/>
                  </a:lnTo>
                  <a:lnTo>
                    <a:pt x="383803" y="165911"/>
                  </a:lnTo>
                  <a:lnTo>
                    <a:pt x="390144" y="212966"/>
                  </a:lnTo>
                  <a:lnTo>
                    <a:pt x="383803" y="260019"/>
                  </a:lnTo>
                  <a:lnTo>
                    <a:pt x="365917" y="302332"/>
                  </a:lnTo>
                  <a:lnTo>
                    <a:pt x="338186" y="338204"/>
                  </a:lnTo>
                  <a:lnTo>
                    <a:pt x="302314" y="365932"/>
                  </a:lnTo>
                  <a:lnTo>
                    <a:pt x="260002" y="383817"/>
                  </a:lnTo>
                  <a:lnTo>
                    <a:pt x="212953" y="390156"/>
                  </a:lnTo>
                  <a:lnTo>
                    <a:pt x="328657" y="390156"/>
                  </a:lnTo>
                  <a:lnTo>
                    <a:pt x="379064" y="346079"/>
                  </a:lnTo>
                  <a:lnTo>
                    <a:pt x="404229" y="306536"/>
                  </a:lnTo>
                  <a:lnTo>
                    <a:pt x="420273" y="261735"/>
                  </a:lnTo>
                  <a:lnTo>
                    <a:pt x="425907" y="212966"/>
                  </a:lnTo>
                  <a:lnTo>
                    <a:pt x="420273" y="164196"/>
                  </a:lnTo>
                  <a:lnTo>
                    <a:pt x="404229" y="119393"/>
                  </a:lnTo>
                  <a:lnTo>
                    <a:pt x="379064" y="79848"/>
                  </a:lnTo>
                  <a:lnTo>
                    <a:pt x="346066" y="46847"/>
                  </a:lnTo>
                  <a:lnTo>
                    <a:pt x="328651" y="35763"/>
                  </a:lnTo>
                  <a:close/>
                </a:path>
              </a:pathLst>
            </a:custGeom>
            <a:solidFill>
              <a:srgbClr val="9FCFCA"/>
            </a:solidFill>
          </p:spPr>
          <p:txBody>
            <a:bodyPr wrap="square" lIns="0" tIns="0" rIns="0" bIns="0" rtlCol="0"/>
            <a:lstStyle/>
            <a:p>
              <a:endParaRPr sz="2400"/>
            </a:p>
          </p:txBody>
        </p:sp>
        <p:pic>
          <p:nvPicPr>
            <p:cNvPr id="53" name="object 14">
              <a:extLst>
                <a:ext uri="{FF2B5EF4-FFF2-40B4-BE49-F238E27FC236}">
                  <a16:creationId xmlns:a16="http://schemas.microsoft.com/office/drawing/2014/main" id="{2EF2F7D9-4093-8BF0-AB00-A0B81E628BEE}"/>
                </a:ext>
              </a:extLst>
            </p:cNvPr>
            <p:cNvPicPr/>
            <p:nvPr/>
          </p:nvPicPr>
          <p:blipFill>
            <a:blip r:embed="rId8" cstate="print"/>
            <a:stretch>
              <a:fillRect/>
            </a:stretch>
          </p:blipFill>
          <p:spPr>
            <a:xfrm>
              <a:off x="13484495" y="1158119"/>
              <a:ext cx="214134" cy="158565"/>
            </a:xfrm>
            <a:prstGeom prst="rect">
              <a:avLst/>
            </a:prstGeom>
          </p:spPr>
        </p:pic>
      </p:grpSp>
      <p:sp>
        <p:nvSpPr>
          <p:cNvPr id="27" name="Title 1">
            <a:extLst>
              <a:ext uri="{FF2B5EF4-FFF2-40B4-BE49-F238E27FC236}">
                <a16:creationId xmlns:a16="http://schemas.microsoft.com/office/drawing/2014/main" id="{10CB8A1D-0446-61D3-F7CD-501C535CC700}"/>
              </a:ext>
            </a:extLst>
          </p:cNvPr>
          <p:cNvSpPr txBox="1">
            <a:spLocks/>
          </p:cNvSpPr>
          <p:nvPr/>
        </p:nvSpPr>
        <p:spPr>
          <a:xfrm>
            <a:off x="342901" y="-4204"/>
            <a:ext cx="8246775" cy="1325563"/>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2200">
                <a:solidFill>
                  <a:srgbClr val="004578"/>
                </a:solidFill>
                <a:latin typeface="Arial" panose="020B0604020202020204" pitchFamily="34" charset="0"/>
                <a:cs typeface="Arial" panose="020B0604020202020204" pitchFamily="34" charset="0"/>
              </a:rPr>
              <a:t>Design</a:t>
            </a:r>
          </a:p>
        </p:txBody>
      </p:sp>
      <p:grpSp>
        <p:nvGrpSpPr>
          <p:cNvPr id="32" name="Group 31">
            <a:extLst>
              <a:ext uri="{FF2B5EF4-FFF2-40B4-BE49-F238E27FC236}">
                <a16:creationId xmlns:a16="http://schemas.microsoft.com/office/drawing/2014/main" id="{DCF70E63-E7A8-46B2-4572-479735F901F3}"/>
              </a:ext>
            </a:extLst>
          </p:cNvPr>
          <p:cNvGrpSpPr/>
          <p:nvPr/>
        </p:nvGrpSpPr>
        <p:grpSpPr>
          <a:xfrm>
            <a:off x="1" y="1198099"/>
            <a:ext cx="4081780" cy="1051984"/>
            <a:chOff x="0" y="898574"/>
            <a:chExt cx="3061335" cy="788988"/>
          </a:xfrm>
        </p:grpSpPr>
        <p:sp>
          <p:nvSpPr>
            <p:cNvPr id="15" name="object 15"/>
            <p:cNvSpPr/>
            <p:nvPr/>
          </p:nvSpPr>
          <p:spPr>
            <a:xfrm>
              <a:off x="0" y="898574"/>
              <a:ext cx="3061335" cy="788988"/>
            </a:xfrm>
            <a:custGeom>
              <a:avLst/>
              <a:gdLst/>
              <a:ahLst/>
              <a:cxnLst/>
              <a:rect l="l" t="t" r="r" b="b"/>
              <a:pathLst>
                <a:path w="6122670" h="1577975">
                  <a:moveTo>
                    <a:pt x="5343434" y="59"/>
                  </a:moveTo>
                  <a:lnTo>
                    <a:pt x="0" y="0"/>
                  </a:lnTo>
                  <a:lnTo>
                    <a:pt x="0" y="1577644"/>
                  </a:lnTo>
                  <a:lnTo>
                    <a:pt x="5333749" y="1577644"/>
                  </a:lnTo>
                  <a:lnTo>
                    <a:pt x="5391784" y="1575503"/>
                  </a:lnTo>
                  <a:lnTo>
                    <a:pt x="5449497" y="1569097"/>
                  </a:lnTo>
                  <a:lnTo>
                    <a:pt x="5506585" y="1558472"/>
                  </a:lnTo>
                  <a:lnTo>
                    <a:pt x="5562730" y="1543672"/>
                  </a:lnTo>
                  <a:lnTo>
                    <a:pt x="5617642" y="1524782"/>
                  </a:lnTo>
                  <a:lnTo>
                    <a:pt x="5671011" y="1501902"/>
                  </a:lnTo>
                  <a:lnTo>
                    <a:pt x="5722558" y="1475158"/>
                  </a:lnTo>
                  <a:lnTo>
                    <a:pt x="5772001" y="1444701"/>
                  </a:lnTo>
                  <a:lnTo>
                    <a:pt x="5819058" y="1410684"/>
                  </a:lnTo>
                  <a:lnTo>
                    <a:pt x="5863492" y="1373289"/>
                  </a:lnTo>
                  <a:lnTo>
                    <a:pt x="5905052" y="1332744"/>
                  </a:lnTo>
                  <a:lnTo>
                    <a:pt x="5943527" y="1289253"/>
                  </a:lnTo>
                  <a:lnTo>
                    <a:pt x="5978674" y="1243026"/>
                  </a:lnTo>
                  <a:lnTo>
                    <a:pt x="6010355" y="1194358"/>
                  </a:lnTo>
                  <a:lnTo>
                    <a:pt x="6038345" y="1143484"/>
                  </a:lnTo>
                  <a:lnTo>
                    <a:pt x="6062526" y="1090688"/>
                  </a:lnTo>
                  <a:lnTo>
                    <a:pt x="6082764" y="1036262"/>
                  </a:lnTo>
                  <a:lnTo>
                    <a:pt x="6098937" y="980478"/>
                  </a:lnTo>
                  <a:lnTo>
                    <a:pt x="6110962" y="923677"/>
                  </a:lnTo>
                  <a:lnTo>
                    <a:pt x="6118774" y="866140"/>
                  </a:lnTo>
                  <a:lnTo>
                    <a:pt x="6122334" y="808177"/>
                  </a:lnTo>
                  <a:lnTo>
                    <a:pt x="6122512" y="779137"/>
                  </a:lnTo>
                  <a:lnTo>
                    <a:pt x="6121619" y="750112"/>
                  </a:lnTo>
                  <a:lnTo>
                    <a:pt x="6116639" y="692261"/>
                  </a:lnTo>
                  <a:lnTo>
                    <a:pt x="6107421" y="634923"/>
                  </a:lnTo>
                  <a:lnTo>
                    <a:pt x="6094003" y="578431"/>
                  </a:lnTo>
                  <a:lnTo>
                    <a:pt x="6076458" y="523074"/>
                  </a:lnTo>
                  <a:lnTo>
                    <a:pt x="6054898" y="469163"/>
                  </a:lnTo>
                  <a:lnTo>
                    <a:pt x="6029430" y="416979"/>
                  </a:lnTo>
                  <a:lnTo>
                    <a:pt x="6000191" y="366804"/>
                  </a:lnTo>
                  <a:lnTo>
                    <a:pt x="5967340" y="318922"/>
                  </a:lnTo>
                  <a:lnTo>
                    <a:pt x="5931059" y="273583"/>
                  </a:lnTo>
                  <a:lnTo>
                    <a:pt x="5891533" y="231038"/>
                  </a:lnTo>
                  <a:lnTo>
                    <a:pt x="5848988" y="191519"/>
                  </a:lnTo>
                  <a:lnTo>
                    <a:pt x="5803649" y="155232"/>
                  </a:lnTo>
                  <a:lnTo>
                    <a:pt x="5755772" y="122381"/>
                  </a:lnTo>
                  <a:lnTo>
                    <a:pt x="5705593" y="93141"/>
                  </a:lnTo>
                  <a:lnTo>
                    <a:pt x="5653418" y="67673"/>
                  </a:lnTo>
                  <a:lnTo>
                    <a:pt x="5599497" y="46113"/>
                  </a:lnTo>
                  <a:lnTo>
                    <a:pt x="5544141" y="28568"/>
                  </a:lnTo>
                  <a:lnTo>
                    <a:pt x="5487648" y="15151"/>
                  </a:lnTo>
                  <a:lnTo>
                    <a:pt x="5430317" y="5932"/>
                  </a:lnTo>
                  <a:lnTo>
                    <a:pt x="5372459" y="952"/>
                  </a:lnTo>
                  <a:lnTo>
                    <a:pt x="5343434" y="59"/>
                  </a:lnTo>
                  <a:close/>
                </a:path>
              </a:pathLst>
            </a:custGeom>
            <a:solidFill>
              <a:srgbClr val="134678"/>
            </a:solidFill>
          </p:spPr>
          <p:txBody>
            <a:bodyPr wrap="square" lIns="0" tIns="0" rIns="0" bIns="0" rtlCol="0"/>
            <a:lstStyle/>
            <a:p>
              <a:endParaRPr sz="1200"/>
            </a:p>
          </p:txBody>
        </p:sp>
        <p:grpSp>
          <p:nvGrpSpPr>
            <p:cNvPr id="17" name="object 17"/>
            <p:cNvGrpSpPr/>
            <p:nvPr/>
          </p:nvGrpSpPr>
          <p:grpSpPr>
            <a:xfrm>
              <a:off x="2301363" y="960963"/>
              <a:ext cx="664210" cy="664210"/>
              <a:chOff x="4620812" y="2518942"/>
              <a:chExt cx="1328420" cy="1328420"/>
            </a:xfrm>
          </p:grpSpPr>
          <p:sp>
            <p:nvSpPr>
              <p:cNvPr id="18" name="object 18"/>
              <p:cNvSpPr/>
              <p:nvPr/>
            </p:nvSpPr>
            <p:spPr>
              <a:xfrm>
                <a:off x="4620812" y="2518942"/>
                <a:ext cx="1328420" cy="1328420"/>
              </a:xfrm>
              <a:custGeom>
                <a:avLst/>
                <a:gdLst/>
                <a:ahLst/>
                <a:cxnLst/>
                <a:rect l="l" t="t" r="r" b="b"/>
                <a:pathLst>
                  <a:path w="1328420"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0"/>
                    </a:lnTo>
                    <a:lnTo>
                      <a:pt x="6595" y="758121"/>
                    </a:lnTo>
                    <a:lnTo>
                      <a:pt x="14671" y="803640"/>
                    </a:lnTo>
                    <a:lnTo>
                      <a:pt x="25782" y="848034"/>
                    </a:lnTo>
                    <a:lnTo>
                      <a:pt x="39816" y="891192"/>
                    </a:lnTo>
                    <a:lnTo>
                      <a:pt x="56662" y="932999"/>
                    </a:lnTo>
                    <a:lnTo>
                      <a:pt x="76205" y="973345"/>
                    </a:lnTo>
                    <a:lnTo>
                      <a:pt x="98334" y="1012116"/>
                    </a:lnTo>
                    <a:lnTo>
                      <a:pt x="122937" y="1049201"/>
                    </a:lnTo>
                    <a:lnTo>
                      <a:pt x="149901" y="1084486"/>
                    </a:lnTo>
                    <a:lnTo>
                      <a:pt x="179114" y="1117860"/>
                    </a:lnTo>
                    <a:lnTo>
                      <a:pt x="210463" y="1149210"/>
                    </a:lnTo>
                    <a:lnTo>
                      <a:pt x="243836" y="1178424"/>
                    </a:lnTo>
                    <a:lnTo>
                      <a:pt x="279121" y="1205389"/>
                    </a:lnTo>
                    <a:lnTo>
                      <a:pt x="316205" y="1229992"/>
                    </a:lnTo>
                    <a:lnTo>
                      <a:pt x="354975" y="1252122"/>
                    </a:lnTo>
                    <a:lnTo>
                      <a:pt x="395320" y="1271666"/>
                    </a:lnTo>
                    <a:lnTo>
                      <a:pt x="437127" y="1288512"/>
                    </a:lnTo>
                    <a:lnTo>
                      <a:pt x="480284" y="1302547"/>
                    </a:lnTo>
                    <a:lnTo>
                      <a:pt x="524678" y="1313659"/>
                    </a:lnTo>
                    <a:lnTo>
                      <a:pt x="570197" y="1321735"/>
                    </a:lnTo>
                    <a:lnTo>
                      <a:pt x="616728" y="1326663"/>
                    </a:lnTo>
                    <a:lnTo>
                      <a:pt x="664159" y="1328331"/>
                    </a:lnTo>
                    <a:lnTo>
                      <a:pt x="711591" y="1326663"/>
                    </a:lnTo>
                    <a:lnTo>
                      <a:pt x="758124" y="1321735"/>
                    </a:lnTo>
                    <a:lnTo>
                      <a:pt x="803644" y="1313659"/>
                    </a:lnTo>
                    <a:lnTo>
                      <a:pt x="848039" y="1302547"/>
                    </a:lnTo>
                    <a:lnTo>
                      <a:pt x="891197" y="1288512"/>
                    </a:lnTo>
                    <a:lnTo>
                      <a:pt x="933005" y="1271666"/>
                    </a:lnTo>
                    <a:lnTo>
                      <a:pt x="973350" y="1252122"/>
                    </a:lnTo>
                    <a:lnTo>
                      <a:pt x="1012122" y="1229992"/>
                    </a:lnTo>
                    <a:lnTo>
                      <a:pt x="1049206" y="1205389"/>
                    </a:lnTo>
                    <a:lnTo>
                      <a:pt x="1084492" y="1178424"/>
                    </a:lnTo>
                    <a:lnTo>
                      <a:pt x="1117865" y="1149210"/>
                    </a:lnTo>
                    <a:lnTo>
                      <a:pt x="1149215" y="1117860"/>
                    </a:lnTo>
                    <a:lnTo>
                      <a:pt x="1178428" y="1084486"/>
                    </a:lnTo>
                    <a:lnTo>
                      <a:pt x="1205392" y="1049201"/>
                    </a:lnTo>
                    <a:lnTo>
                      <a:pt x="1229995" y="1012116"/>
                    </a:lnTo>
                    <a:lnTo>
                      <a:pt x="1252125" y="973345"/>
                    </a:lnTo>
                    <a:lnTo>
                      <a:pt x="1271668" y="932999"/>
                    </a:lnTo>
                    <a:lnTo>
                      <a:pt x="1288514" y="891192"/>
                    </a:lnTo>
                    <a:lnTo>
                      <a:pt x="1302548" y="848034"/>
                    </a:lnTo>
                    <a:lnTo>
                      <a:pt x="1313659" y="803640"/>
                    </a:lnTo>
                    <a:lnTo>
                      <a:pt x="1321735" y="758121"/>
                    </a:lnTo>
                    <a:lnTo>
                      <a:pt x="1326663" y="711590"/>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19" name="object 19"/>
              <p:cNvSpPr/>
              <p:nvPr/>
            </p:nvSpPr>
            <p:spPr>
              <a:xfrm>
                <a:off x="4762855" y="2659417"/>
                <a:ext cx="1044575" cy="1047750"/>
              </a:xfrm>
              <a:custGeom>
                <a:avLst/>
                <a:gdLst/>
                <a:ahLst/>
                <a:cxnLst/>
                <a:rect l="l" t="t" r="r" b="b"/>
                <a:pathLst>
                  <a:path w="1044575" h="1047750">
                    <a:moveTo>
                      <a:pt x="707783" y="523697"/>
                    </a:moveTo>
                    <a:lnTo>
                      <a:pt x="706361" y="502259"/>
                    </a:lnTo>
                    <a:lnTo>
                      <a:pt x="702627" y="476897"/>
                    </a:lnTo>
                    <a:lnTo>
                      <a:pt x="693077" y="457136"/>
                    </a:lnTo>
                    <a:lnTo>
                      <a:pt x="674192" y="452526"/>
                    </a:lnTo>
                    <a:lnTo>
                      <a:pt x="669505" y="454139"/>
                    </a:lnTo>
                    <a:lnTo>
                      <a:pt x="665645" y="457542"/>
                    </a:lnTo>
                    <a:lnTo>
                      <a:pt x="661301" y="466458"/>
                    </a:lnTo>
                    <a:lnTo>
                      <a:pt x="660984" y="471601"/>
                    </a:lnTo>
                    <a:lnTo>
                      <a:pt x="662609" y="476288"/>
                    </a:lnTo>
                    <a:lnTo>
                      <a:pt x="666026" y="487870"/>
                    </a:lnTo>
                    <a:lnTo>
                      <a:pt x="668464" y="499668"/>
                    </a:lnTo>
                    <a:lnTo>
                      <a:pt x="669925" y="511632"/>
                    </a:lnTo>
                    <a:lnTo>
                      <a:pt x="670382" y="523697"/>
                    </a:lnTo>
                    <a:lnTo>
                      <a:pt x="663994" y="565912"/>
                    </a:lnTo>
                    <a:lnTo>
                      <a:pt x="649287" y="601091"/>
                    </a:lnTo>
                    <a:lnTo>
                      <a:pt x="600976" y="650354"/>
                    </a:lnTo>
                    <a:lnTo>
                      <a:pt x="537552" y="671461"/>
                    </a:lnTo>
                    <a:lnTo>
                      <a:pt x="503948" y="671461"/>
                    </a:lnTo>
                    <a:lnTo>
                      <a:pt x="440524" y="650354"/>
                    </a:lnTo>
                    <a:lnTo>
                      <a:pt x="392226" y="601091"/>
                    </a:lnTo>
                    <a:lnTo>
                      <a:pt x="377520" y="565912"/>
                    </a:lnTo>
                    <a:lnTo>
                      <a:pt x="371119" y="523684"/>
                    </a:lnTo>
                    <a:lnTo>
                      <a:pt x="378790" y="476415"/>
                    </a:lnTo>
                    <a:lnTo>
                      <a:pt x="400050" y="435368"/>
                    </a:lnTo>
                    <a:lnTo>
                      <a:pt x="432435" y="402983"/>
                    </a:lnTo>
                    <a:lnTo>
                      <a:pt x="473481" y="381736"/>
                    </a:lnTo>
                    <a:lnTo>
                      <a:pt x="520750" y="374065"/>
                    </a:lnTo>
                    <a:lnTo>
                      <a:pt x="532866" y="374561"/>
                    </a:lnTo>
                    <a:lnTo>
                      <a:pt x="544880" y="376059"/>
                    </a:lnTo>
                    <a:lnTo>
                      <a:pt x="556729" y="378548"/>
                    </a:lnTo>
                    <a:lnTo>
                      <a:pt x="568337" y="382016"/>
                    </a:lnTo>
                    <a:lnTo>
                      <a:pt x="575703" y="383006"/>
                    </a:lnTo>
                    <a:lnTo>
                      <a:pt x="567512" y="341884"/>
                    </a:lnTo>
                    <a:lnTo>
                      <a:pt x="520750" y="336651"/>
                    </a:lnTo>
                    <a:lnTo>
                      <a:pt x="479552" y="341884"/>
                    </a:lnTo>
                    <a:lnTo>
                      <a:pt x="412584" y="370382"/>
                    </a:lnTo>
                    <a:lnTo>
                      <a:pt x="366229" y="417334"/>
                    </a:lnTo>
                    <a:lnTo>
                      <a:pt x="340487" y="476021"/>
                    </a:lnTo>
                    <a:lnTo>
                      <a:pt x="335330" y="507657"/>
                    </a:lnTo>
                    <a:lnTo>
                      <a:pt x="335330" y="539724"/>
                    </a:lnTo>
                    <a:lnTo>
                      <a:pt x="350786" y="601764"/>
                    </a:lnTo>
                    <a:lnTo>
                      <a:pt x="386842" y="655421"/>
                    </a:lnTo>
                    <a:lnTo>
                      <a:pt x="443496" y="693978"/>
                    </a:lnTo>
                    <a:lnTo>
                      <a:pt x="520750" y="710730"/>
                    </a:lnTo>
                    <a:lnTo>
                      <a:pt x="570445" y="703999"/>
                    </a:lnTo>
                    <a:lnTo>
                      <a:pt x="615111" y="685126"/>
                    </a:lnTo>
                    <a:lnTo>
                      <a:pt x="652945" y="655878"/>
                    </a:lnTo>
                    <a:lnTo>
                      <a:pt x="682193" y="618045"/>
                    </a:lnTo>
                    <a:lnTo>
                      <a:pt x="701065" y="573392"/>
                    </a:lnTo>
                    <a:lnTo>
                      <a:pt x="707783" y="523697"/>
                    </a:lnTo>
                    <a:close/>
                  </a:path>
                  <a:path w="1044575" h="1047750">
                    <a:moveTo>
                      <a:pt x="876084" y="528764"/>
                    </a:moveTo>
                    <a:lnTo>
                      <a:pt x="873785" y="483209"/>
                    </a:lnTo>
                    <a:lnTo>
                      <a:pt x="865619" y="438162"/>
                    </a:lnTo>
                    <a:lnTo>
                      <a:pt x="851585" y="394195"/>
                    </a:lnTo>
                    <a:lnTo>
                      <a:pt x="831684" y="351904"/>
                    </a:lnTo>
                    <a:lnTo>
                      <a:pt x="808939" y="342061"/>
                    </a:lnTo>
                    <a:lnTo>
                      <a:pt x="802678" y="345528"/>
                    </a:lnTo>
                    <a:lnTo>
                      <a:pt x="795794" y="357035"/>
                    </a:lnTo>
                    <a:lnTo>
                      <a:pt x="795693" y="364197"/>
                    </a:lnTo>
                    <a:lnTo>
                      <a:pt x="798969" y="370039"/>
                    </a:lnTo>
                    <a:lnTo>
                      <a:pt x="817994" y="409257"/>
                    </a:lnTo>
                    <a:lnTo>
                      <a:pt x="830795" y="449503"/>
                    </a:lnTo>
                    <a:lnTo>
                      <a:pt x="837666" y="490258"/>
                    </a:lnTo>
                    <a:lnTo>
                      <a:pt x="838911" y="531037"/>
                    </a:lnTo>
                    <a:lnTo>
                      <a:pt x="834809" y="571360"/>
                    </a:lnTo>
                    <a:lnTo>
                      <a:pt x="825665" y="610692"/>
                    </a:lnTo>
                    <a:lnTo>
                      <a:pt x="811758" y="648576"/>
                    </a:lnTo>
                    <a:lnTo>
                      <a:pt x="793381" y="684491"/>
                    </a:lnTo>
                    <a:lnTo>
                      <a:pt x="770839" y="717943"/>
                    </a:lnTo>
                    <a:lnTo>
                      <a:pt x="744410" y="748449"/>
                    </a:lnTo>
                    <a:lnTo>
                      <a:pt x="714400" y="775500"/>
                    </a:lnTo>
                    <a:lnTo>
                      <a:pt x="681101" y="798614"/>
                    </a:lnTo>
                    <a:lnTo>
                      <a:pt x="644779" y="817270"/>
                    </a:lnTo>
                    <a:lnTo>
                      <a:pt x="605764" y="830999"/>
                    </a:lnTo>
                    <a:lnTo>
                      <a:pt x="564311" y="839292"/>
                    </a:lnTo>
                    <a:lnTo>
                      <a:pt x="520750" y="841654"/>
                    </a:lnTo>
                    <a:lnTo>
                      <a:pt x="473786" y="838161"/>
                    </a:lnTo>
                    <a:lnTo>
                      <a:pt x="428967" y="828103"/>
                    </a:lnTo>
                    <a:lnTo>
                      <a:pt x="386778" y="811999"/>
                    </a:lnTo>
                    <a:lnTo>
                      <a:pt x="347700" y="790321"/>
                    </a:lnTo>
                    <a:lnTo>
                      <a:pt x="312242" y="763549"/>
                    </a:lnTo>
                    <a:lnTo>
                      <a:pt x="280885" y="732193"/>
                    </a:lnTo>
                    <a:lnTo>
                      <a:pt x="254127" y="696734"/>
                    </a:lnTo>
                    <a:lnTo>
                      <a:pt x="232448" y="657669"/>
                    </a:lnTo>
                    <a:lnTo>
                      <a:pt x="216331" y="615480"/>
                    </a:lnTo>
                    <a:lnTo>
                      <a:pt x="206286" y="570649"/>
                    </a:lnTo>
                    <a:lnTo>
                      <a:pt x="202793" y="523697"/>
                    </a:lnTo>
                    <a:lnTo>
                      <a:pt x="205155" y="480123"/>
                    </a:lnTo>
                    <a:lnTo>
                      <a:pt x="213461" y="438683"/>
                    </a:lnTo>
                    <a:lnTo>
                      <a:pt x="227190" y="399656"/>
                    </a:lnTo>
                    <a:lnTo>
                      <a:pt x="245846" y="363347"/>
                    </a:lnTo>
                    <a:lnTo>
                      <a:pt x="268960" y="330034"/>
                    </a:lnTo>
                    <a:lnTo>
                      <a:pt x="296011" y="300024"/>
                    </a:lnTo>
                    <a:lnTo>
                      <a:pt x="326517" y="273596"/>
                    </a:lnTo>
                    <a:lnTo>
                      <a:pt x="359968" y="251053"/>
                    </a:lnTo>
                    <a:lnTo>
                      <a:pt x="395871" y="232676"/>
                    </a:lnTo>
                    <a:lnTo>
                      <a:pt x="433755" y="218770"/>
                    </a:lnTo>
                    <a:lnTo>
                      <a:pt x="473087" y="209626"/>
                    </a:lnTo>
                    <a:lnTo>
                      <a:pt x="513397" y="205524"/>
                    </a:lnTo>
                    <a:lnTo>
                      <a:pt x="554177" y="206768"/>
                    </a:lnTo>
                    <a:lnTo>
                      <a:pt x="594944" y="213652"/>
                    </a:lnTo>
                    <a:lnTo>
                      <a:pt x="635177" y="226453"/>
                    </a:lnTo>
                    <a:lnTo>
                      <a:pt x="674408" y="245478"/>
                    </a:lnTo>
                    <a:lnTo>
                      <a:pt x="678751" y="247891"/>
                    </a:lnTo>
                    <a:lnTo>
                      <a:pt x="683869" y="248488"/>
                    </a:lnTo>
                    <a:lnTo>
                      <a:pt x="693407" y="245745"/>
                    </a:lnTo>
                    <a:lnTo>
                      <a:pt x="697433" y="242531"/>
                    </a:lnTo>
                    <a:lnTo>
                      <a:pt x="699833" y="238188"/>
                    </a:lnTo>
                    <a:lnTo>
                      <a:pt x="702233" y="233845"/>
                    </a:lnTo>
                    <a:lnTo>
                      <a:pt x="651967" y="193548"/>
                    </a:lnTo>
                    <a:lnTo>
                      <a:pt x="609473" y="179641"/>
                    </a:lnTo>
                    <a:lnTo>
                      <a:pt x="565556" y="171196"/>
                    </a:lnTo>
                    <a:lnTo>
                      <a:pt x="520750" y="168338"/>
                    </a:lnTo>
                    <a:lnTo>
                      <a:pt x="477939" y="172034"/>
                    </a:lnTo>
                    <a:lnTo>
                      <a:pt x="437896" y="179311"/>
                    </a:lnTo>
                    <a:lnTo>
                      <a:pt x="400608" y="189941"/>
                    </a:lnTo>
                    <a:lnTo>
                      <a:pt x="334327" y="220268"/>
                    </a:lnTo>
                    <a:lnTo>
                      <a:pt x="279082" y="261099"/>
                    </a:lnTo>
                    <a:lnTo>
                      <a:pt x="234899" y="310540"/>
                    </a:lnTo>
                    <a:lnTo>
                      <a:pt x="201752" y="366661"/>
                    </a:lnTo>
                    <a:lnTo>
                      <a:pt x="179654" y="427570"/>
                    </a:lnTo>
                    <a:lnTo>
                      <a:pt x="168605" y="491337"/>
                    </a:lnTo>
                    <a:lnTo>
                      <a:pt x="167233" y="523697"/>
                    </a:lnTo>
                    <a:lnTo>
                      <a:pt x="168605" y="556056"/>
                    </a:lnTo>
                    <a:lnTo>
                      <a:pt x="179654" y="619836"/>
                    </a:lnTo>
                    <a:lnTo>
                      <a:pt x="201752" y="680732"/>
                    </a:lnTo>
                    <a:lnTo>
                      <a:pt x="234899" y="736854"/>
                    </a:lnTo>
                    <a:lnTo>
                      <a:pt x="279082" y="786295"/>
                    </a:lnTo>
                    <a:lnTo>
                      <a:pt x="334327" y="827125"/>
                    </a:lnTo>
                    <a:lnTo>
                      <a:pt x="400608" y="857453"/>
                    </a:lnTo>
                    <a:lnTo>
                      <a:pt x="437896" y="868083"/>
                    </a:lnTo>
                    <a:lnTo>
                      <a:pt x="477939" y="875360"/>
                    </a:lnTo>
                    <a:lnTo>
                      <a:pt x="520750" y="879055"/>
                    </a:lnTo>
                    <a:lnTo>
                      <a:pt x="567397" y="876007"/>
                    </a:lnTo>
                    <a:lnTo>
                      <a:pt x="612660" y="867016"/>
                    </a:lnTo>
                    <a:lnTo>
                      <a:pt x="656031" y="852373"/>
                    </a:lnTo>
                    <a:lnTo>
                      <a:pt x="697014" y="832345"/>
                    </a:lnTo>
                    <a:lnTo>
                      <a:pt x="735088" y="807250"/>
                    </a:lnTo>
                    <a:lnTo>
                      <a:pt x="769772" y="777354"/>
                    </a:lnTo>
                    <a:lnTo>
                      <a:pt x="800531" y="742950"/>
                    </a:lnTo>
                    <a:lnTo>
                      <a:pt x="826871" y="704342"/>
                    </a:lnTo>
                    <a:lnTo>
                      <a:pt x="847915" y="662597"/>
                    </a:lnTo>
                    <a:lnTo>
                      <a:pt x="863142" y="619036"/>
                    </a:lnTo>
                    <a:lnTo>
                      <a:pt x="872540" y="574230"/>
                    </a:lnTo>
                    <a:lnTo>
                      <a:pt x="876084" y="528764"/>
                    </a:lnTo>
                    <a:close/>
                  </a:path>
                  <a:path w="1044575" h="1047750">
                    <a:moveTo>
                      <a:pt x="1016762" y="153758"/>
                    </a:moveTo>
                    <a:lnTo>
                      <a:pt x="1011732" y="140144"/>
                    </a:lnTo>
                    <a:lnTo>
                      <a:pt x="1005522" y="135394"/>
                    </a:lnTo>
                    <a:lnTo>
                      <a:pt x="998296" y="134734"/>
                    </a:lnTo>
                    <a:lnTo>
                      <a:pt x="954887" y="131419"/>
                    </a:lnTo>
                    <a:lnTo>
                      <a:pt x="954887" y="168922"/>
                    </a:lnTo>
                    <a:lnTo>
                      <a:pt x="853605" y="270192"/>
                    </a:lnTo>
                    <a:lnTo>
                      <a:pt x="779894" y="264553"/>
                    </a:lnTo>
                    <a:lnTo>
                      <a:pt x="774255" y="190842"/>
                    </a:lnTo>
                    <a:lnTo>
                      <a:pt x="875525" y="89560"/>
                    </a:lnTo>
                    <a:lnTo>
                      <a:pt x="878890" y="137655"/>
                    </a:lnTo>
                    <a:lnTo>
                      <a:pt x="885520" y="159067"/>
                    </a:lnTo>
                    <a:lnTo>
                      <a:pt x="906995" y="165582"/>
                    </a:lnTo>
                    <a:lnTo>
                      <a:pt x="954887" y="168922"/>
                    </a:lnTo>
                    <a:lnTo>
                      <a:pt x="954887" y="131419"/>
                    </a:lnTo>
                    <a:lnTo>
                      <a:pt x="916012" y="128435"/>
                    </a:lnTo>
                    <a:lnTo>
                      <a:pt x="913028" y="89560"/>
                    </a:lnTo>
                    <a:lnTo>
                      <a:pt x="909713" y="46151"/>
                    </a:lnTo>
                    <a:lnTo>
                      <a:pt x="909053" y="38925"/>
                    </a:lnTo>
                    <a:lnTo>
                      <a:pt x="904303" y="32727"/>
                    </a:lnTo>
                    <a:lnTo>
                      <a:pt x="890689" y="27686"/>
                    </a:lnTo>
                    <a:lnTo>
                      <a:pt x="883043" y="29298"/>
                    </a:lnTo>
                    <a:lnTo>
                      <a:pt x="877836" y="34353"/>
                    </a:lnTo>
                    <a:lnTo>
                      <a:pt x="737857" y="174332"/>
                    </a:lnTo>
                    <a:lnTo>
                      <a:pt x="735876" y="179692"/>
                    </a:lnTo>
                    <a:lnTo>
                      <a:pt x="743165" y="274840"/>
                    </a:lnTo>
                    <a:lnTo>
                      <a:pt x="507542" y="510463"/>
                    </a:lnTo>
                    <a:lnTo>
                      <a:pt x="503593" y="516648"/>
                    </a:lnTo>
                    <a:lnTo>
                      <a:pt x="502323" y="523608"/>
                    </a:lnTo>
                    <a:lnTo>
                      <a:pt x="503732" y="530555"/>
                    </a:lnTo>
                    <a:lnTo>
                      <a:pt x="507809" y="536638"/>
                    </a:lnTo>
                    <a:lnTo>
                      <a:pt x="513892" y="540715"/>
                    </a:lnTo>
                    <a:lnTo>
                      <a:pt x="520839" y="542124"/>
                    </a:lnTo>
                    <a:lnTo>
                      <a:pt x="527799" y="540854"/>
                    </a:lnTo>
                    <a:lnTo>
                      <a:pt x="533984" y="536905"/>
                    </a:lnTo>
                    <a:lnTo>
                      <a:pt x="769607" y="301282"/>
                    </a:lnTo>
                    <a:lnTo>
                      <a:pt x="864755" y="308571"/>
                    </a:lnTo>
                    <a:lnTo>
                      <a:pt x="870115" y="306590"/>
                    </a:lnTo>
                    <a:lnTo>
                      <a:pt x="875423" y="301282"/>
                    </a:lnTo>
                    <a:lnTo>
                      <a:pt x="906513" y="270192"/>
                    </a:lnTo>
                    <a:lnTo>
                      <a:pt x="1010094" y="166611"/>
                    </a:lnTo>
                    <a:lnTo>
                      <a:pt x="1015149" y="161404"/>
                    </a:lnTo>
                    <a:lnTo>
                      <a:pt x="1016762" y="153758"/>
                    </a:lnTo>
                    <a:close/>
                  </a:path>
                  <a:path w="1044575" h="1047750">
                    <a:moveTo>
                      <a:pt x="1044371" y="514718"/>
                    </a:moveTo>
                    <a:lnTo>
                      <a:pt x="1041298" y="466356"/>
                    </a:lnTo>
                    <a:lnTo>
                      <a:pt x="1033754" y="418350"/>
                    </a:lnTo>
                    <a:lnTo>
                      <a:pt x="1021702" y="371017"/>
                    </a:lnTo>
                    <a:lnTo>
                      <a:pt x="1005154" y="324662"/>
                    </a:lnTo>
                    <a:lnTo>
                      <a:pt x="984097" y="279628"/>
                    </a:lnTo>
                    <a:lnTo>
                      <a:pt x="965962" y="269887"/>
                    </a:lnTo>
                    <a:lnTo>
                      <a:pt x="958875" y="271995"/>
                    </a:lnTo>
                    <a:lnTo>
                      <a:pt x="953160" y="276694"/>
                    </a:lnTo>
                    <a:lnTo>
                      <a:pt x="949782" y="282981"/>
                    </a:lnTo>
                    <a:lnTo>
                      <a:pt x="948994" y="290080"/>
                    </a:lnTo>
                    <a:lnTo>
                      <a:pt x="951052" y="297167"/>
                    </a:lnTo>
                    <a:lnTo>
                      <a:pt x="971016" y="339966"/>
                    </a:lnTo>
                    <a:lnTo>
                      <a:pt x="986688" y="384340"/>
                    </a:lnTo>
                    <a:lnTo>
                      <a:pt x="997966" y="429971"/>
                    </a:lnTo>
                    <a:lnTo>
                      <a:pt x="1004773" y="476529"/>
                    </a:lnTo>
                    <a:lnTo>
                      <a:pt x="1007033" y="523684"/>
                    </a:lnTo>
                    <a:lnTo>
                      <a:pt x="1003858" y="566674"/>
                    </a:lnTo>
                    <a:lnTo>
                      <a:pt x="998042" y="607644"/>
                    </a:lnTo>
                    <a:lnTo>
                      <a:pt x="989698" y="646633"/>
                    </a:lnTo>
                    <a:lnTo>
                      <a:pt x="978979" y="683615"/>
                    </a:lnTo>
                    <a:lnTo>
                      <a:pt x="950861" y="751586"/>
                    </a:lnTo>
                    <a:lnTo>
                      <a:pt x="914704" y="811555"/>
                    </a:lnTo>
                    <a:lnTo>
                      <a:pt x="871512" y="863536"/>
                    </a:lnTo>
                    <a:lnTo>
                      <a:pt x="822274" y="907516"/>
                    </a:lnTo>
                    <a:lnTo>
                      <a:pt x="768007" y="943495"/>
                    </a:lnTo>
                    <a:lnTo>
                      <a:pt x="709714" y="971486"/>
                    </a:lnTo>
                    <a:lnTo>
                      <a:pt x="648398" y="991476"/>
                    </a:lnTo>
                    <a:lnTo>
                      <a:pt x="585076" y="1003465"/>
                    </a:lnTo>
                    <a:lnTo>
                      <a:pt x="520750" y="1007465"/>
                    </a:lnTo>
                    <a:lnTo>
                      <a:pt x="488530" y="1006462"/>
                    </a:lnTo>
                    <a:lnTo>
                      <a:pt x="424573" y="998474"/>
                    </a:lnTo>
                    <a:lnTo>
                      <a:pt x="362140" y="982472"/>
                    </a:lnTo>
                    <a:lnTo>
                      <a:pt x="302209" y="958481"/>
                    </a:lnTo>
                    <a:lnTo>
                      <a:pt x="245808" y="926503"/>
                    </a:lnTo>
                    <a:lnTo>
                      <a:pt x="193929" y="886523"/>
                    </a:lnTo>
                    <a:lnTo>
                      <a:pt x="147586" y="838542"/>
                    </a:lnTo>
                    <a:lnTo>
                      <a:pt x="107772" y="782574"/>
                    </a:lnTo>
                    <a:lnTo>
                      <a:pt x="75514" y="718604"/>
                    </a:lnTo>
                    <a:lnTo>
                      <a:pt x="51803" y="646633"/>
                    </a:lnTo>
                    <a:lnTo>
                      <a:pt x="43472" y="607644"/>
                    </a:lnTo>
                    <a:lnTo>
                      <a:pt x="37655" y="566674"/>
                    </a:lnTo>
                    <a:lnTo>
                      <a:pt x="34467" y="523684"/>
                    </a:lnTo>
                    <a:lnTo>
                      <a:pt x="36144" y="477354"/>
                    </a:lnTo>
                    <a:lnTo>
                      <a:pt x="42176" y="432498"/>
                    </a:lnTo>
                    <a:lnTo>
                      <a:pt x="52311" y="389293"/>
                    </a:lnTo>
                    <a:lnTo>
                      <a:pt x="66332" y="347878"/>
                    </a:lnTo>
                    <a:lnTo>
                      <a:pt x="83985" y="308381"/>
                    </a:lnTo>
                    <a:lnTo>
                      <a:pt x="105029" y="270967"/>
                    </a:lnTo>
                    <a:lnTo>
                      <a:pt x="129222" y="235775"/>
                    </a:lnTo>
                    <a:lnTo>
                      <a:pt x="156324" y="202946"/>
                    </a:lnTo>
                    <a:lnTo>
                      <a:pt x="186080" y="172631"/>
                    </a:lnTo>
                    <a:lnTo>
                      <a:pt x="218274" y="144970"/>
                    </a:lnTo>
                    <a:lnTo>
                      <a:pt x="252641" y="120116"/>
                    </a:lnTo>
                    <a:lnTo>
                      <a:pt x="288950" y="98209"/>
                    </a:lnTo>
                    <a:lnTo>
                      <a:pt x="326961" y="79400"/>
                    </a:lnTo>
                    <a:lnTo>
                      <a:pt x="366433" y="63817"/>
                    </a:lnTo>
                    <a:lnTo>
                      <a:pt x="407111" y="51638"/>
                    </a:lnTo>
                    <a:lnTo>
                      <a:pt x="448767" y="42976"/>
                    </a:lnTo>
                    <a:lnTo>
                      <a:pt x="491147" y="37985"/>
                    </a:lnTo>
                    <a:lnTo>
                      <a:pt x="534022" y="36817"/>
                    </a:lnTo>
                    <a:lnTo>
                      <a:pt x="577151" y="39624"/>
                    </a:lnTo>
                    <a:lnTo>
                      <a:pt x="620280" y="46532"/>
                    </a:lnTo>
                    <a:lnTo>
                      <a:pt x="663168" y="57708"/>
                    </a:lnTo>
                    <a:lnTo>
                      <a:pt x="705586" y="73279"/>
                    </a:lnTo>
                    <a:lnTo>
                      <a:pt x="747280" y="93395"/>
                    </a:lnTo>
                    <a:lnTo>
                      <a:pt x="754405" y="95516"/>
                    </a:lnTo>
                    <a:lnTo>
                      <a:pt x="718705" y="38823"/>
                    </a:lnTo>
                    <a:lnTo>
                      <a:pt x="670902" y="21945"/>
                    </a:lnTo>
                    <a:lnTo>
                      <a:pt x="621741" y="9791"/>
                    </a:lnTo>
                    <a:lnTo>
                      <a:pt x="571576" y="2451"/>
                    </a:lnTo>
                    <a:lnTo>
                      <a:pt x="520750" y="0"/>
                    </a:lnTo>
                    <a:lnTo>
                      <a:pt x="477354" y="3124"/>
                    </a:lnTo>
                    <a:lnTo>
                      <a:pt x="435851" y="8737"/>
                    </a:lnTo>
                    <a:lnTo>
                      <a:pt x="396227" y="16751"/>
                    </a:lnTo>
                    <a:lnTo>
                      <a:pt x="358495" y="27038"/>
                    </a:lnTo>
                    <a:lnTo>
                      <a:pt x="288683" y="54000"/>
                    </a:lnTo>
                    <a:lnTo>
                      <a:pt x="226415" y="88734"/>
                    </a:lnTo>
                    <a:lnTo>
                      <a:pt x="171704" y="130352"/>
                    </a:lnTo>
                    <a:lnTo>
                      <a:pt x="124536" y="177977"/>
                    </a:lnTo>
                    <a:lnTo>
                      <a:pt x="84912" y="230720"/>
                    </a:lnTo>
                    <a:lnTo>
                      <a:pt x="52832" y="287680"/>
                    </a:lnTo>
                    <a:lnTo>
                      <a:pt x="28308" y="347967"/>
                    </a:lnTo>
                    <a:lnTo>
                      <a:pt x="11328" y="410705"/>
                    </a:lnTo>
                    <a:lnTo>
                      <a:pt x="1892" y="474992"/>
                    </a:lnTo>
                    <a:lnTo>
                      <a:pt x="0" y="507441"/>
                    </a:lnTo>
                    <a:lnTo>
                      <a:pt x="0" y="539953"/>
                    </a:lnTo>
                    <a:lnTo>
                      <a:pt x="5664" y="604685"/>
                    </a:lnTo>
                    <a:lnTo>
                      <a:pt x="18872" y="668312"/>
                    </a:lnTo>
                    <a:lnTo>
                      <a:pt x="39624" y="729932"/>
                    </a:lnTo>
                    <a:lnTo>
                      <a:pt x="67932" y="788670"/>
                    </a:lnTo>
                    <a:lnTo>
                      <a:pt x="103784" y="843635"/>
                    </a:lnTo>
                    <a:lnTo>
                      <a:pt x="147180" y="893927"/>
                    </a:lnTo>
                    <a:lnTo>
                      <a:pt x="198120" y="938657"/>
                    </a:lnTo>
                    <a:lnTo>
                      <a:pt x="256603" y="976947"/>
                    </a:lnTo>
                    <a:lnTo>
                      <a:pt x="322643" y="1007910"/>
                    </a:lnTo>
                    <a:lnTo>
                      <a:pt x="396227" y="1030643"/>
                    </a:lnTo>
                    <a:lnTo>
                      <a:pt x="435851" y="1038644"/>
                    </a:lnTo>
                    <a:lnTo>
                      <a:pt x="477354" y="1044270"/>
                    </a:lnTo>
                    <a:lnTo>
                      <a:pt x="520750" y="1047381"/>
                    </a:lnTo>
                    <a:lnTo>
                      <a:pt x="570407" y="1045032"/>
                    </a:lnTo>
                    <a:lnTo>
                      <a:pt x="619137" y="1038072"/>
                    </a:lnTo>
                    <a:lnTo>
                      <a:pt x="666623" y="1026668"/>
                    </a:lnTo>
                    <a:lnTo>
                      <a:pt x="712622" y="1010983"/>
                    </a:lnTo>
                    <a:lnTo>
                      <a:pt x="756843" y="991158"/>
                    </a:lnTo>
                    <a:lnTo>
                      <a:pt x="798995" y="967359"/>
                    </a:lnTo>
                    <a:lnTo>
                      <a:pt x="838809" y="939749"/>
                    </a:lnTo>
                    <a:lnTo>
                      <a:pt x="876007" y="908481"/>
                    </a:lnTo>
                    <a:lnTo>
                      <a:pt x="910310" y="873709"/>
                    </a:lnTo>
                    <a:lnTo>
                      <a:pt x="941438" y="835583"/>
                    </a:lnTo>
                    <a:lnTo>
                      <a:pt x="969111" y="794283"/>
                    </a:lnTo>
                    <a:lnTo>
                      <a:pt x="992759" y="750557"/>
                    </a:lnTo>
                    <a:lnTo>
                      <a:pt x="1011974" y="705243"/>
                    </a:lnTo>
                    <a:lnTo>
                      <a:pt x="1026756" y="658685"/>
                    </a:lnTo>
                    <a:lnTo>
                      <a:pt x="1037082" y="611200"/>
                    </a:lnTo>
                    <a:lnTo>
                      <a:pt x="1042962" y="563105"/>
                    </a:lnTo>
                    <a:lnTo>
                      <a:pt x="1044371" y="514718"/>
                    </a:lnTo>
                    <a:close/>
                  </a:path>
                </a:pathLst>
              </a:custGeom>
              <a:solidFill>
                <a:srgbClr val="134578"/>
              </a:solidFill>
            </p:spPr>
            <p:txBody>
              <a:bodyPr wrap="square" lIns="0" tIns="0" rIns="0" bIns="0" rtlCol="0"/>
              <a:lstStyle/>
              <a:p>
                <a:endParaRPr sz="1200"/>
              </a:p>
            </p:txBody>
          </p:sp>
        </p:grpSp>
        <p:sp>
          <p:nvSpPr>
            <p:cNvPr id="28" name="Title 1">
              <a:extLst>
                <a:ext uri="{FF2B5EF4-FFF2-40B4-BE49-F238E27FC236}">
                  <a16:creationId xmlns:a16="http://schemas.microsoft.com/office/drawing/2014/main" id="{8FFA0518-3EA2-59FA-C5F2-D0020CF0785C}"/>
                </a:ext>
              </a:extLst>
            </p:cNvPr>
            <p:cNvSpPr txBox="1">
              <a:spLocks/>
            </p:cNvSpPr>
            <p:nvPr/>
          </p:nvSpPr>
          <p:spPr>
            <a:xfrm>
              <a:off x="257175" y="898574"/>
              <a:ext cx="2053232" cy="78898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Achievements</a:t>
              </a:r>
            </a:p>
          </p:txBody>
        </p:sp>
      </p:grpSp>
      <p:grpSp>
        <p:nvGrpSpPr>
          <p:cNvPr id="33" name="Group 32">
            <a:extLst>
              <a:ext uri="{FF2B5EF4-FFF2-40B4-BE49-F238E27FC236}">
                <a16:creationId xmlns:a16="http://schemas.microsoft.com/office/drawing/2014/main" id="{E3FFD143-3989-1628-F261-C0986EA8E312}"/>
              </a:ext>
            </a:extLst>
          </p:cNvPr>
          <p:cNvGrpSpPr/>
          <p:nvPr/>
        </p:nvGrpSpPr>
        <p:grpSpPr>
          <a:xfrm>
            <a:off x="-1" y="3485463"/>
            <a:ext cx="4081780" cy="992717"/>
            <a:chOff x="0" y="2966328"/>
            <a:chExt cx="3061335" cy="744538"/>
          </a:xfrm>
        </p:grpSpPr>
        <p:sp>
          <p:nvSpPr>
            <p:cNvPr id="16" name="object 16"/>
            <p:cNvSpPr/>
            <p:nvPr/>
          </p:nvSpPr>
          <p:spPr>
            <a:xfrm>
              <a:off x="0" y="2966328"/>
              <a:ext cx="3061335" cy="744538"/>
            </a:xfrm>
            <a:custGeom>
              <a:avLst/>
              <a:gdLst/>
              <a:ahLst/>
              <a:cxnLst/>
              <a:rect l="l" t="t" r="r" b="b"/>
              <a:pathLst>
                <a:path w="6122670" h="1489075">
                  <a:moveTo>
                    <a:pt x="5387256" y="56"/>
                  </a:moveTo>
                  <a:lnTo>
                    <a:pt x="0" y="0"/>
                  </a:lnTo>
                  <a:lnTo>
                    <a:pt x="0" y="1488909"/>
                  </a:lnTo>
                  <a:lnTo>
                    <a:pt x="5378114" y="1488909"/>
                  </a:lnTo>
                  <a:lnTo>
                    <a:pt x="5405525" y="1488411"/>
                  </a:lnTo>
                  <a:lnTo>
                    <a:pt x="5460176" y="1484365"/>
                  </a:lnTo>
                  <a:lnTo>
                    <a:pt x="5514379" y="1476336"/>
                  </a:lnTo>
                  <a:lnTo>
                    <a:pt x="5567857" y="1464321"/>
                  </a:lnTo>
                  <a:lnTo>
                    <a:pt x="5620299" y="1448410"/>
                  </a:lnTo>
                  <a:lnTo>
                    <a:pt x="5671431" y="1428694"/>
                  </a:lnTo>
                  <a:lnTo>
                    <a:pt x="5720969" y="1405257"/>
                  </a:lnTo>
                  <a:lnTo>
                    <a:pt x="5768650" y="1378248"/>
                  </a:lnTo>
                  <a:lnTo>
                    <a:pt x="5814222" y="1347803"/>
                  </a:lnTo>
                  <a:lnTo>
                    <a:pt x="5857424" y="1314087"/>
                  </a:lnTo>
                  <a:lnTo>
                    <a:pt x="5898026" y="1277283"/>
                  </a:lnTo>
                  <a:lnTo>
                    <a:pt x="5935819" y="1237588"/>
                  </a:lnTo>
                  <a:lnTo>
                    <a:pt x="5970584" y="1195228"/>
                  </a:lnTo>
                  <a:lnTo>
                    <a:pt x="6002141" y="1150425"/>
                  </a:lnTo>
                  <a:lnTo>
                    <a:pt x="6030311" y="1103417"/>
                  </a:lnTo>
                  <a:lnTo>
                    <a:pt x="6054953" y="1054466"/>
                  </a:lnTo>
                  <a:lnTo>
                    <a:pt x="6075923" y="1003837"/>
                  </a:lnTo>
                  <a:lnTo>
                    <a:pt x="6093116" y="951793"/>
                  </a:lnTo>
                  <a:lnTo>
                    <a:pt x="6106427" y="898636"/>
                  </a:lnTo>
                  <a:lnTo>
                    <a:pt x="6115799" y="844642"/>
                  </a:lnTo>
                  <a:lnTo>
                    <a:pt x="6121171" y="790106"/>
                  </a:lnTo>
                  <a:lnTo>
                    <a:pt x="6122519" y="735314"/>
                  </a:lnTo>
                  <a:lnTo>
                    <a:pt x="6121674" y="707923"/>
                  </a:lnTo>
                  <a:lnTo>
                    <a:pt x="6116976" y="653322"/>
                  </a:lnTo>
                  <a:lnTo>
                    <a:pt x="6108263" y="599211"/>
                  </a:lnTo>
                  <a:lnTo>
                    <a:pt x="6095605" y="545896"/>
                  </a:lnTo>
                  <a:lnTo>
                    <a:pt x="6079053" y="493649"/>
                  </a:lnTo>
                  <a:lnTo>
                    <a:pt x="6058702" y="442771"/>
                  </a:lnTo>
                  <a:lnTo>
                    <a:pt x="6034666" y="393522"/>
                  </a:lnTo>
                  <a:lnTo>
                    <a:pt x="6007075" y="346173"/>
                  </a:lnTo>
                  <a:lnTo>
                    <a:pt x="5976068" y="300977"/>
                  </a:lnTo>
                  <a:lnTo>
                    <a:pt x="5941829" y="258200"/>
                  </a:lnTo>
                  <a:lnTo>
                    <a:pt x="5904529" y="218046"/>
                  </a:lnTo>
                  <a:lnTo>
                    <a:pt x="5864375" y="180746"/>
                  </a:lnTo>
                  <a:lnTo>
                    <a:pt x="5821598" y="146507"/>
                  </a:lnTo>
                  <a:lnTo>
                    <a:pt x="5776397" y="115500"/>
                  </a:lnTo>
                  <a:lnTo>
                    <a:pt x="5729053" y="87909"/>
                  </a:lnTo>
                  <a:lnTo>
                    <a:pt x="5679804" y="63866"/>
                  </a:lnTo>
                  <a:lnTo>
                    <a:pt x="5628927" y="43522"/>
                  </a:lnTo>
                  <a:lnTo>
                    <a:pt x="5576672" y="26970"/>
                  </a:lnTo>
                  <a:lnTo>
                    <a:pt x="5523351" y="14300"/>
                  </a:lnTo>
                  <a:lnTo>
                    <a:pt x="5469246" y="5597"/>
                  </a:lnTo>
                  <a:lnTo>
                    <a:pt x="5414652" y="901"/>
                  </a:lnTo>
                  <a:lnTo>
                    <a:pt x="5387256" y="56"/>
                  </a:lnTo>
                  <a:close/>
                </a:path>
              </a:pathLst>
            </a:custGeom>
            <a:solidFill>
              <a:srgbClr val="CA4644"/>
            </a:solidFill>
          </p:spPr>
          <p:txBody>
            <a:bodyPr wrap="square" lIns="0" tIns="0" rIns="0" bIns="0" rtlCol="0"/>
            <a:lstStyle/>
            <a:p>
              <a:endParaRPr sz="1200"/>
            </a:p>
          </p:txBody>
        </p:sp>
        <p:grpSp>
          <p:nvGrpSpPr>
            <p:cNvPr id="20" name="object 20"/>
            <p:cNvGrpSpPr/>
            <p:nvPr/>
          </p:nvGrpSpPr>
          <p:grpSpPr>
            <a:xfrm>
              <a:off x="2310406" y="3006474"/>
              <a:ext cx="664210" cy="664210"/>
              <a:chOff x="4620812" y="6557291"/>
              <a:chExt cx="1328420" cy="1328420"/>
            </a:xfrm>
          </p:grpSpPr>
          <p:sp>
            <p:nvSpPr>
              <p:cNvPr id="21" name="object 21"/>
              <p:cNvSpPr/>
              <p:nvPr/>
            </p:nvSpPr>
            <p:spPr>
              <a:xfrm>
                <a:off x="4620812" y="6557291"/>
                <a:ext cx="1328420" cy="1328420"/>
              </a:xfrm>
              <a:custGeom>
                <a:avLst/>
                <a:gdLst/>
                <a:ahLst/>
                <a:cxnLst/>
                <a:rect l="l" t="t" r="r" b="b"/>
                <a:pathLst>
                  <a:path w="1328420" h="1328420">
                    <a:moveTo>
                      <a:pt x="664159" y="0"/>
                    </a:moveTo>
                    <a:lnTo>
                      <a:pt x="616728" y="1667"/>
                    </a:lnTo>
                    <a:lnTo>
                      <a:pt x="570197" y="6595"/>
                    </a:lnTo>
                    <a:lnTo>
                      <a:pt x="524678" y="14671"/>
                    </a:lnTo>
                    <a:lnTo>
                      <a:pt x="480284" y="25782"/>
                    </a:lnTo>
                    <a:lnTo>
                      <a:pt x="437127" y="39816"/>
                    </a:lnTo>
                    <a:lnTo>
                      <a:pt x="395320" y="56662"/>
                    </a:lnTo>
                    <a:lnTo>
                      <a:pt x="354975" y="76205"/>
                    </a:lnTo>
                    <a:lnTo>
                      <a:pt x="316205" y="98334"/>
                    </a:lnTo>
                    <a:lnTo>
                      <a:pt x="279121" y="122937"/>
                    </a:lnTo>
                    <a:lnTo>
                      <a:pt x="243836" y="149901"/>
                    </a:lnTo>
                    <a:lnTo>
                      <a:pt x="210463" y="179114"/>
                    </a:lnTo>
                    <a:lnTo>
                      <a:pt x="179114" y="210463"/>
                    </a:lnTo>
                    <a:lnTo>
                      <a:pt x="149901" y="243836"/>
                    </a:lnTo>
                    <a:lnTo>
                      <a:pt x="122937" y="279121"/>
                    </a:lnTo>
                    <a:lnTo>
                      <a:pt x="98334" y="316205"/>
                    </a:lnTo>
                    <a:lnTo>
                      <a:pt x="76205" y="354975"/>
                    </a:lnTo>
                    <a:lnTo>
                      <a:pt x="56662" y="395320"/>
                    </a:lnTo>
                    <a:lnTo>
                      <a:pt x="39816" y="437127"/>
                    </a:lnTo>
                    <a:lnTo>
                      <a:pt x="25782" y="480284"/>
                    </a:lnTo>
                    <a:lnTo>
                      <a:pt x="14671" y="524678"/>
                    </a:lnTo>
                    <a:lnTo>
                      <a:pt x="6595" y="570197"/>
                    </a:lnTo>
                    <a:lnTo>
                      <a:pt x="1667" y="616728"/>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8"/>
                    </a:lnTo>
                    <a:lnTo>
                      <a:pt x="1321735" y="570197"/>
                    </a:lnTo>
                    <a:lnTo>
                      <a:pt x="1313659" y="524678"/>
                    </a:lnTo>
                    <a:lnTo>
                      <a:pt x="1302548" y="480284"/>
                    </a:lnTo>
                    <a:lnTo>
                      <a:pt x="1288514" y="437127"/>
                    </a:lnTo>
                    <a:lnTo>
                      <a:pt x="1271668" y="395320"/>
                    </a:lnTo>
                    <a:lnTo>
                      <a:pt x="1252125" y="354975"/>
                    </a:lnTo>
                    <a:lnTo>
                      <a:pt x="1229995" y="316205"/>
                    </a:lnTo>
                    <a:lnTo>
                      <a:pt x="1205392" y="279121"/>
                    </a:lnTo>
                    <a:lnTo>
                      <a:pt x="1178428" y="243836"/>
                    </a:lnTo>
                    <a:lnTo>
                      <a:pt x="1149215" y="210463"/>
                    </a:lnTo>
                    <a:lnTo>
                      <a:pt x="1117865" y="179114"/>
                    </a:lnTo>
                    <a:lnTo>
                      <a:pt x="1084492" y="149901"/>
                    </a:lnTo>
                    <a:lnTo>
                      <a:pt x="1049206" y="122937"/>
                    </a:lnTo>
                    <a:lnTo>
                      <a:pt x="1012122" y="98334"/>
                    </a:lnTo>
                    <a:lnTo>
                      <a:pt x="973350" y="76205"/>
                    </a:lnTo>
                    <a:lnTo>
                      <a:pt x="933005" y="56662"/>
                    </a:lnTo>
                    <a:lnTo>
                      <a:pt x="891197" y="39816"/>
                    </a:lnTo>
                    <a:lnTo>
                      <a:pt x="848039" y="25782"/>
                    </a:lnTo>
                    <a:lnTo>
                      <a:pt x="803644" y="14671"/>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22" name="object 22"/>
              <p:cNvSpPr/>
              <p:nvPr/>
            </p:nvSpPr>
            <p:spPr>
              <a:xfrm>
                <a:off x="4838181" y="6749465"/>
                <a:ext cx="894080" cy="944244"/>
              </a:xfrm>
              <a:custGeom>
                <a:avLst/>
                <a:gdLst/>
                <a:ahLst/>
                <a:cxnLst/>
                <a:rect l="l" t="t" r="r" b="b"/>
                <a:pathLst>
                  <a:path w="894079" h="944245">
                    <a:moveTo>
                      <a:pt x="244957" y="530733"/>
                    </a:moveTo>
                    <a:lnTo>
                      <a:pt x="234162" y="532053"/>
                    </a:lnTo>
                    <a:lnTo>
                      <a:pt x="229463" y="535139"/>
                    </a:lnTo>
                    <a:lnTo>
                      <a:pt x="3171" y="917511"/>
                    </a:lnTo>
                    <a:lnTo>
                      <a:pt x="0" y="922947"/>
                    </a:lnTo>
                    <a:lnTo>
                      <a:pt x="36" y="929690"/>
                    </a:lnTo>
                    <a:lnTo>
                      <a:pt x="3119" y="935126"/>
                    </a:lnTo>
                    <a:lnTo>
                      <a:pt x="6289" y="940562"/>
                    </a:lnTo>
                    <a:lnTo>
                      <a:pt x="12039" y="943940"/>
                    </a:lnTo>
                    <a:lnTo>
                      <a:pt x="881456" y="943940"/>
                    </a:lnTo>
                    <a:lnTo>
                      <a:pt x="887260" y="940562"/>
                    </a:lnTo>
                    <a:lnTo>
                      <a:pt x="890422" y="935126"/>
                    </a:lnTo>
                    <a:lnTo>
                      <a:pt x="893495" y="929690"/>
                    </a:lnTo>
                    <a:lnTo>
                      <a:pt x="893432" y="922947"/>
                    </a:lnTo>
                    <a:lnTo>
                      <a:pt x="890269" y="917511"/>
                    </a:lnTo>
                    <a:lnTo>
                      <a:pt x="885190" y="908850"/>
                    </a:lnTo>
                    <a:lnTo>
                      <a:pt x="49174" y="908850"/>
                    </a:lnTo>
                    <a:lnTo>
                      <a:pt x="245389" y="577278"/>
                    </a:lnTo>
                    <a:lnTo>
                      <a:pt x="323584" y="577278"/>
                    </a:lnTo>
                    <a:lnTo>
                      <a:pt x="328110" y="569569"/>
                    </a:lnTo>
                    <a:lnTo>
                      <a:pt x="287388" y="569569"/>
                    </a:lnTo>
                    <a:lnTo>
                      <a:pt x="250380" y="532574"/>
                    </a:lnTo>
                    <a:lnTo>
                      <a:pt x="244957" y="530733"/>
                    </a:lnTo>
                    <a:close/>
                  </a:path>
                  <a:path w="894079" h="944245">
                    <a:moveTo>
                      <a:pt x="653262" y="513410"/>
                    </a:moveTo>
                    <a:lnTo>
                      <a:pt x="612724" y="513410"/>
                    </a:lnTo>
                    <a:lnTo>
                      <a:pt x="844613" y="908850"/>
                    </a:lnTo>
                    <a:lnTo>
                      <a:pt x="885190" y="908850"/>
                    </a:lnTo>
                    <a:lnTo>
                      <a:pt x="653262" y="513410"/>
                    </a:lnTo>
                    <a:close/>
                  </a:path>
                  <a:path w="894079" h="944245">
                    <a:moveTo>
                      <a:pt x="323584" y="577278"/>
                    </a:moveTo>
                    <a:lnTo>
                      <a:pt x="245389" y="577278"/>
                    </a:lnTo>
                    <a:lnTo>
                      <a:pt x="269036" y="600913"/>
                    </a:lnTo>
                    <a:lnTo>
                      <a:pt x="234822" y="659193"/>
                    </a:lnTo>
                    <a:lnTo>
                      <a:pt x="232473" y="663232"/>
                    </a:lnTo>
                    <a:lnTo>
                      <a:pt x="231813" y="668007"/>
                    </a:lnTo>
                    <a:lnTo>
                      <a:pt x="232994" y="672477"/>
                    </a:lnTo>
                    <a:lnTo>
                      <a:pt x="234162" y="677037"/>
                    </a:lnTo>
                    <a:lnTo>
                      <a:pt x="237032" y="680847"/>
                    </a:lnTo>
                    <a:lnTo>
                      <a:pt x="241058" y="683196"/>
                    </a:lnTo>
                    <a:lnTo>
                      <a:pt x="247659" y="685461"/>
                    </a:lnTo>
                    <a:lnTo>
                      <a:pt x="254384" y="685031"/>
                    </a:lnTo>
                    <a:lnTo>
                      <a:pt x="260446" y="682124"/>
                    </a:lnTo>
                    <a:lnTo>
                      <a:pt x="264993" y="677037"/>
                    </a:lnTo>
                    <a:lnTo>
                      <a:pt x="267693" y="672477"/>
                    </a:lnTo>
                    <a:lnTo>
                      <a:pt x="323584" y="577278"/>
                    </a:lnTo>
                    <a:close/>
                  </a:path>
                  <a:path w="894079" h="944245">
                    <a:moveTo>
                      <a:pt x="495198" y="0"/>
                    </a:moveTo>
                    <a:lnTo>
                      <a:pt x="277037" y="0"/>
                    </a:lnTo>
                    <a:lnTo>
                      <a:pt x="270725" y="4114"/>
                    </a:lnTo>
                    <a:lnTo>
                      <a:pt x="265137" y="16891"/>
                    </a:lnTo>
                    <a:lnTo>
                      <a:pt x="266318" y="24307"/>
                    </a:lnTo>
                    <a:lnTo>
                      <a:pt x="298030" y="59029"/>
                    </a:lnTo>
                    <a:lnTo>
                      <a:pt x="265658" y="109093"/>
                    </a:lnTo>
                    <a:lnTo>
                      <a:pt x="265429" y="115912"/>
                    </a:lnTo>
                    <a:lnTo>
                      <a:pt x="271602" y="127215"/>
                    </a:lnTo>
                    <a:lnTo>
                      <a:pt x="277469" y="130746"/>
                    </a:lnTo>
                    <a:lnTo>
                      <a:pt x="467893" y="130746"/>
                    </a:lnTo>
                    <a:lnTo>
                      <a:pt x="467893" y="261696"/>
                    </a:lnTo>
                    <a:lnTo>
                      <a:pt x="287388" y="569569"/>
                    </a:lnTo>
                    <a:lnTo>
                      <a:pt x="328110" y="569569"/>
                    </a:lnTo>
                    <a:lnTo>
                      <a:pt x="360133" y="515023"/>
                    </a:lnTo>
                    <a:lnTo>
                      <a:pt x="611040" y="515023"/>
                    </a:lnTo>
                    <a:lnTo>
                      <a:pt x="612724" y="513410"/>
                    </a:lnTo>
                    <a:lnTo>
                      <a:pt x="653262" y="513410"/>
                    </a:lnTo>
                    <a:lnTo>
                      <a:pt x="650164" y="508127"/>
                    </a:lnTo>
                    <a:lnTo>
                      <a:pt x="402120" y="508127"/>
                    </a:lnTo>
                    <a:lnTo>
                      <a:pt x="378548" y="483527"/>
                    </a:lnTo>
                    <a:lnTo>
                      <a:pt x="486752" y="298919"/>
                    </a:lnTo>
                    <a:lnTo>
                      <a:pt x="527463" y="298919"/>
                    </a:lnTo>
                    <a:lnTo>
                      <a:pt x="503046" y="257289"/>
                    </a:lnTo>
                    <a:lnTo>
                      <a:pt x="503046" y="95580"/>
                    </a:lnTo>
                    <a:lnTo>
                      <a:pt x="316229" y="95580"/>
                    </a:lnTo>
                    <a:lnTo>
                      <a:pt x="339280" y="59982"/>
                    </a:lnTo>
                    <a:lnTo>
                      <a:pt x="338543" y="51168"/>
                    </a:lnTo>
                    <a:lnTo>
                      <a:pt x="323862" y="35090"/>
                    </a:lnTo>
                    <a:lnTo>
                      <a:pt x="503046" y="35090"/>
                    </a:lnTo>
                    <a:lnTo>
                      <a:pt x="503046" y="7861"/>
                    </a:lnTo>
                    <a:lnTo>
                      <a:pt x="495198" y="0"/>
                    </a:lnTo>
                    <a:close/>
                  </a:path>
                  <a:path w="894079" h="944245">
                    <a:moveTo>
                      <a:pt x="611040" y="515023"/>
                    </a:moveTo>
                    <a:lnTo>
                      <a:pt x="360133" y="515023"/>
                    </a:lnTo>
                    <a:lnTo>
                      <a:pt x="391769" y="548055"/>
                    </a:lnTo>
                    <a:lnTo>
                      <a:pt x="396747" y="550189"/>
                    </a:lnTo>
                    <a:lnTo>
                      <a:pt x="405091" y="550189"/>
                    </a:lnTo>
                    <a:lnTo>
                      <a:pt x="409600" y="548500"/>
                    </a:lnTo>
                    <a:lnTo>
                      <a:pt x="446379" y="515899"/>
                    </a:lnTo>
                    <a:lnTo>
                      <a:pt x="610125" y="515899"/>
                    </a:lnTo>
                    <a:lnTo>
                      <a:pt x="611040" y="515023"/>
                    </a:lnTo>
                    <a:close/>
                  </a:path>
                  <a:path w="894079" h="944245">
                    <a:moveTo>
                      <a:pt x="610125" y="515899"/>
                    </a:moveTo>
                    <a:lnTo>
                      <a:pt x="446379" y="515899"/>
                    </a:lnTo>
                    <a:lnTo>
                      <a:pt x="479917" y="548055"/>
                    </a:lnTo>
                    <a:lnTo>
                      <a:pt x="480500" y="548500"/>
                    </a:lnTo>
                    <a:lnTo>
                      <a:pt x="484924" y="550189"/>
                    </a:lnTo>
                    <a:lnTo>
                      <a:pt x="493645" y="550189"/>
                    </a:lnTo>
                    <a:lnTo>
                      <a:pt x="498541" y="548055"/>
                    </a:lnTo>
                    <a:lnTo>
                      <a:pt x="501878" y="544537"/>
                    </a:lnTo>
                    <a:lnTo>
                      <a:pt x="527354" y="517296"/>
                    </a:lnTo>
                    <a:lnTo>
                      <a:pt x="608666" y="517296"/>
                    </a:lnTo>
                    <a:lnTo>
                      <a:pt x="610125" y="515899"/>
                    </a:lnTo>
                    <a:close/>
                  </a:path>
                  <a:path w="894079" h="944245">
                    <a:moveTo>
                      <a:pt x="608666" y="517296"/>
                    </a:moveTo>
                    <a:lnTo>
                      <a:pt x="527354" y="517296"/>
                    </a:lnTo>
                    <a:lnTo>
                      <a:pt x="555028" y="544906"/>
                    </a:lnTo>
                    <a:lnTo>
                      <a:pt x="560727" y="548686"/>
                    </a:lnTo>
                    <a:lnTo>
                      <a:pt x="568231" y="550189"/>
                    </a:lnTo>
                    <a:lnTo>
                      <a:pt x="566188" y="550189"/>
                    </a:lnTo>
                    <a:lnTo>
                      <a:pt x="573830" y="548813"/>
                    </a:lnTo>
                    <a:lnTo>
                      <a:pt x="579615" y="545122"/>
                    </a:lnTo>
                    <a:lnTo>
                      <a:pt x="608666" y="517296"/>
                    </a:lnTo>
                    <a:close/>
                  </a:path>
                  <a:path w="894079" h="944245">
                    <a:moveTo>
                      <a:pt x="447090" y="474510"/>
                    </a:moveTo>
                    <a:lnTo>
                      <a:pt x="440723" y="475546"/>
                    </a:lnTo>
                    <a:lnTo>
                      <a:pt x="435076" y="478904"/>
                    </a:lnTo>
                    <a:lnTo>
                      <a:pt x="402120" y="508127"/>
                    </a:lnTo>
                    <a:lnTo>
                      <a:pt x="650164" y="508127"/>
                    </a:lnTo>
                    <a:lnTo>
                      <a:pt x="650030" y="507898"/>
                    </a:lnTo>
                    <a:lnTo>
                      <a:pt x="567575" y="507898"/>
                    </a:lnTo>
                    <a:lnTo>
                      <a:pt x="567220" y="507542"/>
                    </a:lnTo>
                    <a:lnTo>
                      <a:pt x="488226" y="507542"/>
                    </a:lnTo>
                    <a:lnTo>
                      <a:pt x="458863" y="479348"/>
                    </a:lnTo>
                    <a:lnTo>
                      <a:pt x="453337" y="475769"/>
                    </a:lnTo>
                    <a:lnTo>
                      <a:pt x="447090" y="474510"/>
                    </a:lnTo>
                    <a:close/>
                  </a:path>
                  <a:path w="894079" h="944245">
                    <a:moveTo>
                      <a:pt x="527463" y="298919"/>
                    </a:moveTo>
                    <a:lnTo>
                      <a:pt x="486752" y="298919"/>
                    </a:lnTo>
                    <a:lnTo>
                      <a:pt x="594296" y="482206"/>
                    </a:lnTo>
                    <a:lnTo>
                      <a:pt x="567575" y="507898"/>
                    </a:lnTo>
                    <a:lnTo>
                      <a:pt x="650030" y="507898"/>
                    </a:lnTo>
                    <a:lnTo>
                      <a:pt x="527463" y="298919"/>
                    </a:lnTo>
                    <a:close/>
                  </a:path>
                  <a:path w="894079" h="944245">
                    <a:moveTo>
                      <a:pt x="531643" y="474510"/>
                    </a:moveTo>
                    <a:lnTo>
                      <a:pt x="521842" y="474510"/>
                    </a:lnTo>
                    <a:lnTo>
                      <a:pt x="517220" y="476554"/>
                    </a:lnTo>
                    <a:lnTo>
                      <a:pt x="488226" y="507542"/>
                    </a:lnTo>
                    <a:lnTo>
                      <a:pt x="567220" y="507542"/>
                    </a:lnTo>
                    <a:lnTo>
                      <a:pt x="535939" y="476262"/>
                    </a:lnTo>
                    <a:lnTo>
                      <a:pt x="531643" y="474510"/>
                    </a:lnTo>
                    <a:close/>
                  </a:path>
                  <a:path w="894079" h="944245">
                    <a:moveTo>
                      <a:pt x="503046" y="35090"/>
                    </a:moveTo>
                    <a:lnTo>
                      <a:pt x="467956" y="35090"/>
                    </a:lnTo>
                    <a:lnTo>
                      <a:pt x="467956" y="95580"/>
                    </a:lnTo>
                    <a:lnTo>
                      <a:pt x="503046" y="95580"/>
                    </a:lnTo>
                    <a:lnTo>
                      <a:pt x="503046" y="35090"/>
                    </a:lnTo>
                    <a:close/>
                  </a:path>
                </a:pathLst>
              </a:custGeom>
              <a:solidFill>
                <a:srgbClr val="CA4644"/>
              </a:solidFill>
            </p:spPr>
            <p:txBody>
              <a:bodyPr wrap="square" lIns="0" tIns="0" rIns="0" bIns="0" rtlCol="0"/>
              <a:lstStyle/>
              <a:p>
                <a:endParaRPr sz="1200"/>
              </a:p>
            </p:txBody>
          </p:sp>
          <p:pic>
            <p:nvPicPr>
              <p:cNvPr id="23" name="object 23"/>
              <p:cNvPicPr/>
              <p:nvPr/>
            </p:nvPicPr>
            <p:blipFill>
              <a:blip r:embed="rId9" cstate="print"/>
              <a:stretch>
                <a:fillRect/>
              </a:stretch>
            </p:blipFill>
            <p:spPr>
              <a:xfrm>
                <a:off x="4993771" y="7470396"/>
                <a:ext cx="75152" cy="100418"/>
              </a:xfrm>
              <a:prstGeom prst="rect">
                <a:avLst/>
              </a:prstGeom>
            </p:spPr>
          </p:pic>
          <p:pic>
            <p:nvPicPr>
              <p:cNvPr id="24" name="object 24"/>
              <p:cNvPicPr/>
              <p:nvPr/>
            </p:nvPicPr>
            <p:blipFill>
              <a:blip r:embed="rId10" cstate="print"/>
              <a:stretch>
                <a:fillRect/>
              </a:stretch>
            </p:blipFill>
            <p:spPr>
              <a:xfrm>
                <a:off x="5449268" y="7404091"/>
                <a:ext cx="147507" cy="216559"/>
              </a:xfrm>
              <a:prstGeom prst="rect">
                <a:avLst/>
              </a:prstGeom>
            </p:spPr>
          </p:pic>
        </p:grpSp>
        <p:sp>
          <p:nvSpPr>
            <p:cNvPr id="29" name="Title 1">
              <a:extLst>
                <a:ext uri="{FF2B5EF4-FFF2-40B4-BE49-F238E27FC236}">
                  <a16:creationId xmlns:a16="http://schemas.microsoft.com/office/drawing/2014/main" id="{55E212F4-96CF-A1D2-414F-14DE8311BFA5}"/>
                </a:ext>
              </a:extLst>
            </p:cNvPr>
            <p:cNvSpPr txBox="1">
              <a:spLocks/>
            </p:cNvSpPr>
            <p:nvPr/>
          </p:nvSpPr>
          <p:spPr>
            <a:xfrm>
              <a:off x="179168" y="2966328"/>
              <a:ext cx="2053232" cy="74453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Challenges</a:t>
              </a:r>
            </a:p>
          </p:txBody>
        </p:sp>
      </p:grpSp>
      <p:sp>
        <p:nvSpPr>
          <p:cNvPr id="36" name="TextBox 35">
            <a:extLst>
              <a:ext uri="{FF2B5EF4-FFF2-40B4-BE49-F238E27FC236}">
                <a16:creationId xmlns:a16="http://schemas.microsoft.com/office/drawing/2014/main" id="{7A3B59D0-7A6A-4873-1717-494DC139BE29}"/>
              </a:ext>
            </a:extLst>
          </p:cNvPr>
          <p:cNvSpPr txBox="1"/>
          <p:nvPr/>
        </p:nvSpPr>
        <p:spPr>
          <a:xfrm>
            <a:off x="8632043" y="1724091"/>
            <a:ext cx="3101429" cy="2965555"/>
          </a:xfrm>
          <a:prstGeom prst="rect">
            <a:avLst/>
          </a:prstGeom>
          <a:noFill/>
        </p:spPr>
        <p:txBody>
          <a:bodyPr wrap="square">
            <a:spAutoFit/>
          </a:bodyPr>
          <a:lstStyle/>
          <a:p>
            <a:pPr lvl="0" algn="l"/>
            <a:r>
              <a:rPr lang="en-US" sz="1867"/>
              <a:t>Linking concepts works, but </a:t>
            </a:r>
            <a:r>
              <a:rPr lang="en-US" sz="1867" b="1"/>
              <a:t>concept groupings </a:t>
            </a:r>
            <a:r>
              <a:rPr lang="en-US" sz="1867"/>
              <a:t>are needed for usability</a:t>
            </a:r>
          </a:p>
          <a:p>
            <a:pPr marL="800100" lvl="1" indent="-342900">
              <a:buFont typeface="Arial" panose="020B0604020202020204" pitchFamily="34" charset="0"/>
              <a:buChar char="•"/>
            </a:pPr>
            <a:r>
              <a:rPr lang="en-US" sz="1867"/>
              <a:t>Collection method </a:t>
            </a:r>
          </a:p>
          <a:p>
            <a:pPr marL="800100" lvl="1" indent="-342900">
              <a:buFont typeface="Arial" panose="020B0604020202020204" pitchFamily="34" charset="0"/>
              <a:buChar char="•"/>
            </a:pPr>
            <a:r>
              <a:rPr lang="en-US" sz="1867"/>
              <a:t>Data type </a:t>
            </a:r>
          </a:p>
          <a:p>
            <a:pPr marL="800100" lvl="1" indent="-342900">
              <a:buFont typeface="Arial" panose="020B0604020202020204" pitchFamily="34" charset="0"/>
              <a:buChar char="•"/>
            </a:pPr>
            <a:r>
              <a:rPr lang="en-US" sz="1867"/>
              <a:t>Category</a:t>
            </a:r>
          </a:p>
          <a:p>
            <a:pPr marL="800100" lvl="1" indent="-342900">
              <a:buFont typeface="Arial" panose="020B0604020202020204" pitchFamily="34" charset="0"/>
              <a:buChar char="•"/>
            </a:pPr>
            <a:r>
              <a:rPr lang="en-US" sz="1867"/>
              <a:t>Analysis</a:t>
            </a:r>
          </a:p>
          <a:p>
            <a:pPr marL="800100" lvl="1" indent="-342900">
              <a:buFont typeface="Arial" panose="020B0604020202020204" pitchFamily="34" charset="0"/>
              <a:buChar char="•"/>
            </a:pPr>
            <a:endParaRPr lang="en-US" sz="1867"/>
          </a:p>
          <a:p>
            <a:r>
              <a:rPr lang="en-US" sz="1867"/>
              <a:t>Open-Source USDM </a:t>
            </a:r>
            <a:r>
              <a:rPr lang="en-US" sz="1867" err="1"/>
              <a:t>SoA</a:t>
            </a:r>
            <a:r>
              <a:rPr lang="en-US" sz="1867"/>
              <a:t> </a:t>
            </a:r>
            <a:r>
              <a:rPr lang="en-US" sz="1867" b="1"/>
              <a:t>authoring tool</a:t>
            </a:r>
            <a:r>
              <a:rPr lang="en-US" sz="1867"/>
              <a:t> is needed</a:t>
            </a:r>
          </a:p>
        </p:txBody>
      </p:sp>
      <p:sp>
        <p:nvSpPr>
          <p:cNvPr id="37" name="Title 1">
            <a:extLst>
              <a:ext uri="{FF2B5EF4-FFF2-40B4-BE49-F238E27FC236}">
                <a16:creationId xmlns:a16="http://schemas.microsoft.com/office/drawing/2014/main" id="{82ACC4DF-832B-EB83-043C-E72FFE986CB1}"/>
              </a:ext>
            </a:extLst>
          </p:cNvPr>
          <p:cNvSpPr txBox="1">
            <a:spLocks/>
          </p:cNvSpPr>
          <p:nvPr/>
        </p:nvSpPr>
        <p:spPr>
          <a:xfrm>
            <a:off x="9706979" y="256335"/>
            <a:ext cx="2737643" cy="1051984"/>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Insights</a:t>
            </a:r>
          </a:p>
        </p:txBody>
      </p:sp>
      <p:sp>
        <p:nvSpPr>
          <p:cNvPr id="31" name="TextBox 30">
            <a:extLst>
              <a:ext uri="{FF2B5EF4-FFF2-40B4-BE49-F238E27FC236}">
                <a16:creationId xmlns:a16="http://schemas.microsoft.com/office/drawing/2014/main" id="{E78B0824-18EF-8F59-FB56-59DB4D3C944A}"/>
              </a:ext>
            </a:extLst>
          </p:cNvPr>
          <p:cNvSpPr txBox="1"/>
          <p:nvPr/>
        </p:nvSpPr>
        <p:spPr>
          <a:xfrm>
            <a:off x="458528" y="2477923"/>
            <a:ext cx="8131147" cy="666977"/>
          </a:xfrm>
          <a:prstGeom prst="rect">
            <a:avLst/>
          </a:prstGeom>
          <a:noFill/>
        </p:spPr>
        <p:txBody>
          <a:bodyPr wrap="square">
            <a:spAutoFit/>
          </a:bodyPr>
          <a:lstStyle/>
          <a:p>
            <a:pPr marL="380990" indent="-380990">
              <a:buFont typeface="Arial" panose="020B0604020202020204" pitchFamily="34" charset="0"/>
              <a:buChar char="•"/>
            </a:pPr>
            <a:r>
              <a:rPr lang="en-US" sz="1867"/>
              <a:t>Detailed user stories for Study Design and Study Amendment</a:t>
            </a:r>
          </a:p>
          <a:p>
            <a:pPr marL="380990" indent="-380990">
              <a:buFont typeface="Arial" panose="020B0604020202020204" pitchFamily="34" charset="0"/>
              <a:buChar char="•"/>
            </a:pPr>
            <a:r>
              <a:rPr lang="en-US" sz="1867"/>
              <a:t>Digital Schedule of Activities linked to biomedical concepts</a:t>
            </a:r>
          </a:p>
        </p:txBody>
      </p:sp>
      <p:sp>
        <p:nvSpPr>
          <p:cNvPr id="34" name="TextBox 33">
            <a:extLst>
              <a:ext uri="{FF2B5EF4-FFF2-40B4-BE49-F238E27FC236}">
                <a16:creationId xmlns:a16="http://schemas.microsoft.com/office/drawing/2014/main" id="{B7D4B451-BDBF-2E4F-B7C9-C98F85F00E9D}"/>
              </a:ext>
            </a:extLst>
          </p:cNvPr>
          <p:cNvSpPr txBox="1"/>
          <p:nvPr/>
        </p:nvSpPr>
        <p:spPr>
          <a:xfrm>
            <a:off x="400713" y="4698080"/>
            <a:ext cx="8246776" cy="666977"/>
          </a:xfrm>
          <a:prstGeom prst="rect">
            <a:avLst/>
          </a:prstGeom>
          <a:noFill/>
        </p:spPr>
        <p:txBody>
          <a:bodyPr wrap="square">
            <a:spAutoFit/>
          </a:bodyPr>
          <a:lstStyle/>
          <a:p>
            <a:pPr marL="380990" indent="-380990">
              <a:buFont typeface="Arial" panose="020B0604020202020204" pitchFamily="34" charset="0"/>
              <a:buChar char="•"/>
            </a:pPr>
            <a:r>
              <a:rPr lang="en-US" sz="1867"/>
              <a:t>Interpreting LZZT protocol information to identify what data is needed</a:t>
            </a:r>
          </a:p>
          <a:p>
            <a:pPr marL="380990" indent="-380990">
              <a:buFont typeface="Arial" panose="020B0604020202020204" pitchFamily="34" charset="0"/>
              <a:buChar char="•"/>
            </a:pPr>
            <a:r>
              <a:rPr lang="en-US" sz="1867"/>
              <a:t>Fit for purpose Study Design software</a:t>
            </a:r>
          </a:p>
        </p:txBody>
      </p:sp>
      <p:pic>
        <p:nvPicPr>
          <p:cNvPr id="56" name="Graphic 55">
            <a:extLst>
              <a:ext uri="{FF2B5EF4-FFF2-40B4-BE49-F238E27FC236}">
                <a16:creationId xmlns:a16="http://schemas.microsoft.com/office/drawing/2014/main" id="{F98CB303-9C3B-7A09-EDC8-4F0A256FD5A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8889" y="5902862"/>
            <a:ext cx="2075667" cy="6624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 name="Rectangle 1082">
            <a:extLst>
              <a:ext uri="{FF2B5EF4-FFF2-40B4-BE49-F238E27FC236}">
                <a16:creationId xmlns:a16="http://schemas.microsoft.com/office/drawing/2014/main" id="{0BF7F7B0-9949-EC7B-D4B0-6C1533A9C3D0}"/>
              </a:ext>
            </a:extLst>
          </p:cNvPr>
          <p:cNvSpPr/>
          <p:nvPr/>
        </p:nvSpPr>
        <p:spPr>
          <a:xfrm>
            <a:off x="684678" y="979434"/>
            <a:ext cx="11300087" cy="5255463"/>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19589F71-B306-DF08-6875-E8D885D23401}"/>
              </a:ext>
            </a:extLst>
          </p:cNvPr>
          <p:cNvSpPr>
            <a:spLocks noGrp="1"/>
          </p:cNvSpPr>
          <p:nvPr>
            <p:ph type="title"/>
          </p:nvPr>
        </p:nvSpPr>
        <p:spPr>
          <a:xfrm>
            <a:off x="156774" y="-11250"/>
            <a:ext cx="11645363" cy="1228992"/>
          </a:xfrm>
        </p:spPr>
        <p:txBody>
          <a:bodyPr/>
          <a:lstStyle/>
          <a:p>
            <a:r>
              <a:rPr lang="en-US" dirty="0"/>
              <a:t>Study Design Applications Used</a:t>
            </a:r>
          </a:p>
        </p:txBody>
      </p:sp>
      <p:sp>
        <p:nvSpPr>
          <p:cNvPr id="4" name="Slide Number Placeholder 3">
            <a:extLst>
              <a:ext uri="{FF2B5EF4-FFF2-40B4-BE49-F238E27FC236}">
                <a16:creationId xmlns:a16="http://schemas.microsoft.com/office/drawing/2014/main" id="{C29E4F06-E1B4-CE8F-040F-2C4A5F85918D}"/>
              </a:ext>
            </a:extLst>
          </p:cNvPr>
          <p:cNvSpPr>
            <a:spLocks noGrp="1"/>
          </p:cNvSpPr>
          <p:nvPr>
            <p:ph type="sldNum" sz="quarter" idx="12"/>
          </p:nvPr>
        </p:nvSpPr>
        <p:spPr/>
        <p:txBody>
          <a:bodyPr/>
          <a:lstStyle/>
          <a:p>
            <a:fld id="{EB4FF9C4-EEBF-D24D-8A4E-C0B9CCE3F975}" type="slidenum">
              <a:rPr lang="en-US" smtClean="0"/>
              <a:t>12</a:t>
            </a:fld>
            <a:endParaRPr lang="en-US"/>
          </a:p>
        </p:txBody>
      </p:sp>
      <p:sp>
        <p:nvSpPr>
          <p:cNvPr id="5" name="Footer Placeholder 4">
            <a:extLst>
              <a:ext uri="{FF2B5EF4-FFF2-40B4-BE49-F238E27FC236}">
                <a16:creationId xmlns:a16="http://schemas.microsoft.com/office/drawing/2014/main" id="{45434674-8885-9E04-C2F0-957C570C76C8}"/>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endParaRPr lang="en-US" dirty="0"/>
          </a:p>
        </p:txBody>
      </p:sp>
      <p:pic>
        <p:nvPicPr>
          <p:cNvPr id="20" name="Content Placeholder 19" descr="A logo of a microsoft office&#10;&#10;Description automatically generated">
            <a:extLst>
              <a:ext uri="{FF2B5EF4-FFF2-40B4-BE49-F238E27FC236}">
                <a16:creationId xmlns:a16="http://schemas.microsoft.com/office/drawing/2014/main" id="{9493BCDB-3E93-698B-B730-A523222FB53A}"/>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3904686" y="3876414"/>
            <a:ext cx="1023644" cy="1023644"/>
          </a:xfrm>
        </p:spPr>
      </p:pic>
      <p:pic>
        <p:nvPicPr>
          <p:cNvPr id="1026" name="Picture 2">
            <a:extLst>
              <a:ext uri="{FF2B5EF4-FFF2-40B4-BE49-F238E27FC236}">
                <a16:creationId xmlns:a16="http://schemas.microsoft.com/office/drawing/2014/main" id="{1BFC79D9-061A-7798-5BB5-FB7A52AB42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2148" y="3774384"/>
            <a:ext cx="1227704" cy="12277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96B7604-DFEF-47D1-3DC5-AF0C04DED5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22323" y="2356854"/>
            <a:ext cx="1109237" cy="11092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02B8EECE-8ED4-2A33-CC78-FBEEB3D3EC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18382" y="3022651"/>
            <a:ext cx="1481175" cy="148117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BC805189-854D-CA91-0437-D49011ECB725}"/>
              </a:ext>
            </a:extLst>
          </p:cNvPr>
          <p:cNvSpPr txBox="1"/>
          <p:nvPr/>
        </p:nvSpPr>
        <p:spPr>
          <a:xfrm>
            <a:off x="808144" y="2802260"/>
            <a:ext cx="2923027" cy="1528945"/>
          </a:xfrm>
          <a:prstGeom prst="rect">
            <a:avLst/>
          </a:prstGeom>
          <a:noFill/>
        </p:spPr>
        <p:txBody>
          <a:bodyPr wrap="square" rtlCol="0">
            <a:spAutoFit/>
          </a:bodyPr>
          <a:lstStyle/>
          <a:p>
            <a:pPr marL="380990" indent="-380990">
              <a:buFont typeface="Arial" panose="020B0604020202020204" pitchFamily="34" charset="0"/>
              <a:buChar char="•"/>
            </a:pPr>
            <a:r>
              <a:rPr lang="en-US" sz="1867" dirty="0"/>
              <a:t>Objects</a:t>
            </a:r>
          </a:p>
          <a:p>
            <a:pPr marL="380990" indent="-380990">
              <a:buFont typeface="Arial" panose="020B0604020202020204" pitchFamily="34" charset="0"/>
              <a:buChar char="•"/>
            </a:pPr>
            <a:r>
              <a:rPr lang="en-US" sz="1867" dirty="0"/>
              <a:t>Endpoints</a:t>
            </a:r>
          </a:p>
          <a:p>
            <a:pPr marL="380990" indent="-380990">
              <a:buFont typeface="Arial" panose="020B0604020202020204" pitchFamily="34" charset="0"/>
              <a:buChar char="•"/>
            </a:pPr>
            <a:r>
              <a:rPr lang="en-US" sz="1867" dirty="0" err="1"/>
              <a:t>SoA</a:t>
            </a:r>
            <a:endParaRPr lang="en-US" sz="1867" dirty="0"/>
          </a:p>
          <a:p>
            <a:pPr marL="380990" indent="-380990">
              <a:buFont typeface="Arial" panose="020B0604020202020204" pitchFamily="34" charset="0"/>
              <a:buChar char="•"/>
            </a:pPr>
            <a:r>
              <a:rPr lang="en-US" sz="1867" dirty="0"/>
              <a:t>BCs</a:t>
            </a:r>
          </a:p>
          <a:p>
            <a:pPr marL="380990" indent="-380990">
              <a:buFont typeface="Arial" panose="020B0604020202020204" pitchFamily="34" charset="0"/>
              <a:buChar char="•"/>
            </a:pPr>
            <a:r>
              <a:rPr lang="en-US" sz="1867" dirty="0"/>
              <a:t>Etc.</a:t>
            </a:r>
          </a:p>
        </p:txBody>
      </p:sp>
      <p:sp>
        <p:nvSpPr>
          <p:cNvPr id="23" name="Right Brace 22">
            <a:extLst>
              <a:ext uri="{FF2B5EF4-FFF2-40B4-BE49-F238E27FC236}">
                <a16:creationId xmlns:a16="http://schemas.microsoft.com/office/drawing/2014/main" id="{0334364D-C04B-73FA-CDBE-9D905D30DFF2}"/>
              </a:ext>
            </a:extLst>
          </p:cNvPr>
          <p:cNvSpPr/>
          <p:nvPr/>
        </p:nvSpPr>
        <p:spPr>
          <a:xfrm>
            <a:off x="2383127" y="2269981"/>
            <a:ext cx="309612" cy="25153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cxnSp>
        <p:nvCxnSpPr>
          <p:cNvPr id="30" name="Straight Arrow Connector 29">
            <a:extLst>
              <a:ext uri="{FF2B5EF4-FFF2-40B4-BE49-F238E27FC236}">
                <a16:creationId xmlns:a16="http://schemas.microsoft.com/office/drawing/2014/main" id="{44A58AA7-4639-F3C3-3F8D-D7365DFCA568}"/>
              </a:ext>
            </a:extLst>
          </p:cNvPr>
          <p:cNvCxnSpPr>
            <a:cxnSpLocks/>
            <a:stCxn id="20" idx="3"/>
            <a:endCxn id="1026" idx="1"/>
          </p:cNvCxnSpPr>
          <p:nvPr/>
        </p:nvCxnSpPr>
        <p:spPr>
          <a:xfrm>
            <a:off x="4928329" y="4388236"/>
            <a:ext cx="5538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5763B9B0-FDDB-1ACA-62AD-43B7D5D2842F}"/>
              </a:ext>
            </a:extLst>
          </p:cNvPr>
          <p:cNvCxnSpPr>
            <a:cxnSpLocks/>
            <a:stCxn id="1026" idx="3"/>
            <a:endCxn id="1030" idx="1"/>
          </p:cNvCxnSpPr>
          <p:nvPr/>
        </p:nvCxnSpPr>
        <p:spPr>
          <a:xfrm flipV="1">
            <a:off x="6709853" y="3763239"/>
            <a:ext cx="1908529" cy="624997"/>
          </a:xfrm>
          <a:prstGeom prst="bentConnector3">
            <a:avLst>
              <a:gd name="adj1" fmla="val 482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D3710CE-E0E9-AD8F-E619-29F768E60AC6}"/>
              </a:ext>
            </a:extLst>
          </p:cNvPr>
          <p:cNvCxnSpPr>
            <a:cxnSpLocks/>
            <a:stCxn id="1030" idx="3"/>
          </p:cNvCxnSpPr>
          <p:nvPr/>
        </p:nvCxnSpPr>
        <p:spPr>
          <a:xfrm>
            <a:off x="10099556" y="3763240"/>
            <a:ext cx="572776" cy="1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79FA2B9-9C2F-8254-8138-CF3ABF2FD06E}"/>
              </a:ext>
            </a:extLst>
          </p:cNvPr>
          <p:cNvSpPr txBox="1"/>
          <p:nvPr/>
        </p:nvSpPr>
        <p:spPr>
          <a:xfrm>
            <a:off x="7109970" y="3926207"/>
            <a:ext cx="1558617" cy="338554"/>
          </a:xfrm>
          <a:prstGeom prst="rect">
            <a:avLst/>
          </a:prstGeom>
          <a:solidFill>
            <a:schemeClr val="bg1"/>
          </a:solidFill>
        </p:spPr>
        <p:txBody>
          <a:bodyPr wrap="square" rtlCol="0">
            <a:spAutoFit/>
          </a:bodyPr>
          <a:lstStyle/>
          <a:p>
            <a:r>
              <a:rPr lang="en-US" sz="1600" dirty="0"/>
              <a:t>Missing BCs</a:t>
            </a:r>
          </a:p>
        </p:txBody>
      </p:sp>
      <p:pic>
        <p:nvPicPr>
          <p:cNvPr id="1032" name="Picture 8" descr="CDISC Library - Getting Started | CDISC">
            <a:extLst>
              <a:ext uri="{FF2B5EF4-FFF2-40B4-BE49-F238E27FC236}">
                <a16:creationId xmlns:a16="http://schemas.microsoft.com/office/drawing/2014/main" id="{3BC61A4F-547A-B3D3-5C09-AE68256AA8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6617" y="5415040"/>
            <a:ext cx="1147625" cy="43036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CDISC Library - Getting Started | CDISC">
            <a:extLst>
              <a:ext uri="{FF2B5EF4-FFF2-40B4-BE49-F238E27FC236}">
                <a16:creationId xmlns:a16="http://schemas.microsoft.com/office/drawing/2014/main" id="{BC2DFC1C-DD06-D6A2-9D08-395866F259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3936" y="1325563"/>
            <a:ext cx="1147625" cy="430360"/>
          </a:xfrm>
          <a:prstGeom prst="rect">
            <a:avLst/>
          </a:prstGeom>
          <a:noFill/>
          <a:extLst>
            <a:ext uri="{909E8E84-426E-40DD-AFC4-6F175D3DCCD1}">
              <a14:hiddenFill xmlns:a14="http://schemas.microsoft.com/office/drawing/2010/main">
                <a:solidFill>
                  <a:srgbClr val="FFFFFF"/>
                </a:solidFill>
              </a14:hiddenFill>
            </a:ext>
          </a:extLst>
        </p:spPr>
      </p:pic>
      <p:cxnSp>
        <p:nvCxnSpPr>
          <p:cNvPr id="1040" name="Elbow Connector 1039">
            <a:extLst>
              <a:ext uri="{FF2B5EF4-FFF2-40B4-BE49-F238E27FC236}">
                <a16:creationId xmlns:a16="http://schemas.microsoft.com/office/drawing/2014/main" id="{CDF02F69-2FA3-40E7-9D64-A318CF29A05E}"/>
              </a:ext>
            </a:extLst>
          </p:cNvPr>
          <p:cNvCxnSpPr>
            <a:endCxn id="20" idx="1"/>
          </p:cNvCxnSpPr>
          <p:nvPr/>
        </p:nvCxnSpPr>
        <p:spPr>
          <a:xfrm>
            <a:off x="2537933" y="3527679"/>
            <a:ext cx="1366753" cy="860557"/>
          </a:xfrm>
          <a:prstGeom prst="bentConnector3">
            <a:avLst>
              <a:gd name="adj1" fmla="val 6016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1" name="Elbow Connector 1040">
            <a:extLst>
              <a:ext uri="{FF2B5EF4-FFF2-40B4-BE49-F238E27FC236}">
                <a16:creationId xmlns:a16="http://schemas.microsoft.com/office/drawing/2014/main" id="{FA6828D3-C06B-126D-AE9E-D152ED415AC5}"/>
              </a:ext>
            </a:extLst>
          </p:cNvPr>
          <p:cNvCxnSpPr>
            <a:cxnSpLocks/>
            <a:endCxn id="1065" idx="1"/>
          </p:cNvCxnSpPr>
          <p:nvPr/>
        </p:nvCxnSpPr>
        <p:spPr>
          <a:xfrm flipV="1">
            <a:off x="2692740" y="2911439"/>
            <a:ext cx="1348409" cy="61624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052" name="Group 1051">
            <a:extLst>
              <a:ext uri="{FF2B5EF4-FFF2-40B4-BE49-F238E27FC236}">
                <a16:creationId xmlns:a16="http://schemas.microsoft.com/office/drawing/2014/main" id="{2B21235D-772B-72E9-8522-0C70F857DB86}"/>
              </a:ext>
            </a:extLst>
          </p:cNvPr>
          <p:cNvGrpSpPr/>
          <p:nvPr/>
        </p:nvGrpSpPr>
        <p:grpSpPr>
          <a:xfrm>
            <a:off x="5887372" y="1843365"/>
            <a:ext cx="459392" cy="430360"/>
            <a:chOff x="4398906" y="1310263"/>
            <a:chExt cx="344544" cy="639095"/>
          </a:xfrm>
        </p:grpSpPr>
        <p:cxnSp>
          <p:nvCxnSpPr>
            <p:cNvPr id="1048" name="Straight Arrow Connector 1047">
              <a:extLst>
                <a:ext uri="{FF2B5EF4-FFF2-40B4-BE49-F238E27FC236}">
                  <a16:creationId xmlns:a16="http://schemas.microsoft.com/office/drawing/2014/main" id="{40F85F7C-C702-49EE-A97C-CC2CF6A4E4F5}"/>
                </a:ext>
              </a:extLst>
            </p:cNvPr>
            <p:cNvCxnSpPr/>
            <p:nvPr/>
          </p:nvCxnSpPr>
          <p:spPr>
            <a:xfrm flipV="1">
              <a:off x="4398906" y="1310263"/>
              <a:ext cx="0" cy="573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0" name="Straight Arrow Connector 1049">
              <a:extLst>
                <a:ext uri="{FF2B5EF4-FFF2-40B4-BE49-F238E27FC236}">
                  <a16:creationId xmlns:a16="http://schemas.microsoft.com/office/drawing/2014/main" id="{23064821-1F9C-E807-FE74-D9B89B41BED3}"/>
                </a:ext>
              </a:extLst>
            </p:cNvPr>
            <p:cNvCxnSpPr>
              <a:cxnSpLocks/>
            </p:cNvCxnSpPr>
            <p:nvPr/>
          </p:nvCxnSpPr>
          <p:spPr>
            <a:xfrm>
              <a:off x="4743450" y="1310263"/>
              <a:ext cx="0" cy="639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53" name="Group 1052">
            <a:extLst>
              <a:ext uri="{FF2B5EF4-FFF2-40B4-BE49-F238E27FC236}">
                <a16:creationId xmlns:a16="http://schemas.microsoft.com/office/drawing/2014/main" id="{F64B6911-1A26-1561-EE24-C0BDB2242E62}"/>
              </a:ext>
            </a:extLst>
          </p:cNvPr>
          <p:cNvGrpSpPr/>
          <p:nvPr/>
        </p:nvGrpSpPr>
        <p:grpSpPr>
          <a:xfrm flipH="1">
            <a:off x="5789314" y="4785378"/>
            <a:ext cx="536860" cy="525005"/>
            <a:chOff x="4398906" y="1310263"/>
            <a:chExt cx="344544" cy="639095"/>
          </a:xfrm>
        </p:grpSpPr>
        <p:cxnSp>
          <p:nvCxnSpPr>
            <p:cNvPr id="1054" name="Straight Arrow Connector 1053">
              <a:extLst>
                <a:ext uri="{FF2B5EF4-FFF2-40B4-BE49-F238E27FC236}">
                  <a16:creationId xmlns:a16="http://schemas.microsoft.com/office/drawing/2014/main" id="{ED6804F5-11B1-3073-202B-C2228E909383}"/>
                </a:ext>
              </a:extLst>
            </p:cNvPr>
            <p:cNvCxnSpPr/>
            <p:nvPr/>
          </p:nvCxnSpPr>
          <p:spPr>
            <a:xfrm flipV="1">
              <a:off x="4398906" y="1310263"/>
              <a:ext cx="0" cy="573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5" name="Straight Arrow Connector 1054">
              <a:extLst>
                <a:ext uri="{FF2B5EF4-FFF2-40B4-BE49-F238E27FC236}">
                  <a16:creationId xmlns:a16="http://schemas.microsoft.com/office/drawing/2014/main" id="{8894189D-87F8-5E35-A352-69024D2A5219}"/>
                </a:ext>
              </a:extLst>
            </p:cNvPr>
            <p:cNvCxnSpPr>
              <a:cxnSpLocks/>
            </p:cNvCxnSpPr>
            <p:nvPr/>
          </p:nvCxnSpPr>
          <p:spPr>
            <a:xfrm>
              <a:off x="4743450" y="1310263"/>
              <a:ext cx="0" cy="639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057" name="Elbow Connector 1056">
            <a:extLst>
              <a:ext uri="{FF2B5EF4-FFF2-40B4-BE49-F238E27FC236}">
                <a16:creationId xmlns:a16="http://schemas.microsoft.com/office/drawing/2014/main" id="{D04108D7-782B-46B2-54D5-20725BCDD118}"/>
              </a:ext>
            </a:extLst>
          </p:cNvPr>
          <p:cNvCxnSpPr>
            <a:stCxn id="1028" idx="3"/>
            <a:endCxn id="1030" idx="1"/>
          </p:cNvCxnSpPr>
          <p:nvPr/>
        </p:nvCxnSpPr>
        <p:spPr>
          <a:xfrm>
            <a:off x="6631560" y="2911473"/>
            <a:ext cx="1986821" cy="8517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058" name="TextBox 1057">
            <a:extLst>
              <a:ext uri="{FF2B5EF4-FFF2-40B4-BE49-F238E27FC236}">
                <a16:creationId xmlns:a16="http://schemas.microsoft.com/office/drawing/2014/main" id="{D274DAD6-55F4-1CAC-9877-C140A039EA2D}"/>
              </a:ext>
            </a:extLst>
          </p:cNvPr>
          <p:cNvSpPr txBox="1"/>
          <p:nvPr/>
        </p:nvSpPr>
        <p:spPr>
          <a:xfrm>
            <a:off x="7126894" y="3116598"/>
            <a:ext cx="1558617" cy="338554"/>
          </a:xfrm>
          <a:prstGeom prst="rect">
            <a:avLst/>
          </a:prstGeom>
          <a:solidFill>
            <a:schemeClr val="bg1"/>
          </a:solidFill>
        </p:spPr>
        <p:txBody>
          <a:bodyPr wrap="square" rtlCol="0">
            <a:spAutoFit/>
          </a:bodyPr>
          <a:lstStyle/>
          <a:p>
            <a:r>
              <a:rPr lang="en-US" sz="1600" dirty="0"/>
              <a:t>No BCs</a:t>
            </a:r>
          </a:p>
        </p:txBody>
      </p:sp>
      <p:sp>
        <p:nvSpPr>
          <p:cNvPr id="1064" name="TextBox 1063">
            <a:extLst>
              <a:ext uri="{FF2B5EF4-FFF2-40B4-BE49-F238E27FC236}">
                <a16:creationId xmlns:a16="http://schemas.microsoft.com/office/drawing/2014/main" id="{94B17BDD-D89F-C308-E3A4-1CDD8623063D}"/>
              </a:ext>
            </a:extLst>
          </p:cNvPr>
          <p:cNvSpPr txBox="1"/>
          <p:nvPr/>
        </p:nvSpPr>
        <p:spPr>
          <a:xfrm>
            <a:off x="10767693" y="4361661"/>
            <a:ext cx="1128204" cy="912814"/>
          </a:xfrm>
          <a:prstGeom prst="rect">
            <a:avLst/>
          </a:prstGeom>
          <a:noFill/>
        </p:spPr>
        <p:txBody>
          <a:bodyPr wrap="square" rtlCol="0">
            <a:spAutoFit/>
          </a:bodyPr>
          <a:lstStyle/>
          <a:p>
            <a:r>
              <a:rPr lang="en-US" sz="1333" dirty="0"/>
              <a:t>Digital </a:t>
            </a:r>
            <a:r>
              <a:rPr lang="en-US" sz="1333" dirty="0" err="1"/>
              <a:t>SoA</a:t>
            </a:r>
            <a:r>
              <a:rPr lang="en-US" sz="1333" dirty="0"/>
              <a:t> linked to Biomedical Concepts</a:t>
            </a:r>
          </a:p>
        </p:txBody>
      </p:sp>
      <p:pic>
        <p:nvPicPr>
          <p:cNvPr id="1065" name="Picture 1064">
            <a:extLst>
              <a:ext uri="{FF2B5EF4-FFF2-40B4-BE49-F238E27FC236}">
                <a16:creationId xmlns:a16="http://schemas.microsoft.com/office/drawing/2014/main" id="{721AB512-CA16-B224-D015-49EE4410F864}"/>
              </a:ext>
            </a:extLst>
          </p:cNvPr>
          <p:cNvPicPr>
            <a:picLocks noChangeAspect="1"/>
          </p:cNvPicPr>
          <p:nvPr/>
        </p:nvPicPr>
        <p:blipFill>
          <a:blip r:embed="rId9"/>
          <a:stretch>
            <a:fillRect/>
          </a:stretch>
        </p:blipFill>
        <p:spPr>
          <a:xfrm>
            <a:off x="4041149" y="2466922"/>
            <a:ext cx="889033" cy="889033"/>
          </a:xfrm>
          <a:prstGeom prst="rect">
            <a:avLst/>
          </a:prstGeom>
        </p:spPr>
      </p:pic>
      <p:cxnSp>
        <p:nvCxnSpPr>
          <p:cNvPr id="1067" name="Straight Arrow Connector 1066">
            <a:extLst>
              <a:ext uri="{FF2B5EF4-FFF2-40B4-BE49-F238E27FC236}">
                <a16:creationId xmlns:a16="http://schemas.microsoft.com/office/drawing/2014/main" id="{2CF1AF32-6929-BFB8-A342-95115ABE9DBA}"/>
              </a:ext>
            </a:extLst>
          </p:cNvPr>
          <p:cNvCxnSpPr>
            <a:cxnSpLocks/>
            <a:stCxn id="1065" idx="3"/>
            <a:endCxn id="1028" idx="1"/>
          </p:cNvCxnSpPr>
          <p:nvPr/>
        </p:nvCxnSpPr>
        <p:spPr>
          <a:xfrm>
            <a:off x="4930182" y="2911440"/>
            <a:ext cx="592141" cy="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73" name="TextBox 1072">
            <a:extLst>
              <a:ext uri="{FF2B5EF4-FFF2-40B4-BE49-F238E27FC236}">
                <a16:creationId xmlns:a16="http://schemas.microsoft.com/office/drawing/2014/main" id="{6C538961-9C80-D379-0AAF-26134DDEE8FB}"/>
              </a:ext>
            </a:extLst>
          </p:cNvPr>
          <p:cNvSpPr txBox="1"/>
          <p:nvPr/>
        </p:nvSpPr>
        <p:spPr>
          <a:xfrm>
            <a:off x="3984370" y="2129155"/>
            <a:ext cx="1558617" cy="338554"/>
          </a:xfrm>
          <a:prstGeom prst="rect">
            <a:avLst/>
          </a:prstGeom>
          <a:solidFill>
            <a:schemeClr val="bg1"/>
          </a:solidFill>
        </p:spPr>
        <p:txBody>
          <a:bodyPr wrap="square" rtlCol="0">
            <a:spAutoFit/>
          </a:bodyPr>
          <a:lstStyle/>
          <a:p>
            <a:r>
              <a:rPr lang="en-US" sz="1600" dirty="0"/>
              <a:t>OSB GUI</a:t>
            </a:r>
          </a:p>
        </p:txBody>
      </p:sp>
      <p:sp>
        <p:nvSpPr>
          <p:cNvPr id="1074" name="TextBox 1073">
            <a:extLst>
              <a:ext uri="{FF2B5EF4-FFF2-40B4-BE49-F238E27FC236}">
                <a16:creationId xmlns:a16="http://schemas.microsoft.com/office/drawing/2014/main" id="{36D9D1B3-99FE-A783-6744-58FBC4290549}"/>
              </a:ext>
            </a:extLst>
          </p:cNvPr>
          <p:cNvSpPr txBox="1"/>
          <p:nvPr/>
        </p:nvSpPr>
        <p:spPr>
          <a:xfrm>
            <a:off x="3967192" y="4863214"/>
            <a:ext cx="1558617" cy="338554"/>
          </a:xfrm>
          <a:prstGeom prst="rect">
            <a:avLst/>
          </a:prstGeom>
          <a:solidFill>
            <a:schemeClr val="bg1"/>
          </a:solidFill>
        </p:spPr>
        <p:txBody>
          <a:bodyPr wrap="square" rtlCol="0">
            <a:spAutoFit/>
          </a:bodyPr>
          <a:lstStyle/>
          <a:p>
            <a:r>
              <a:rPr lang="en-US" sz="1600" dirty="0"/>
              <a:t>Excel</a:t>
            </a:r>
          </a:p>
        </p:txBody>
      </p:sp>
      <p:cxnSp>
        <p:nvCxnSpPr>
          <p:cNvPr id="1077" name="Straight Connector 1076">
            <a:extLst>
              <a:ext uri="{FF2B5EF4-FFF2-40B4-BE49-F238E27FC236}">
                <a16:creationId xmlns:a16="http://schemas.microsoft.com/office/drawing/2014/main" id="{87624FA4-A8F6-5DE9-55F0-33C865818BEE}"/>
              </a:ext>
            </a:extLst>
          </p:cNvPr>
          <p:cNvCxnSpPr>
            <a:cxnSpLocks/>
          </p:cNvCxnSpPr>
          <p:nvPr/>
        </p:nvCxnSpPr>
        <p:spPr>
          <a:xfrm>
            <a:off x="6709852" y="4655127"/>
            <a:ext cx="1698485" cy="82514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78" name="TextBox 1077">
            <a:extLst>
              <a:ext uri="{FF2B5EF4-FFF2-40B4-BE49-F238E27FC236}">
                <a16:creationId xmlns:a16="http://schemas.microsoft.com/office/drawing/2014/main" id="{9187B95F-50C6-C8C4-27C6-8F01390E9A33}"/>
              </a:ext>
            </a:extLst>
          </p:cNvPr>
          <p:cNvSpPr txBox="1"/>
          <p:nvPr/>
        </p:nvSpPr>
        <p:spPr>
          <a:xfrm>
            <a:off x="7502514" y="5446824"/>
            <a:ext cx="2861300" cy="543867"/>
          </a:xfrm>
          <a:prstGeom prst="rect">
            <a:avLst/>
          </a:prstGeom>
          <a:noFill/>
        </p:spPr>
        <p:txBody>
          <a:bodyPr wrap="square" rtlCol="0">
            <a:spAutoFit/>
          </a:bodyPr>
          <a:lstStyle/>
          <a:p>
            <a:r>
              <a:rPr lang="en-US" sz="1467" i="1" dirty="0"/>
              <a:t>Hosted solution out-of-date</a:t>
            </a:r>
          </a:p>
          <a:p>
            <a:r>
              <a:rPr lang="en-US" sz="1467" i="1" dirty="0"/>
              <a:t>Used GitHub version locally</a:t>
            </a:r>
          </a:p>
        </p:txBody>
      </p:sp>
      <p:cxnSp>
        <p:nvCxnSpPr>
          <p:cNvPr id="1080" name="Straight Connector 1079">
            <a:extLst>
              <a:ext uri="{FF2B5EF4-FFF2-40B4-BE49-F238E27FC236}">
                <a16:creationId xmlns:a16="http://schemas.microsoft.com/office/drawing/2014/main" id="{2D21D01A-8FDE-D6D9-F2DA-D0C2CC53ED40}"/>
              </a:ext>
            </a:extLst>
          </p:cNvPr>
          <p:cNvCxnSpPr>
            <a:cxnSpLocks/>
          </p:cNvCxnSpPr>
          <p:nvPr/>
        </p:nvCxnSpPr>
        <p:spPr>
          <a:xfrm flipV="1">
            <a:off x="6709853" y="1511834"/>
            <a:ext cx="1634249" cy="83202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82" name="TextBox 1081">
            <a:extLst>
              <a:ext uri="{FF2B5EF4-FFF2-40B4-BE49-F238E27FC236}">
                <a16:creationId xmlns:a16="http://schemas.microsoft.com/office/drawing/2014/main" id="{4F23E243-DE17-6C44-9F84-8CA21DDF889C}"/>
              </a:ext>
            </a:extLst>
          </p:cNvPr>
          <p:cNvSpPr txBox="1"/>
          <p:nvPr/>
        </p:nvSpPr>
        <p:spPr>
          <a:xfrm>
            <a:off x="7624971" y="979433"/>
            <a:ext cx="2861300" cy="543867"/>
          </a:xfrm>
          <a:prstGeom prst="rect">
            <a:avLst/>
          </a:prstGeom>
          <a:noFill/>
        </p:spPr>
        <p:txBody>
          <a:bodyPr wrap="square" rtlCol="0">
            <a:spAutoFit/>
          </a:bodyPr>
          <a:lstStyle/>
          <a:p>
            <a:r>
              <a:rPr lang="en-US" sz="1467" i="1" dirty="0"/>
              <a:t>Used hosted sandbox</a:t>
            </a:r>
          </a:p>
          <a:p>
            <a:r>
              <a:rPr lang="en-US" sz="1467" i="1" dirty="0"/>
              <a:t>Can be overwritten/altered</a:t>
            </a:r>
          </a:p>
        </p:txBody>
      </p:sp>
      <p:grpSp>
        <p:nvGrpSpPr>
          <p:cNvPr id="3" name="Group 1027">
            <a:extLst>
              <a:ext uri="{FF2B5EF4-FFF2-40B4-BE49-F238E27FC236}">
                <a16:creationId xmlns:a16="http://schemas.microsoft.com/office/drawing/2014/main" id="{8858EEBB-B304-0E8B-3E25-12E1735CEAF3}"/>
              </a:ext>
            </a:extLst>
          </p:cNvPr>
          <p:cNvGrpSpPr/>
          <p:nvPr/>
        </p:nvGrpSpPr>
        <p:grpSpPr>
          <a:xfrm>
            <a:off x="10674186" y="3090849"/>
            <a:ext cx="1223175" cy="1297387"/>
            <a:chOff x="3192961" y="2088729"/>
            <a:chExt cx="749761" cy="803019"/>
          </a:xfrm>
        </p:grpSpPr>
        <p:pic>
          <p:nvPicPr>
            <p:cNvPr id="6" name="Graphic 5" descr="Continuous Improvement with solid fill">
              <a:extLst>
                <a:ext uri="{FF2B5EF4-FFF2-40B4-BE49-F238E27FC236}">
                  <a16:creationId xmlns:a16="http://schemas.microsoft.com/office/drawing/2014/main" id="{F83C438A-73FF-F9C2-3D50-182D34E71A0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51166" y="2322792"/>
              <a:ext cx="568956" cy="568956"/>
            </a:xfrm>
            <a:prstGeom prst="rect">
              <a:avLst/>
            </a:prstGeom>
          </p:spPr>
        </p:pic>
        <p:pic>
          <p:nvPicPr>
            <p:cNvPr id="7" name="Graphic 6" descr="Network outline">
              <a:extLst>
                <a:ext uri="{FF2B5EF4-FFF2-40B4-BE49-F238E27FC236}">
                  <a16:creationId xmlns:a16="http://schemas.microsoft.com/office/drawing/2014/main" id="{4F363240-8396-E01A-FD31-F0BA1DF68BC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06784" y="2090838"/>
              <a:ext cx="335938" cy="335938"/>
            </a:xfrm>
            <a:prstGeom prst="rect">
              <a:avLst/>
            </a:prstGeom>
          </p:spPr>
        </p:pic>
        <p:pic>
          <p:nvPicPr>
            <p:cNvPr id="8" name="Graphic 7" descr="Network outline">
              <a:extLst>
                <a:ext uri="{FF2B5EF4-FFF2-40B4-BE49-F238E27FC236}">
                  <a16:creationId xmlns:a16="http://schemas.microsoft.com/office/drawing/2014/main" id="{2D0144CA-8A6C-C935-396F-CD0F9C2906F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400845" y="2090372"/>
              <a:ext cx="335938" cy="335938"/>
            </a:xfrm>
            <a:prstGeom prst="rect">
              <a:avLst/>
            </a:prstGeom>
          </p:spPr>
        </p:pic>
        <p:pic>
          <p:nvPicPr>
            <p:cNvPr id="9" name="Graphic 8" descr="Network outline">
              <a:extLst>
                <a:ext uri="{FF2B5EF4-FFF2-40B4-BE49-F238E27FC236}">
                  <a16:creationId xmlns:a16="http://schemas.microsoft.com/office/drawing/2014/main" id="{25E52E49-450D-DA36-16AF-86A3C95B4DA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192961" y="2088729"/>
              <a:ext cx="335938" cy="335938"/>
            </a:xfrm>
            <a:prstGeom prst="rect">
              <a:avLst/>
            </a:prstGeom>
          </p:spPr>
        </p:pic>
      </p:grpSp>
      <p:sp>
        <p:nvSpPr>
          <p:cNvPr id="10" name="Slide Number Placeholder 4">
            <a:extLst>
              <a:ext uri="{FF2B5EF4-FFF2-40B4-BE49-F238E27FC236}">
                <a16:creationId xmlns:a16="http://schemas.microsoft.com/office/drawing/2014/main" id="{69B27C34-CC14-4344-661E-FAA43473838F}"/>
              </a:ext>
            </a:extLst>
          </p:cNvPr>
          <p:cNvSpPr txBox="1">
            <a:spLocks/>
          </p:cNvSpPr>
          <p:nvPr/>
        </p:nvSpPr>
        <p:spPr>
          <a:xfrm>
            <a:off x="11377227" y="6559551"/>
            <a:ext cx="408373" cy="365125"/>
          </a:xfrm>
          <a:prstGeom prst="rect">
            <a:avLst/>
          </a:prstGeom>
        </p:spPr>
        <p:txBody>
          <a:bodyPr vert="horz" lIns="0" tIns="0" rIns="0" bIns="0" rtlCol="0" anchor="ctr"/>
          <a:lstStyle>
            <a:defPPr>
              <a:defRPr lang="en-US"/>
            </a:defPPr>
            <a:lvl1pPr marL="0" algn="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67" dirty="0"/>
          </a:p>
        </p:txBody>
      </p:sp>
      <p:pic>
        <p:nvPicPr>
          <p:cNvPr id="11" name="Picture 10">
            <a:extLst>
              <a:ext uri="{FF2B5EF4-FFF2-40B4-BE49-F238E27FC236}">
                <a16:creationId xmlns:a16="http://schemas.microsoft.com/office/drawing/2014/main" id="{339F8A26-7B91-128A-AA47-34885E30FFB8}"/>
              </a:ext>
            </a:extLst>
          </p:cNvPr>
          <p:cNvPicPr>
            <a:picLocks noChangeAspect="1"/>
          </p:cNvPicPr>
          <p:nvPr/>
        </p:nvPicPr>
        <p:blipFill>
          <a:blip r:embed="rId14"/>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4072706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F62F4-E70E-15D3-0666-0DC08F6E9661}"/>
            </a:ext>
          </a:extLst>
        </p:cNvPr>
        <p:cNvGrpSpPr/>
        <p:nvPr/>
      </p:nvGrpSpPr>
      <p:grpSpPr>
        <a:xfrm>
          <a:off x="0" y="0"/>
          <a:ext cx="0" cy="0"/>
          <a:chOff x="0" y="0"/>
          <a:chExt cx="0" cy="0"/>
        </a:xfrm>
      </p:grpSpPr>
      <p:grpSp>
        <p:nvGrpSpPr>
          <p:cNvPr id="41" name="object 2">
            <a:extLst>
              <a:ext uri="{FF2B5EF4-FFF2-40B4-BE49-F238E27FC236}">
                <a16:creationId xmlns:a16="http://schemas.microsoft.com/office/drawing/2014/main" id="{011CF732-A304-8160-A40B-3E8A6A984956}"/>
              </a:ext>
            </a:extLst>
          </p:cNvPr>
          <p:cNvGrpSpPr/>
          <p:nvPr/>
        </p:nvGrpSpPr>
        <p:grpSpPr>
          <a:xfrm>
            <a:off x="8298189" y="-4203"/>
            <a:ext cx="3893811" cy="6862204"/>
            <a:chOff x="12437503" y="0"/>
            <a:chExt cx="5850890" cy="10287000"/>
          </a:xfrm>
        </p:grpSpPr>
        <p:pic>
          <p:nvPicPr>
            <p:cNvPr id="42" name="object 3">
              <a:extLst>
                <a:ext uri="{FF2B5EF4-FFF2-40B4-BE49-F238E27FC236}">
                  <a16:creationId xmlns:a16="http://schemas.microsoft.com/office/drawing/2014/main" id="{AC694545-F3B7-5711-E49E-3E5373376646}"/>
                </a:ext>
              </a:extLst>
            </p:cNvPr>
            <p:cNvPicPr/>
            <p:nvPr/>
          </p:nvPicPr>
          <p:blipFill>
            <a:blip r:embed="rId2" cstate="print"/>
            <a:stretch>
              <a:fillRect/>
            </a:stretch>
          </p:blipFill>
          <p:spPr>
            <a:xfrm>
              <a:off x="12437503" y="0"/>
              <a:ext cx="5850496" cy="10287000"/>
            </a:xfrm>
            <a:prstGeom prst="rect">
              <a:avLst/>
            </a:prstGeom>
          </p:spPr>
        </p:pic>
        <p:sp>
          <p:nvSpPr>
            <p:cNvPr id="43" name="object 4">
              <a:extLst>
                <a:ext uri="{FF2B5EF4-FFF2-40B4-BE49-F238E27FC236}">
                  <a16:creationId xmlns:a16="http://schemas.microsoft.com/office/drawing/2014/main" id="{FA678A30-ABC8-F36B-EF72-FE770F2911DA}"/>
                </a:ext>
              </a:extLst>
            </p:cNvPr>
            <p:cNvSpPr/>
            <p:nvPr/>
          </p:nvSpPr>
          <p:spPr>
            <a:xfrm>
              <a:off x="12927356" y="639159"/>
              <a:ext cx="1328420" cy="1328420"/>
            </a:xfrm>
            <a:custGeom>
              <a:avLst/>
              <a:gdLst/>
              <a:ahLst/>
              <a:cxnLst/>
              <a:rect l="l" t="t" r="r" b="b"/>
              <a:pathLst>
                <a:path w="1328419"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2400"/>
            </a:p>
          </p:txBody>
        </p:sp>
        <p:sp>
          <p:nvSpPr>
            <p:cNvPr id="44" name="object 5">
              <a:extLst>
                <a:ext uri="{FF2B5EF4-FFF2-40B4-BE49-F238E27FC236}">
                  <a16:creationId xmlns:a16="http://schemas.microsoft.com/office/drawing/2014/main" id="{51D7D551-5786-C0AA-7BD5-CB444A8F375B}"/>
                </a:ext>
              </a:extLst>
            </p:cNvPr>
            <p:cNvSpPr/>
            <p:nvPr/>
          </p:nvSpPr>
          <p:spPr>
            <a:xfrm>
              <a:off x="13262420" y="908824"/>
              <a:ext cx="840105" cy="872490"/>
            </a:xfrm>
            <a:custGeom>
              <a:avLst/>
              <a:gdLst/>
              <a:ahLst/>
              <a:cxnLst/>
              <a:rect l="l" t="t" r="r" b="b"/>
              <a:pathLst>
                <a:path w="840105" h="872489">
                  <a:moveTo>
                    <a:pt x="658228" y="317550"/>
                  </a:moveTo>
                  <a:lnTo>
                    <a:pt x="653173" y="271170"/>
                  </a:lnTo>
                  <a:lnTo>
                    <a:pt x="641680" y="226796"/>
                  </a:lnTo>
                  <a:lnTo>
                    <a:pt x="624281" y="184950"/>
                  </a:lnTo>
                  <a:lnTo>
                    <a:pt x="622477" y="181889"/>
                  </a:lnTo>
                  <a:lnTo>
                    <a:pt x="622477" y="318744"/>
                  </a:lnTo>
                  <a:lnTo>
                    <a:pt x="619277" y="372986"/>
                  </a:lnTo>
                  <a:lnTo>
                    <a:pt x="606437" y="425081"/>
                  </a:lnTo>
                  <a:lnTo>
                    <a:pt x="584403" y="473798"/>
                  </a:lnTo>
                  <a:lnTo>
                    <a:pt x="553567" y="517931"/>
                  </a:lnTo>
                  <a:lnTo>
                    <a:pt x="521512" y="560146"/>
                  </a:lnTo>
                  <a:lnTo>
                    <a:pt x="494449" y="604240"/>
                  </a:lnTo>
                  <a:lnTo>
                    <a:pt x="476440" y="641832"/>
                  </a:lnTo>
                  <a:lnTo>
                    <a:pt x="476440" y="792353"/>
                  </a:lnTo>
                  <a:lnTo>
                    <a:pt x="476440" y="808202"/>
                  </a:lnTo>
                  <a:lnTo>
                    <a:pt x="474230" y="819124"/>
                  </a:lnTo>
                  <a:lnTo>
                    <a:pt x="468198" y="828052"/>
                  </a:lnTo>
                  <a:lnTo>
                    <a:pt x="459270" y="834085"/>
                  </a:lnTo>
                  <a:lnTo>
                    <a:pt x="448335" y="836295"/>
                  </a:lnTo>
                  <a:lnTo>
                    <a:pt x="210070" y="836295"/>
                  </a:lnTo>
                  <a:lnTo>
                    <a:pt x="199148" y="834085"/>
                  </a:lnTo>
                  <a:lnTo>
                    <a:pt x="190207" y="828052"/>
                  </a:lnTo>
                  <a:lnTo>
                    <a:pt x="184188" y="819124"/>
                  </a:lnTo>
                  <a:lnTo>
                    <a:pt x="181965" y="808202"/>
                  </a:lnTo>
                  <a:lnTo>
                    <a:pt x="181965" y="792353"/>
                  </a:lnTo>
                  <a:lnTo>
                    <a:pt x="184188" y="781418"/>
                  </a:lnTo>
                  <a:lnTo>
                    <a:pt x="190207" y="772477"/>
                  </a:lnTo>
                  <a:lnTo>
                    <a:pt x="199148" y="766445"/>
                  </a:lnTo>
                  <a:lnTo>
                    <a:pt x="210070" y="764235"/>
                  </a:lnTo>
                  <a:lnTo>
                    <a:pt x="448335" y="764235"/>
                  </a:lnTo>
                  <a:lnTo>
                    <a:pt x="459270" y="766445"/>
                  </a:lnTo>
                  <a:lnTo>
                    <a:pt x="468198" y="772477"/>
                  </a:lnTo>
                  <a:lnTo>
                    <a:pt x="474230" y="781418"/>
                  </a:lnTo>
                  <a:lnTo>
                    <a:pt x="476440" y="792353"/>
                  </a:lnTo>
                  <a:lnTo>
                    <a:pt x="476440" y="641832"/>
                  </a:lnTo>
                  <a:lnTo>
                    <a:pt x="472605" y="649833"/>
                  </a:lnTo>
                  <a:lnTo>
                    <a:pt x="456158" y="696506"/>
                  </a:lnTo>
                  <a:lnTo>
                    <a:pt x="448792" y="728573"/>
                  </a:lnTo>
                  <a:lnTo>
                    <a:pt x="448335" y="728472"/>
                  </a:lnTo>
                  <a:lnTo>
                    <a:pt x="210070" y="728472"/>
                  </a:lnTo>
                  <a:lnTo>
                    <a:pt x="203047" y="695706"/>
                  </a:lnTo>
                  <a:lnTo>
                    <a:pt x="187350" y="649097"/>
                  </a:lnTo>
                  <a:lnTo>
                    <a:pt x="166458" y="604697"/>
                  </a:lnTo>
                  <a:lnTo>
                    <a:pt x="140538" y="562902"/>
                  </a:lnTo>
                  <a:lnTo>
                    <a:pt x="109791" y="524103"/>
                  </a:lnTo>
                  <a:lnTo>
                    <a:pt x="78092" y="481063"/>
                  </a:lnTo>
                  <a:lnTo>
                    <a:pt x="54876" y="433412"/>
                  </a:lnTo>
                  <a:lnTo>
                    <a:pt x="40614" y="382358"/>
                  </a:lnTo>
                  <a:lnTo>
                    <a:pt x="35763" y="329095"/>
                  </a:lnTo>
                  <a:lnTo>
                    <a:pt x="39433" y="282473"/>
                  </a:lnTo>
                  <a:lnTo>
                    <a:pt x="50228" y="237680"/>
                  </a:lnTo>
                  <a:lnTo>
                    <a:pt x="67906" y="195338"/>
                  </a:lnTo>
                  <a:lnTo>
                    <a:pt x="92176" y="156146"/>
                  </a:lnTo>
                  <a:lnTo>
                    <a:pt x="122758" y="120713"/>
                  </a:lnTo>
                  <a:lnTo>
                    <a:pt x="158584" y="90398"/>
                  </a:lnTo>
                  <a:lnTo>
                    <a:pt x="198158" y="66395"/>
                  </a:lnTo>
                  <a:lnTo>
                    <a:pt x="240804" y="49060"/>
                  </a:lnTo>
                  <a:lnTo>
                    <a:pt x="285838" y="38735"/>
                  </a:lnTo>
                  <a:lnTo>
                    <a:pt x="332562" y="35763"/>
                  </a:lnTo>
                  <a:lnTo>
                    <a:pt x="378040" y="39941"/>
                  </a:lnTo>
                  <a:lnTo>
                    <a:pt x="421462" y="51041"/>
                  </a:lnTo>
                  <a:lnTo>
                    <a:pt x="462216" y="68491"/>
                  </a:lnTo>
                  <a:lnTo>
                    <a:pt x="499719" y="91681"/>
                  </a:lnTo>
                  <a:lnTo>
                    <a:pt x="533349" y="120040"/>
                  </a:lnTo>
                  <a:lnTo>
                    <a:pt x="562508" y="152984"/>
                  </a:lnTo>
                  <a:lnTo>
                    <a:pt x="586613" y="189903"/>
                  </a:lnTo>
                  <a:lnTo>
                    <a:pt x="605040" y="230238"/>
                  </a:lnTo>
                  <a:lnTo>
                    <a:pt x="617194" y="273380"/>
                  </a:lnTo>
                  <a:lnTo>
                    <a:pt x="622477" y="318744"/>
                  </a:lnTo>
                  <a:lnTo>
                    <a:pt x="622477" y="181889"/>
                  </a:lnTo>
                  <a:lnTo>
                    <a:pt x="601472" y="146100"/>
                  </a:lnTo>
                  <a:lnTo>
                    <a:pt x="573760" y="110756"/>
                  </a:lnTo>
                  <a:lnTo>
                    <a:pt x="541655" y="79413"/>
                  </a:lnTo>
                  <a:lnTo>
                    <a:pt x="505650" y="52565"/>
                  </a:lnTo>
                  <a:lnTo>
                    <a:pt x="466280" y="30708"/>
                  </a:lnTo>
                  <a:lnTo>
                    <a:pt x="424040" y="14325"/>
                  </a:lnTo>
                  <a:lnTo>
                    <a:pt x="379425" y="3924"/>
                  </a:lnTo>
                  <a:lnTo>
                    <a:pt x="332943" y="0"/>
                  </a:lnTo>
                  <a:lnTo>
                    <a:pt x="280517" y="3429"/>
                  </a:lnTo>
                  <a:lnTo>
                    <a:pt x="229997" y="15024"/>
                  </a:lnTo>
                  <a:lnTo>
                    <a:pt x="182168" y="34429"/>
                  </a:lnTo>
                  <a:lnTo>
                    <a:pt x="137795" y="61302"/>
                  </a:lnTo>
                  <a:lnTo>
                    <a:pt x="97612" y="95288"/>
                  </a:lnTo>
                  <a:lnTo>
                    <a:pt x="63284" y="135039"/>
                  </a:lnTo>
                  <a:lnTo>
                    <a:pt x="36055" y="179031"/>
                  </a:lnTo>
                  <a:lnTo>
                    <a:pt x="16230" y="226517"/>
                  </a:lnTo>
                  <a:lnTo>
                    <a:pt x="4114" y="276783"/>
                  </a:lnTo>
                  <a:lnTo>
                    <a:pt x="0" y="329095"/>
                  </a:lnTo>
                  <a:lnTo>
                    <a:pt x="3505" y="377050"/>
                  </a:lnTo>
                  <a:lnTo>
                    <a:pt x="13817" y="423595"/>
                  </a:lnTo>
                  <a:lnTo>
                    <a:pt x="30683" y="468033"/>
                  </a:lnTo>
                  <a:lnTo>
                    <a:pt x="53848" y="509689"/>
                  </a:lnTo>
                  <a:lnTo>
                    <a:pt x="83058" y="547865"/>
                  </a:lnTo>
                  <a:lnTo>
                    <a:pt x="111252" y="583450"/>
                  </a:lnTo>
                  <a:lnTo>
                    <a:pt x="135013" y="621766"/>
                  </a:lnTo>
                  <a:lnTo>
                    <a:pt x="154178" y="662457"/>
                  </a:lnTo>
                  <a:lnTo>
                    <a:pt x="168554" y="705167"/>
                  </a:lnTo>
                  <a:lnTo>
                    <a:pt x="175920" y="739787"/>
                  </a:lnTo>
                  <a:lnTo>
                    <a:pt x="164934" y="747204"/>
                  </a:lnTo>
                  <a:lnTo>
                    <a:pt x="151231" y="767511"/>
                  </a:lnTo>
                  <a:lnTo>
                    <a:pt x="148209" y="782383"/>
                  </a:lnTo>
                  <a:lnTo>
                    <a:pt x="75247" y="782383"/>
                  </a:lnTo>
                  <a:lnTo>
                    <a:pt x="67246" y="790384"/>
                  </a:lnTo>
                  <a:lnTo>
                    <a:pt x="67246" y="810145"/>
                  </a:lnTo>
                  <a:lnTo>
                    <a:pt x="75247" y="818146"/>
                  </a:lnTo>
                  <a:lnTo>
                    <a:pt x="148209" y="818146"/>
                  </a:lnTo>
                  <a:lnTo>
                    <a:pt x="151231" y="833031"/>
                  </a:lnTo>
                  <a:lnTo>
                    <a:pt x="164934" y="853325"/>
                  </a:lnTo>
                  <a:lnTo>
                    <a:pt x="185242" y="867029"/>
                  </a:lnTo>
                  <a:lnTo>
                    <a:pt x="210070" y="872058"/>
                  </a:lnTo>
                  <a:lnTo>
                    <a:pt x="448335" y="872058"/>
                  </a:lnTo>
                  <a:lnTo>
                    <a:pt x="493471" y="853325"/>
                  </a:lnTo>
                  <a:lnTo>
                    <a:pt x="510184" y="818146"/>
                  </a:lnTo>
                  <a:lnTo>
                    <a:pt x="573278" y="818146"/>
                  </a:lnTo>
                  <a:lnTo>
                    <a:pt x="583145" y="818146"/>
                  </a:lnTo>
                  <a:lnTo>
                    <a:pt x="591159" y="810145"/>
                  </a:lnTo>
                  <a:lnTo>
                    <a:pt x="591159" y="790384"/>
                  </a:lnTo>
                  <a:lnTo>
                    <a:pt x="583145" y="782383"/>
                  </a:lnTo>
                  <a:lnTo>
                    <a:pt x="510184" y="782383"/>
                  </a:lnTo>
                  <a:lnTo>
                    <a:pt x="507174" y="767511"/>
                  </a:lnTo>
                  <a:lnTo>
                    <a:pt x="504964" y="764235"/>
                  </a:lnTo>
                  <a:lnTo>
                    <a:pt x="493471" y="747204"/>
                  </a:lnTo>
                  <a:lnTo>
                    <a:pt x="482803" y="740016"/>
                  </a:lnTo>
                  <a:lnTo>
                    <a:pt x="490588" y="706158"/>
                  </a:lnTo>
                  <a:lnTo>
                    <a:pt x="505828" y="663079"/>
                  </a:lnTo>
                  <a:lnTo>
                    <a:pt x="526084" y="620941"/>
                  </a:lnTo>
                  <a:lnTo>
                    <a:pt x="551180" y="580123"/>
                  </a:lnTo>
                  <a:lnTo>
                    <a:pt x="580923" y="540981"/>
                  </a:lnTo>
                  <a:lnTo>
                    <a:pt x="609358" y="501827"/>
                  </a:lnTo>
                  <a:lnTo>
                    <a:pt x="631545" y="459219"/>
                  </a:lnTo>
                  <a:lnTo>
                    <a:pt x="647255" y="413829"/>
                  </a:lnTo>
                  <a:lnTo>
                    <a:pt x="656221" y="366369"/>
                  </a:lnTo>
                  <a:lnTo>
                    <a:pt x="658228" y="317550"/>
                  </a:lnTo>
                  <a:close/>
                </a:path>
                <a:path w="840105" h="872489">
                  <a:moveTo>
                    <a:pt x="839584" y="304914"/>
                  </a:moveTo>
                  <a:lnTo>
                    <a:pt x="831583" y="296913"/>
                  </a:lnTo>
                  <a:lnTo>
                    <a:pt x="757389" y="296913"/>
                  </a:lnTo>
                  <a:lnTo>
                    <a:pt x="749376" y="304914"/>
                  </a:lnTo>
                  <a:lnTo>
                    <a:pt x="749376" y="324675"/>
                  </a:lnTo>
                  <a:lnTo>
                    <a:pt x="757389" y="332676"/>
                  </a:lnTo>
                  <a:lnTo>
                    <a:pt x="821702" y="332676"/>
                  </a:lnTo>
                  <a:lnTo>
                    <a:pt x="831583" y="332676"/>
                  </a:lnTo>
                  <a:lnTo>
                    <a:pt x="839584" y="324675"/>
                  </a:lnTo>
                  <a:lnTo>
                    <a:pt x="839584" y="304914"/>
                  </a:lnTo>
                  <a:close/>
                </a:path>
              </a:pathLst>
            </a:custGeom>
            <a:solidFill>
              <a:srgbClr val="9FCFCA"/>
            </a:solidFill>
          </p:spPr>
          <p:txBody>
            <a:bodyPr wrap="square" lIns="0" tIns="0" rIns="0" bIns="0" rtlCol="0"/>
            <a:lstStyle/>
            <a:p>
              <a:endParaRPr sz="2400"/>
            </a:p>
          </p:txBody>
        </p:sp>
        <p:pic>
          <p:nvPicPr>
            <p:cNvPr id="45" name="object 6">
              <a:extLst>
                <a:ext uri="{FF2B5EF4-FFF2-40B4-BE49-F238E27FC236}">
                  <a16:creationId xmlns:a16="http://schemas.microsoft.com/office/drawing/2014/main" id="{26932D97-25E3-E390-4E16-A7E521F40210}"/>
                </a:ext>
              </a:extLst>
            </p:cNvPr>
            <p:cNvPicPr/>
            <p:nvPr/>
          </p:nvPicPr>
          <p:blipFill>
            <a:blip r:embed="rId3" cstate="print"/>
            <a:stretch>
              <a:fillRect/>
            </a:stretch>
          </p:blipFill>
          <p:spPr>
            <a:xfrm>
              <a:off x="13876116" y="860505"/>
              <a:ext cx="74256" cy="74250"/>
            </a:xfrm>
            <a:prstGeom prst="rect">
              <a:avLst/>
            </a:prstGeom>
          </p:spPr>
        </p:pic>
        <p:sp>
          <p:nvSpPr>
            <p:cNvPr id="46" name="object 7">
              <a:extLst>
                <a:ext uri="{FF2B5EF4-FFF2-40B4-BE49-F238E27FC236}">
                  <a16:creationId xmlns:a16="http://schemas.microsoft.com/office/drawing/2014/main" id="{5D44B1E4-0688-DA57-1756-0C8328459F19}"/>
                </a:ext>
              </a:extLst>
            </p:cNvPr>
            <p:cNvSpPr/>
            <p:nvPr/>
          </p:nvSpPr>
          <p:spPr>
            <a:xfrm>
              <a:off x="13563250" y="723593"/>
              <a:ext cx="36195" cy="90805"/>
            </a:xfrm>
            <a:custGeom>
              <a:avLst/>
              <a:gdLst/>
              <a:ahLst/>
              <a:cxnLst/>
              <a:rect l="l" t="t" r="r" b="b"/>
              <a:pathLst>
                <a:path w="36194" h="90805">
                  <a:moveTo>
                    <a:pt x="27762" y="0"/>
                  </a:moveTo>
                  <a:lnTo>
                    <a:pt x="8000" y="0"/>
                  </a:lnTo>
                  <a:lnTo>
                    <a:pt x="0" y="8000"/>
                  </a:lnTo>
                  <a:lnTo>
                    <a:pt x="0" y="82207"/>
                  </a:lnTo>
                  <a:lnTo>
                    <a:pt x="8000" y="90208"/>
                  </a:lnTo>
                  <a:lnTo>
                    <a:pt x="17881" y="90208"/>
                  </a:lnTo>
                  <a:lnTo>
                    <a:pt x="27749" y="90208"/>
                  </a:lnTo>
                  <a:lnTo>
                    <a:pt x="35763" y="82207"/>
                  </a:lnTo>
                  <a:lnTo>
                    <a:pt x="35763" y="8000"/>
                  </a:lnTo>
                  <a:lnTo>
                    <a:pt x="27762" y="0"/>
                  </a:lnTo>
                  <a:close/>
                </a:path>
              </a:pathLst>
            </a:custGeom>
            <a:solidFill>
              <a:srgbClr val="9FCFCA"/>
            </a:solidFill>
          </p:spPr>
          <p:txBody>
            <a:bodyPr wrap="square" lIns="0" tIns="0" rIns="0" bIns="0" rtlCol="0"/>
            <a:lstStyle/>
            <a:p>
              <a:endParaRPr sz="2400"/>
            </a:p>
          </p:txBody>
        </p:sp>
        <p:pic>
          <p:nvPicPr>
            <p:cNvPr id="47" name="object 8">
              <a:extLst>
                <a:ext uri="{FF2B5EF4-FFF2-40B4-BE49-F238E27FC236}">
                  <a16:creationId xmlns:a16="http://schemas.microsoft.com/office/drawing/2014/main" id="{77B22F18-E80F-BED0-4A63-0F71B660A4F7}"/>
                </a:ext>
              </a:extLst>
            </p:cNvPr>
            <p:cNvPicPr/>
            <p:nvPr/>
          </p:nvPicPr>
          <p:blipFill>
            <a:blip r:embed="rId4" cstate="print"/>
            <a:stretch>
              <a:fillRect/>
            </a:stretch>
          </p:blipFill>
          <p:spPr>
            <a:xfrm>
              <a:off x="13218003" y="875228"/>
              <a:ext cx="74244" cy="74263"/>
            </a:xfrm>
            <a:prstGeom prst="rect">
              <a:avLst/>
            </a:prstGeom>
          </p:spPr>
        </p:pic>
        <p:sp>
          <p:nvSpPr>
            <p:cNvPr id="48" name="object 9">
              <a:extLst>
                <a:ext uri="{FF2B5EF4-FFF2-40B4-BE49-F238E27FC236}">
                  <a16:creationId xmlns:a16="http://schemas.microsoft.com/office/drawing/2014/main" id="{262A62E3-B107-13F9-9145-71D0BE37AEC8}"/>
                </a:ext>
              </a:extLst>
            </p:cNvPr>
            <p:cNvSpPr/>
            <p:nvPr/>
          </p:nvSpPr>
          <p:spPr>
            <a:xfrm>
              <a:off x="13081082" y="1226564"/>
              <a:ext cx="90805" cy="36195"/>
            </a:xfrm>
            <a:custGeom>
              <a:avLst/>
              <a:gdLst/>
              <a:ahLst/>
              <a:cxnLst/>
              <a:rect l="l" t="t" r="r" b="b"/>
              <a:pathLst>
                <a:path w="90805" h="36194">
                  <a:moveTo>
                    <a:pt x="82194" y="0"/>
                  </a:moveTo>
                  <a:lnTo>
                    <a:pt x="8013" y="0"/>
                  </a:lnTo>
                  <a:lnTo>
                    <a:pt x="0" y="8001"/>
                  </a:lnTo>
                  <a:lnTo>
                    <a:pt x="0" y="27762"/>
                  </a:lnTo>
                  <a:lnTo>
                    <a:pt x="8013" y="35763"/>
                  </a:lnTo>
                  <a:lnTo>
                    <a:pt x="72326" y="35763"/>
                  </a:lnTo>
                  <a:lnTo>
                    <a:pt x="82194" y="35763"/>
                  </a:lnTo>
                  <a:lnTo>
                    <a:pt x="90208" y="27762"/>
                  </a:lnTo>
                  <a:lnTo>
                    <a:pt x="90208" y="8001"/>
                  </a:lnTo>
                  <a:lnTo>
                    <a:pt x="82194" y="0"/>
                  </a:lnTo>
                  <a:close/>
                </a:path>
              </a:pathLst>
            </a:custGeom>
            <a:solidFill>
              <a:srgbClr val="9FCFCA"/>
            </a:solidFill>
          </p:spPr>
          <p:txBody>
            <a:bodyPr wrap="square" lIns="0" tIns="0" rIns="0" bIns="0" rtlCol="0"/>
            <a:lstStyle/>
            <a:p>
              <a:endParaRPr sz="2400"/>
            </a:p>
          </p:txBody>
        </p:sp>
        <p:pic>
          <p:nvPicPr>
            <p:cNvPr id="49" name="object 10">
              <a:extLst>
                <a:ext uri="{FF2B5EF4-FFF2-40B4-BE49-F238E27FC236}">
                  <a16:creationId xmlns:a16="http://schemas.microsoft.com/office/drawing/2014/main" id="{BBE77F84-112C-89E3-A498-D0EF73A8A37E}"/>
                </a:ext>
              </a:extLst>
            </p:cNvPr>
            <p:cNvPicPr/>
            <p:nvPr/>
          </p:nvPicPr>
          <p:blipFill>
            <a:blip r:embed="rId5" cstate="print"/>
            <a:stretch>
              <a:fillRect/>
            </a:stretch>
          </p:blipFill>
          <p:spPr>
            <a:xfrm>
              <a:off x="13232731" y="1533305"/>
              <a:ext cx="74244" cy="74247"/>
            </a:xfrm>
            <a:prstGeom prst="rect">
              <a:avLst/>
            </a:prstGeom>
          </p:spPr>
        </p:pic>
        <p:pic>
          <p:nvPicPr>
            <p:cNvPr id="50" name="object 11">
              <a:extLst>
                <a:ext uri="{FF2B5EF4-FFF2-40B4-BE49-F238E27FC236}">
                  <a16:creationId xmlns:a16="http://schemas.microsoft.com/office/drawing/2014/main" id="{B8DECF85-757F-A3C6-414F-7BC4F5F7F814}"/>
                </a:ext>
              </a:extLst>
            </p:cNvPr>
            <p:cNvPicPr/>
            <p:nvPr/>
          </p:nvPicPr>
          <p:blipFill>
            <a:blip r:embed="rId6" cstate="print"/>
            <a:stretch>
              <a:fillRect/>
            </a:stretch>
          </p:blipFill>
          <p:spPr>
            <a:xfrm>
              <a:off x="13890843" y="1518570"/>
              <a:ext cx="74256" cy="74263"/>
            </a:xfrm>
            <a:prstGeom prst="rect">
              <a:avLst/>
            </a:prstGeom>
          </p:spPr>
        </p:pic>
        <p:pic>
          <p:nvPicPr>
            <p:cNvPr id="51" name="object 12">
              <a:extLst>
                <a:ext uri="{FF2B5EF4-FFF2-40B4-BE49-F238E27FC236}">
                  <a16:creationId xmlns:a16="http://schemas.microsoft.com/office/drawing/2014/main" id="{84ADB874-AB2D-3C8C-3D0E-B707BF81FF41}"/>
                </a:ext>
              </a:extLst>
            </p:cNvPr>
            <p:cNvPicPr/>
            <p:nvPr/>
          </p:nvPicPr>
          <p:blipFill>
            <a:blip r:embed="rId7" cstate="print"/>
            <a:stretch>
              <a:fillRect/>
            </a:stretch>
          </p:blipFill>
          <p:spPr>
            <a:xfrm>
              <a:off x="13470155" y="1745181"/>
              <a:ext cx="239966" cy="137858"/>
            </a:xfrm>
            <a:prstGeom prst="rect">
              <a:avLst/>
            </a:prstGeom>
          </p:spPr>
        </p:pic>
        <p:sp>
          <p:nvSpPr>
            <p:cNvPr id="52" name="object 13">
              <a:extLst>
                <a:ext uri="{FF2B5EF4-FFF2-40B4-BE49-F238E27FC236}">
                  <a16:creationId xmlns:a16="http://schemas.microsoft.com/office/drawing/2014/main" id="{FE458113-0D6C-6124-2B62-E8615BEEF94E}"/>
                </a:ext>
              </a:extLst>
            </p:cNvPr>
            <p:cNvSpPr/>
            <p:nvPr/>
          </p:nvSpPr>
          <p:spPr>
            <a:xfrm>
              <a:off x="13378602" y="1024446"/>
              <a:ext cx="426084" cy="426084"/>
            </a:xfrm>
            <a:custGeom>
              <a:avLst/>
              <a:gdLst/>
              <a:ahLst/>
              <a:cxnLst/>
              <a:rect l="l" t="t" r="r" b="b"/>
              <a:pathLst>
                <a:path w="426084" h="426084">
                  <a:moveTo>
                    <a:pt x="212953" y="0"/>
                  </a:moveTo>
                  <a:lnTo>
                    <a:pt x="164184" y="5634"/>
                  </a:lnTo>
                  <a:lnTo>
                    <a:pt x="119383" y="21680"/>
                  </a:lnTo>
                  <a:lnTo>
                    <a:pt x="79840" y="46847"/>
                  </a:lnTo>
                  <a:lnTo>
                    <a:pt x="46842" y="79848"/>
                  </a:lnTo>
                  <a:lnTo>
                    <a:pt x="21677" y="119393"/>
                  </a:lnTo>
                  <a:lnTo>
                    <a:pt x="5634" y="164196"/>
                  </a:lnTo>
                  <a:lnTo>
                    <a:pt x="0" y="212966"/>
                  </a:lnTo>
                  <a:lnTo>
                    <a:pt x="5634" y="261735"/>
                  </a:lnTo>
                  <a:lnTo>
                    <a:pt x="21677" y="306536"/>
                  </a:lnTo>
                  <a:lnTo>
                    <a:pt x="46842" y="346079"/>
                  </a:lnTo>
                  <a:lnTo>
                    <a:pt x="79840" y="379077"/>
                  </a:lnTo>
                  <a:lnTo>
                    <a:pt x="119383" y="404242"/>
                  </a:lnTo>
                  <a:lnTo>
                    <a:pt x="164184" y="420285"/>
                  </a:lnTo>
                  <a:lnTo>
                    <a:pt x="212953" y="425919"/>
                  </a:lnTo>
                  <a:lnTo>
                    <a:pt x="261723" y="420285"/>
                  </a:lnTo>
                  <a:lnTo>
                    <a:pt x="306523" y="404242"/>
                  </a:lnTo>
                  <a:lnTo>
                    <a:pt x="328657" y="390156"/>
                  </a:lnTo>
                  <a:lnTo>
                    <a:pt x="212953" y="390156"/>
                  </a:lnTo>
                  <a:lnTo>
                    <a:pt x="165904" y="383817"/>
                  </a:lnTo>
                  <a:lnTo>
                    <a:pt x="123592" y="365932"/>
                  </a:lnTo>
                  <a:lnTo>
                    <a:pt x="87720" y="338204"/>
                  </a:lnTo>
                  <a:lnTo>
                    <a:pt x="59990" y="302332"/>
                  </a:lnTo>
                  <a:lnTo>
                    <a:pt x="42103" y="260019"/>
                  </a:lnTo>
                  <a:lnTo>
                    <a:pt x="35763" y="212966"/>
                  </a:lnTo>
                  <a:lnTo>
                    <a:pt x="42103" y="165911"/>
                  </a:lnTo>
                  <a:lnTo>
                    <a:pt x="59990" y="123596"/>
                  </a:lnTo>
                  <a:lnTo>
                    <a:pt x="87720" y="87722"/>
                  </a:lnTo>
                  <a:lnTo>
                    <a:pt x="123592" y="59990"/>
                  </a:lnTo>
                  <a:lnTo>
                    <a:pt x="165904" y="42103"/>
                  </a:lnTo>
                  <a:lnTo>
                    <a:pt x="212953" y="35763"/>
                  </a:lnTo>
                  <a:lnTo>
                    <a:pt x="328651" y="35763"/>
                  </a:lnTo>
                  <a:lnTo>
                    <a:pt x="306523" y="21680"/>
                  </a:lnTo>
                  <a:lnTo>
                    <a:pt x="261723" y="5634"/>
                  </a:lnTo>
                  <a:lnTo>
                    <a:pt x="212953" y="0"/>
                  </a:lnTo>
                  <a:close/>
                </a:path>
                <a:path w="426084" h="426084">
                  <a:moveTo>
                    <a:pt x="328651" y="35763"/>
                  </a:moveTo>
                  <a:lnTo>
                    <a:pt x="212953" y="35763"/>
                  </a:lnTo>
                  <a:lnTo>
                    <a:pt x="260002" y="42103"/>
                  </a:lnTo>
                  <a:lnTo>
                    <a:pt x="302314" y="59990"/>
                  </a:lnTo>
                  <a:lnTo>
                    <a:pt x="338186" y="87722"/>
                  </a:lnTo>
                  <a:lnTo>
                    <a:pt x="365917" y="123596"/>
                  </a:lnTo>
                  <a:lnTo>
                    <a:pt x="383803" y="165911"/>
                  </a:lnTo>
                  <a:lnTo>
                    <a:pt x="390144" y="212966"/>
                  </a:lnTo>
                  <a:lnTo>
                    <a:pt x="383803" y="260019"/>
                  </a:lnTo>
                  <a:lnTo>
                    <a:pt x="365917" y="302332"/>
                  </a:lnTo>
                  <a:lnTo>
                    <a:pt x="338186" y="338204"/>
                  </a:lnTo>
                  <a:lnTo>
                    <a:pt x="302314" y="365932"/>
                  </a:lnTo>
                  <a:lnTo>
                    <a:pt x="260002" y="383817"/>
                  </a:lnTo>
                  <a:lnTo>
                    <a:pt x="212953" y="390156"/>
                  </a:lnTo>
                  <a:lnTo>
                    <a:pt x="328657" y="390156"/>
                  </a:lnTo>
                  <a:lnTo>
                    <a:pt x="379064" y="346079"/>
                  </a:lnTo>
                  <a:lnTo>
                    <a:pt x="404229" y="306536"/>
                  </a:lnTo>
                  <a:lnTo>
                    <a:pt x="420273" y="261735"/>
                  </a:lnTo>
                  <a:lnTo>
                    <a:pt x="425907" y="212966"/>
                  </a:lnTo>
                  <a:lnTo>
                    <a:pt x="420273" y="164196"/>
                  </a:lnTo>
                  <a:lnTo>
                    <a:pt x="404229" y="119393"/>
                  </a:lnTo>
                  <a:lnTo>
                    <a:pt x="379064" y="79848"/>
                  </a:lnTo>
                  <a:lnTo>
                    <a:pt x="346066" y="46847"/>
                  </a:lnTo>
                  <a:lnTo>
                    <a:pt x="328651" y="35763"/>
                  </a:lnTo>
                  <a:close/>
                </a:path>
              </a:pathLst>
            </a:custGeom>
            <a:solidFill>
              <a:srgbClr val="9FCFCA"/>
            </a:solidFill>
          </p:spPr>
          <p:txBody>
            <a:bodyPr wrap="square" lIns="0" tIns="0" rIns="0" bIns="0" rtlCol="0"/>
            <a:lstStyle/>
            <a:p>
              <a:endParaRPr sz="2400"/>
            </a:p>
          </p:txBody>
        </p:sp>
        <p:pic>
          <p:nvPicPr>
            <p:cNvPr id="53" name="object 14">
              <a:extLst>
                <a:ext uri="{FF2B5EF4-FFF2-40B4-BE49-F238E27FC236}">
                  <a16:creationId xmlns:a16="http://schemas.microsoft.com/office/drawing/2014/main" id="{E8A873E5-B873-C6F4-1BD5-5DFA25FA6C21}"/>
                </a:ext>
              </a:extLst>
            </p:cNvPr>
            <p:cNvPicPr/>
            <p:nvPr/>
          </p:nvPicPr>
          <p:blipFill>
            <a:blip r:embed="rId8" cstate="print"/>
            <a:stretch>
              <a:fillRect/>
            </a:stretch>
          </p:blipFill>
          <p:spPr>
            <a:xfrm>
              <a:off x="13484495" y="1158119"/>
              <a:ext cx="214134" cy="158565"/>
            </a:xfrm>
            <a:prstGeom prst="rect">
              <a:avLst/>
            </a:prstGeom>
          </p:spPr>
        </p:pic>
      </p:grpSp>
      <p:sp>
        <p:nvSpPr>
          <p:cNvPr id="27" name="Title 1">
            <a:extLst>
              <a:ext uri="{FF2B5EF4-FFF2-40B4-BE49-F238E27FC236}">
                <a16:creationId xmlns:a16="http://schemas.microsoft.com/office/drawing/2014/main" id="{B70215CE-FE76-3AEE-BEF0-0C55E637F397}"/>
              </a:ext>
            </a:extLst>
          </p:cNvPr>
          <p:cNvSpPr txBox="1">
            <a:spLocks/>
          </p:cNvSpPr>
          <p:nvPr/>
        </p:nvSpPr>
        <p:spPr>
          <a:xfrm>
            <a:off x="342901" y="-4204"/>
            <a:ext cx="8246775" cy="1325563"/>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2200">
                <a:solidFill>
                  <a:srgbClr val="004578"/>
                </a:solidFill>
                <a:latin typeface="Arial" panose="020B0604020202020204" pitchFamily="34" charset="0"/>
                <a:cs typeface="Arial" panose="020B0604020202020204" pitchFamily="34" charset="0"/>
              </a:rPr>
              <a:t>Build Define.xml and Shell Datasets</a:t>
            </a:r>
          </a:p>
        </p:txBody>
      </p:sp>
      <p:grpSp>
        <p:nvGrpSpPr>
          <p:cNvPr id="32" name="Group 31">
            <a:extLst>
              <a:ext uri="{FF2B5EF4-FFF2-40B4-BE49-F238E27FC236}">
                <a16:creationId xmlns:a16="http://schemas.microsoft.com/office/drawing/2014/main" id="{C97A5379-7F97-DA70-10E7-C922BF5B85FA}"/>
              </a:ext>
            </a:extLst>
          </p:cNvPr>
          <p:cNvGrpSpPr/>
          <p:nvPr/>
        </p:nvGrpSpPr>
        <p:grpSpPr>
          <a:xfrm>
            <a:off x="1" y="1198099"/>
            <a:ext cx="4081780" cy="1051984"/>
            <a:chOff x="0" y="898574"/>
            <a:chExt cx="3061335" cy="788988"/>
          </a:xfrm>
        </p:grpSpPr>
        <p:sp>
          <p:nvSpPr>
            <p:cNvPr id="15" name="object 15">
              <a:extLst>
                <a:ext uri="{FF2B5EF4-FFF2-40B4-BE49-F238E27FC236}">
                  <a16:creationId xmlns:a16="http://schemas.microsoft.com/office/drawing/2014/main" id="{D1AC80F6-EBF8-F9BE-960C-F663477F9BD3}"/>
                </a:ext>
              </a:extLst>
            </p:cNvPr>
            <p:cNvSpPr/>
            <p:nvPr/>
          </p:nvSpPr>
          <p:spPr>
            <a:xfrm>
              <a:off x="0" y="898574"/>
              <a:ext cx="3061335" cy="788988"/>
            </a:xfrm>
            <a:custGeom>
              <a:avLst/>
              <a:gdLst/>
              <a:ahLst/>
              <a:cxnLst/>
              <a:rect l="l" t="t" r="r" b="b"/>
              <a:pathLst>
                <a:path w="6122670" h="1577975">
                  <a:moveTo>
                    <a:pt x="5343434" y="59"/>
                  </a:moveTo>
                  <a:lnTo>
                    <a:pt x="0" y="0"/>
                  </a:lnTo>
                  <a:lnTo>
                    <a:pt x="0" y="1577644"/>
                  </a:lnTo>
                  <a:lnTo>
                    <a:pt x="5333749" y="1577644"/>
                  </a:lnTo>
                  <a:lnTo>
                    <a:pt x="5391784" y="1575503"/>
                  </a:lnTo>
                  <a:lnTo>
                    <a:pt x="5449497" y="1569097"/>
                  </a:lnTo>
                  <a:lnTo>
                    <a:pt x="5506585" y="1558472"/>
                  </a:lnTo>
                  <a:lnTo>
                    <a:pt x="5562730" y="1543672"/>
                  </a:lnTo>
                  <a:lnTo>
                    <a:pt x="5617642" y="1524782"/>
                  </a:lnTo>
                  <a:lnTo>
                    <a:pt x="5671011" y="1501902"/>
                  </a:lnTo>
                  <a:lnTo>
                    <a:pt x="5722558" y="1475158"/>
                  </a:lnTo>
                  <a:lnTo>
                    <a:pt x="5772001" y="1444701"/>
                  </a:lnTo>
                  <a:lnTo>
                    <a:pt x="5819058" y="1410684"/>
                  </a:lnTo>
                  <a:lnTo>
                    <a:pt x="5863492" y="1373289"/>
                  </a:lnTo>
                  <a:lnTo>
                    <a:pt x="5905052" y="1332744"/>
                  </a:lnTo>
                  <a:lnTo>
                    <a:pt x="5943527" y="1289253"/>
                  </a:lnTo>
                  <a:lnTo>
                    <a:pt x="5978674" y="1243026"/>
                  </a:lnTo>
                  <a:lnTo>
                    <a:pt x="6010355" y="1194358"/>
                  </a:lnTo>
                  <a:lnTo>
                    <a:pt x="6038345" y="1143484"/>
                  </a:lnTo>
                  <a:lnTo>
                    <a:pt x="6062526" y="1090688"/>
                  </a:lnTo>
                  <a:lnTo>
                    <a:pt x="6082764" y="1036262"/>
                  </a:lnTo>
                  <a:lnTo>
                    <a:pt x="6098937" y="980478"/>
                  </a:lnTo>
                  <a:lnTo>
                    <a:pt x="6110962" y="923677"/>
                  </a:lnTo>
                  <a:lnTo>
                    <a:pt x="6118774" y="866140"/>
                  </a:lnTo>
                  <a:lnTo>
                    <a:pt x="6122334" y="808177"/>
                  </a:lnTo>
                  <a:lnTo>
                    <a:pt x="6122512" y="779137"/>
                  </a:lnTo>
                  <a:lnTo>
                    <a:pt x="6121619" y="750112"/>
                  </a:lnTo>
                  <a:lnTo>
                    <a:pt x="6116639" y="692261"/>
                  </a:lnTo>
                  <a:lnTo>
                    <a:pt x="6107421" y="634923"/>
                  </a:lnTo>
                  <a:lnTo>
                    <a:pt x="6094003" y="578431"/>
                  </a:lnTo>
                  <a:lnTo>
                    <a:pt x="6076458" y="523074"/>
                  </a:lnTo>
                  <a:lnTo>
                    <a:pt x="6054898" y="469163"/>
                  </a:lnTo>
                  <a:lnTo>
                    <a:pt x="6029430" y="416979"/>
                  </a:lnTo>
                  <a:lnTo>
                    <a:pt x="6000191" y="366804"/>
                  </a:lnTo>
                  <a:lnTo>
                    <a:pt x="5967340" y="318922"/>
                  </a:lnTo>
                  <a:lnTo>
                    <a:pt x="5931059" y="273583"/>
                  </a:lnTo>
                  <a:lnTo>
                    <a:pt x="5891533" y="231038"/>
                  </a:lnTo>
                  <a:lnTo>
                    <a:pt x="5848988" y="191519"/>
                  </a:lnTo>
                  <a:lnTo>
                    <a:pt x="5803649" y="155232"/>
                  </a:lnTo>
                  <a:lnTo>
                    <a:pt x="5755772" y="122381"/>
                  </a:lnTo>
                  <a:lnTo>
                    <a:pt x="5705593" y="93141"/>
                  </a:lnTo>
                  <a:lnTo>
                    <a:pt x="5653418" y="67673"/>
                  </a:lnTo>
                  <a:lnTo>
                    <a:pt x="5599497" y="46113"/>
                  </a:lnTo>
                  <a:lnTo>
                    <a:pt x="5544141" y="28568"/>
                  </a:lnTo>
                  <a:lnTo>
                    <a:pt x="5487648" y="15151"/>
                  </a:lnTo>
                  <a:lnTo>
                    <a:pt x="5430317" y="5932"/>
                  </a:lnTo>
                  <a:lnTo>
                    <a:pt x="5372459" y="952"/>
                  </a:lnTo>
                  <a:lnTo>
                    <a:pt x="5343434" y="59"/>
                  </a:lnTo>
                  <a:close/>
                </a:path>
              </a:pathLst>
            </a:custGeom>
            <a:solidFill>
              <a:srgbClr val="134678"/>
            </a:solidFill>
          </p:spPr>
          <p:txBody>
            <a:bodyPr wrap="square" lIns="0" tIns="0" rIns="0" bIns="0" rtlCol="0"/>
            <a:lstStyle/>
            <a:p>
              <a:endParaRPr sz="1200"/>
            </a:p>
          </p:txBody>
        </p:sp>
        <p:grpSp>
          <p:nvGrpSpPr>
            <p:cNvPr id="17" name="object 17">
              <a:extLst>
                <a:ext uri="{FF2B5EF4-FFF2-40B4-BE49-F238E27FC236}">
                  <a16:creationId xmlns:a16="http://schemas.microsoft.com/office/drawing/2014/main" id="{04903037-BE93-5715-EB75-DF501C891946}"/>
                </a:ext>
              </a:extLst>
            </p:cNvPr>
            <p:cNvGrpSpPr/>
            <p:nvPr/>
          </p:nvGrpSpPr>
          <p:grpSpPr>
            <a:xfrm>
              <a:off x="2301363" y="960963"/>
              <a:ext cx="664210" cy="664210"/>
              <a:chOff x="4620812" y="2518942"/>
              <a:chExt cx="1328420" cy="1328420"/>
            </a:xfrm>
          </p:grpSpPr>
          <p:sp>
            <p:nvSpPr>
              <p:cNvPr id="18" name="object 18">
                <a:extLst>
                  <a:ext uri="{FF2B5EF4-FFF2-40B4-BE49-F238E27FC236}">
                    <a16:creationId xmlns:a16="http://schemas.microsoft.com/office/drawing/2014/main" id="{312B5A7C-B56C-4730-63DC-BA38FA1E3289}"/>
                  </a:ext>
                </a:extLst>
              </p:cNvPr>
              <p:cNvSpPr/>
              <p:nvPr/>
            </p:nvSpPr>
            <p:spPr>
              <a:xfrm>
                <a:off x="4620812" y="2518942"/>
                <a:ext cx="1328420" cy="1328420"/>
              </a:xfrm>
              <a:custGeom>
                <a:avLst/>
                <a:gdLst/>
                <a:ahLst/>
                <a:cxnLst/>
                <a:rect l="l" t="t" r="r" b="b"/>
                <a:pathLst>
                  <a:path w="1328420"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0"/>
                    </a:lnTo>
                    <a:lnTo>
                      <a:pt x="6595" y="758121"/>
                    </a:lnTo>
                    <a:lnTo>
                      <a:pt x="14671" y="803640"/>
                    </a:lnTo>
                    <a:lnTo>
                      <a:pt x="25782" y="848034"/>
                    </a:lnTo>
                    <a:lnTo>
                      <a:pt x="39816" y="891192"/>
                    </a:lnTo>
                    <a:lnTo>
                      <a:pt x="56662" y="932999"/>
                    </a:lnTo>
                    <a:lnTo>
                      <a:pt x="76205" y="973345"/>
                    </a:lnTo>
                    <a:lnTo>
                      <a:pt x="98334" y="1012116"/>
                    </a:lnTo>
                    <a:lnTo>
                      <a:pt x="122937" y="1049201"/>
                    </a:lnTo>
                    <a:lnTo>
                      <a:pt x="149901" y="1084486"/>
                    </a:lnTo>
                    <a:lnTo>
                      <a:pt x="179114" y="1117860"/>
                    </a:lnTo>
                    <a:lnTo>
                      <a:pt x="210463" y="1149210"/>
                    </a:lnTo>
                    <a:lnTo>
                      <a:pt x="243836" y="1178424"/>
                    </a:lnTo>
                    <a:lnTo>
                      <a:pt x="279121" y="1205389"/>
                    </a:lnTo>
                    <a:lnTo>
                      <a:pt x="316205" y="1229992"/>
                    </a:lnTo>
                    <a:lnTo>
                      <a:pt x="354975" y="1252122"/>
                    </a:lnTo>
                    <a:lnTo>
                      <a:pt x="395320" y="1271666"/>
                    </a:lnTo>
                    <a:lnTo>
                      <a:pt x="437127" y="1288512"/>
                    </a:lnTo>
                    <a:lnTo>
                      <a:pt x="480284" y="1302547"/>
                    </a:lnTo>
                    <a:lnTo>
                      <a:pt x="524678" y="1313659"/>
                    </a:lnTo>
                    <a:lnTo>
                      <a:pt x="570197" y="1321735"/>
                    </a:lnTo>
                    <a:lnTo>
                      <a:pt x="616728" y="1326663"/>
                    </a:lnTo>
                    <a:lnTo>
                      <a:pt x="664159" y="1328331"/>
                    </a:lnTo>
                    <a:lnTo>
                      <a:pt x="711591" y="1326663"/>
                    </a:lnTo>
                    <a:lnTo>
                      <a:pt x="758124" y="1321735"/>
                    </a:lnTo>
                    <a:lnTo>
                      <a:pt x="803644" y="1313659"/>
                    </a:lnTo>
                    <a:lnTo>
                      <a:pt x="848039" y="1302547"/>
                    </a:lnTo>
                    <a:lnTo>
                      <a:pt x="891197" y="1288512"/>
                    </a:lnTo>
                    <a:lnTo>
                      <a:pt x="933005" y="1271666"/>
                    </a:lnTo>
                    <a:lnTo>
                      <a:pt x="973350" y="1252122"/>
                    </a:lnTo>
                    <a:lnTo>
                      <a:pt x="1012122" y="1229992"/>
                    </a:lnTo>
                    <a:lnTo>
                      <a:pt x="1049206" y="1205389"/>
                    </a:lnTo>
                    <a:lnTo>
                      <a:pt x="1084492" y="1178424"/>
                    </a:lnTo>
                    <a:lnTo>
                      <a:pt x="1117865" y="1149210"/>
                    </a:lnTo>
                    <a:lnTo>
                      <a:pt x="1149215" y="1117860"/>
                    </a:lnTo>
                    <a:lnTo>
                      <a:pt x="1178428" y="1084486"/>
                    </a:lnTo>
                    <a:lnTo>
                      <a:pt x="1205392" y="1049201"/>
                    </a:lnTo>
                    <a:lnTo>
                      <a:pt x="1229995" y="1012116"/>
                    </a:lnTo>
                    <a:lnTo>
                      <a:pt x="1252125" y="973345"/>
                    </a:lnTo>
                    <a:lnTo>
                      <a:pt x="1271668" y="932999"/>
                    </a:lnTo>
                    <a:lnTo>
                      <a:pt x="1288514" y="891192"/>
                    </a:lnTo>
                    <a:lnTo>
                      <a:pt x="1302548" y="848034"/>
                    </a:lnTo>
                    <a:lnTo>
                      <a:pt x="1313659" y="803640"/>
                    </a:lnTo>
                    <a:lnTo>
                      <a:pt x="1321735" y="758121"/>
                    </a:lnTo>
                    <a:lnTo>
                      <a:pt x="1326663" y="711590"/>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19" name="object 19">
                <a:extLst>
                  <a:ext uri="{FF2B5EF4-FFF2-40B4-BE49-F238E27FC236}">
                    <a16:creationId xmlns:a16="http://schemas.microsoft.com/office/drawing/2014/main" id="{7036FED8-D825-B560-0F6D-0A50577DD232}"/>
                  </a:ext>
                </a:extLst>
              </p:cNvPr>
              <p:cNvSpPr/>
              <p:nvPr/>
            </p:nvSpPr>
            <p:spPr>
              <a:xfrm>
                <a:off x="4762855" y="2659417"/>
                <a:ext cx="1044575" cy="1047750"/>
              </a:xfrm>
              <a:custGeom>
                <a:avLst/>
                <a:gdLst/>
                <a:ahLst/>
                <a:cxnLst/>
                <a:rect l="l" t="t" r="r" b="b"/>
                <a:pathLst>
                  <a:path w="1044575" h="1047750">
                    <a:moveTo>
                      <a:pt x="707783" y="523697"/>
                    </a:moveTo>
                    <a:lnTo>
                      <a:pt x="706361" y="502259"/>
                    </a:lnTo>
                    <a:lnTo>
                      <a:pt x="702627" y="476897"/>
                    </a:lnTo>
                    <a:lnTo>
                      <a:pt x="693077" y="457136"/>
                    </a:lnTo>
                    <a:lnTo>
                      <a:pt x="674192" y="452526"/>
                    </a:lnTo>
                    <a:lnTo>
                      <a:pt x="669505" y="454139"/>
                    </a:lnTo>
                    <a:lnTo>
                      <a:pt x="665645" y="457542"/>
                    </a:lnTo>
                    <a:lnTo>
                      <a:pt x="661301" y="466458"/>
                    </a:lnTo>
                    <a:lnTo>
                      <a:pt x="660984" y="471601"/>
                    </a:lnTo>
                    <a:lnTo>
                      <a:pt x="662609" y="476288"/>
                    </a:lnTo>
                    <a:lnTo>
                      <a:pt x="666026" y="487870"/>
                    </a:lnTo>
                    <a:lnTo>
                      <a:pt x="668464" y="499668"/>
                    </a:lnTo>
                    <a:lnTo>
                      <a:pt x="669925" y="511632"/>
                    </a:lnTo>
                    <a:lnTo>
                      <a:pt x="670382" y="523697"/>
                    </a:lnTo>
                    <a:lnTo>
                      <a:pt x="663994" y="565912"/>
                    </a:lnTo>
                    <a:lnTo>
                      <a:pt x="649287" y="601091"/>
                    </a:lnTo>
                    <a:lnTo>
                      <a:pt x="600976" y="650354"/>
                    </a:lnTo>
                    <a:lnTo>
                      <a:pt x="537552" y="671461"/>
                    </a:lnTo>
                    <a:lnTo>
                      <a:pt x="503948" y="671461"/>
                    </a:lnTo>
                    <a:lnTo>
                      <a:pt x="440524" y="650354"/>
                    </a:lnTo>
                    <a:lnTo>
                      <a:pt x="392226" y="601091"/>
                    </a:lnTo>
                    <a:lnTo>
                      <a:pt x="377520" y="565912"/>
                    </a:lnTo>
                    <a:lnTo>
                      <a:pt x="371119" y="523684"/>
                    </a:lnTo>
                    <a:lnTo>
                      <a:pt x="378790" y="476415"/>
                    </a:lnTo>
                    <a:lnTo>
                      <a:pt x="400050" y="435368"/>
                    </a:lnTo>
                    <a:lnTo>
                      <a:pt x="432435" y="402983"/>
                    </a:lnTo>
                    <a:lnTo>
                      <a:pt x="473481" y="381736"/>
                    </a:lnTo>
                    <a:lnTo>
                      <a:pt x="520750" y="374065"/>
                    </a:lnTo>
                    <a:lnTo>
                      <a:pt x="532866" y="374561"/>
                    </a:lnTo>
                    <a:lnTo>
                      <a:pt x="544880" y="376059"/>
                    </a:lnTo>
                    <a:lnTo>
                      <a:pt x="556729" y="378548"/>
                    </a:lnTo>
                    <a:lnTo>
                      <a:pt x="568337" y="382016"/>
                    </a:lnTo>
                    <a:lnTo>
                      <a:pt x="575703" y="383006"/>
                    </a:lnTo>
                    <a:lnTo>
                      <a:pt x="567512" y="341884"/>
                    </a:lnTo>
                    <a:lnTo>
                      <a:pt x="520750" y="336651"/>
                    </a:lnTo>
                    <a:lnTo>
                      <a:pt x="479552" y="341884"/>
                    </a:lnTo>
                    <a:lnTo>
                      <a:pt x="412584" y="370382"/>
                    </a:lnTo>
                    <a:lnTo>
                      <a:pt x="366229" y="417334"/>
                    </a:lnTo>
                    <a:lnTo>
                      <a:pt x="340487" y="476021"/>
                    </a:lnTo>
                    <a:lnTo>
                      <a:pt x="335330" y="507657"/>
                    </a:lnTo>
                    <a:lnTo>
                      <a:pt x="335330" y="539724"/>
                    </a:lnTo>
                    <a:lnTo>
                      <a:pt x="350786" y="601764"/>
                    </a:lnTo>
                    <a:lnTo>
                      <a:pt x="386842" y="655421"/>
                    </a:lnTo>
                    <a:lnTo>
                      <a:pt x="443496" y="693978"/>
                    </a:lnTo>
                    <a:lnTo>
                      <a:pt x="520750" y="710730"/>
                    </a:lnTo>
                    <a:lnTo>
                      <a:pt x="570445" y="703999"/>
                    </a:lnTo>
                    <a:lnTo>
                      <a:pt x="615111" y="685126"/>
                    </a:lnTo>
                    <a:lnTo>
                      <a:pt x="652945" y="655878"/>
                    </a:lnTo>
                    <a:lnTo>
                      <a:pt x="682193" y="618045"/>
                    </a:lnTo>
                    <a:lnTo>
                      <a:pt x="701065" y="573392"/>
                    </a:lnTo>
                    <a:lnTo>
                      <a:pt x="707783" y="523697"/>
                    </a:lnTo>
                    <a:close/>
                  </a:path>
                  <a:path w="1044575" h="1047750">
                    <a:moveTo>
                      <a:pt x="876084" y="528764"/>
                    </a:moveTo>
                    <a:lnTo>
                      <a:pt x="873785" y="483209"/>
                    </a:lnTo>
                    <a:lnTo>
                      <a:pt x="865619" y="438162"/>
                    </a:lnTo>
                    <a:lnTo>
                      <a:pt x="851585" y="394195"/>
                    </a:lnTo>
                    <a:lnTo>
                      <a:pt x="831684" y="351904"/>
                    </a:lnTo>
                    <a:lnTo>
                      <a:pt x="808939" y="342061"/>
                    </a:lnTo>
                    <a:lnTo>
                      <a:pt x="802678" y="345528"/>
                    </a:lnTo>
                    <a:lnTo>
                      <a:pt x="795794" y="357035"/>
                    </a:lnTo>
                    <a:lnTo>
                      <a:pt x="795693" y="364197"/>
                    </a:lnTo>
                    <a:lnTo>
                      <a:pt x="798969" y="370039"/>
                    </a:lnTo>
                    <a:lnTo>
                      <a:pt x="817994" y="409257"/>
                    </a:lnTo>
                    <a:lnTo>
                      <a:pt x="830795" y="449503"/>
                    </a:lnTo>
                    <a:lnTo>
                      <a:pt x="837666" y="490258"/>
                    </a:lnTo>
                    <a:lnTo>
                      <a:pt x="838911" y="531037"/>
                    </a:lnTo>
                    <a:lnTo>
                      <a:pt x="834809" y="571360"/>
                    </a:lnTo>
                    <a:lnTo>
                      <a:pt x="825665" y="610692"/>
                    </a:lnTo>
                    <a:lnTo>
                      <a:pt x="811758" y="648576"/>
                    </a:lnTo>
                    <a:lnTo>
                      <a:pt x="793381" y="684491"/>
                    </a:lnTo>
                    <a:lnTo>
                      <a:pt x="770839" y="717943"/>
                    </a:lnTo>
                    <a:lnTo>
                      <a:pt x="744410" y="748449"/>
                    </a:lnTo>
                    <a:lnTo>
                      <a:pt x="714400" y="775500"/>
                    </a:lnTo>
                    <a:lnTo>
                      <a:pt x="681101" y="798614"/>
                    </a:lnTo>
                    <a:lnTo>
                      <a:pt x="644779" y="817270"/>
                    </a:lnTo>
                    <a:lnTo>
                      <a:pt x="605764" y="830999"/>
                    </a:lnTo>
                    <a:lnTo>
                      <a:pt x="564311" y="839292"/>
                    </a:lnTo>
                    <a:lnTo>
                      <a:pt x="520750" y="841654"/>
                    </a:lnTo>
                    <a:lnTo>
                      <a:pt x="473786" y="838161"/>
                    </a:lnTo>
                    <a:lnTo>
                      <a:pt x="428967" y="828103"/>
                    </a:lnTo>
                    <a:lnTo>
                      <a:pt x="386778" y="811999"/>
                    </a:lnTo>
                    <a:lnTo>
                      <a:pt x="347700" y="790321"/>
                    </a:lnTo>
                    <a:lnTo>
                      <a:pt x="312242" y="763549"/>
                    </a:lnTo>
                    <a:lnTo>
                      <a:pt x="280885" y="732193"/>
                    </a:lnTo>
                    <a:lnTo>
                      <a:pt x="254127" y="696734"/>
                    </a:lnTo>
                    <a:lnTo>
                      <a:pt x="232448" y="657669"/>
                    </a:lnTo>
                    <a:lnTo>
                      <a:pt x="216331" y="615480"/>
                    </a:lnTo>
                    <a:lnTo>
                      <a:pt x="206286" y="570649"/>
                    </a:lnTo>
                    <a:lnTo>
                      <a:pt x="202793" y="523697"/>
                    </a:lnTo>
                    <a:lnTo>
                      <a:pt x="205155" y="480123"/>
                    </a:lnTo>
                    <a:lnTo>
                      <a:pt x="213461" y="438683"/>
                    </a:lnTo>
                    <a:lnTo>
                      <a:pt x="227190" y="399656"/>
                    </a:lnTo>
                    <a:lnTo>
                      <a:pt x="245846" y="363347"/>
                    </a:lnTo>
                    <a:lnTo>
                      <a:pt x="268960" y="330034"/>
                    </a:lnTo>
                    <a:lnTo>
                      <a:pt x="296011" y="300024"/>
                    </a:lnTo>
                    <a:lnTo>
                      <a:pt x="326517" y="273596"/>
                    </a:lnTo>
                    <a:lnTo>
                      <a:pt x="359968" y="251053"/>
                    </a:lnTo>
                    <a:lnTo>
                      <a:pt x="395871" y="232676"/>
                    </a:lnTo>
                    <a:lnTo>
                      <a:pt x="433755" y="218770"/>
                    </a:lnTo>
                    <a:lnTo>
                      <a:pt x="473087" y="209626"/>
                    </a:lnTo>
                    <a:lnTo>
                      <a:pt x="513397" y="205524"/>
                    </a:lnTo>
                    <a:lnTo>
                      <a:pt x="554177" y="206768"/>
                    </a:lnTo>
                    <a:lnTo>
                      <a:pt x="594944" y="213652"/>
                    </a:lnTo>
                    <a:lnTo>
                      <a:pt x="635177" y="226453"/>
                    </a:lnTo>
                    <a:lnTo>
                      <a:pt x="674408" y="245478"/>
                    </a:lnTo>
                    <a:lnTo>
                      <a:pt x="678751" y="247891"/>
                    </a:lnTo>
                    <a:lnTo>
                      <a:pt x="683869" y="248488"/>
                    </a:lnTo>
                    <a:lnTo>
                      <a:pt x="693407" y="245745"/>
                    </a:lnTo>
                    <a:lnTo>
                      <a:pt x="697433" y="242531"/>
                    </a:lnTo>
                    <a:lnTo>
                      <a:pt x="699833" y="238188"/>
                    </a:lnTo>
                    <a:lnTo>
                      <a:pt x="702233" y="233845"/>
                    </a:lnTo>
                    <a:lnTo>
                      <a:pt x="651967" y="193548"/>
                    </a:lnTo>
                    <a:lnTo>
                      <a:pt x="609473" y="179641"/>
                    </a:lnTo>
                    <a:lnTo>
                      <a:pt x="565556" y="171196"/>
                    </a:lnTo>
                    <a:lnTo>
                      <a:pt x="520750" y="168338"/>
                    </a:lnTo>
                    <a:lnTo>
                      <a:pt x="477939" y="172034"/>
                    </a:lnTo>
                    <a:lnTo>
                      <a:pt x="437896" y="179311"/>
                    </a:lnTo>
                    <a:lnTo>
                      <a:pt x="400608" y="189941"/>
                    </a:lnTo>
                    <a:lnTo>
                      <a:pt x="334327" y="220268"/>
                    </a:lnTo>
                    <a:lnTo>
                      <a:pt x="279082" y="261099"/>
                    </a:lnTo>
                    <a:lnTo>
                      <a:pt x="234899" y="310540"/>
                    </a:lnTo>
                    <a:lnTo>
                      <a:pt x="201752" y="366661"/>
                    </a:lnTo>
                    <a:lnTo>
                      <a:pt x="179654" y="427570"/>
                    </a:lnTo>
                    <a:lnTo>
                      <a:pt x="168605" y="491337"/>
                    </a:lnTo>
                    <a:lnTo>
                      <a:pt x="167233" y="523697"/>
                    </a:lnTo>
                    <a:lnTo>
                      <a:pt x="168605" y="556056"/>
                    </a:lnTo>
                    <a:lnTo>
                      <a:pt x="179654" y="619836"/>
                    </a:lnTo>
                    <a:lnTo>
                      <a:pt x="201752" y="680732"/>
                    </a:lnTo>
                    <a:lnTo>
                      <a:pt x="234899" y="736854"/>
                    </a:lnTo>
                    <a:lnTo>
                      <a:pt x="279082" y="786295"/>
                    </a:lnTo>
                    <a:lnTo>
                      <a:pt x="334327" y="827125"/>
                    </a:lnTo>
                    <a:lnTo>
                      <a:pt x="400608" y="857453"/>
                    </a:lnTo>
                    <a:lnTo>
                      <a:pt x="437896" y="868083"/>
                    </a:lnTo>
                    <a:lnTo>
                      <a:pt x="477939" y="875360"/>
                    </a:lnTo>
                    <a:lnTo>
                      <a:pt x="520750" y="879055"/>
                    </a:lnTo>
                    <a:lnTo>
                      <a:pt x="567397" y="876007"/>
                    </a:lnTo>
                    <a:lnTo>
                      <a:pt x="612660" y="867016"/>
                    </a:lnTo>
                    <a:lnTo>
                      <a:pt x="656031" y="852373"/>
                    </a:lnTo>
                    <a:lnTo>
                      <a:pt x="697014" y="832345"/>
                    </a:lnTo>
                    <a:lnTo>
                      <a:pt x="735088" y="807250"/>
                    </a:lnTo>
                    <a:lnTo>
                      <a:pt x="769772" y="777354"/>
                    </a:lnTo>
                    <a:lnTo>
                      <a:pt x="800531" y="742950"/>
                    </a:lnTo>
                    <a:lnTo>
                      <a:pt x="826871" y="704342"/>
                    </a:lnTo>
                    <a:lnTo>
                      <a:pt x="847915" y="662597"/>
                    </a:lnTo>
                    <a:lnTo>
                      <a:pt x="863142" y="619036"/>
                    </a:lnTo>
                    <a:lnTo>
                      <a:pt x="872540" y="574230"/>
                    </a:lnTo>
                    <a:lnTo>
                      <a:pt x="876084" y="528764"/>
                    </a:lnTo>
                    <a:close/>
                  </a:path>
                  <a:path w="1044575" h="1047750">
                    <a:moveTo>
                      <a:pt x="1016762" y="153758"/>
                    </a:moveTo>
                    <a:lnTo>
                      <a:pt x="1011732" y="140144"/>
                    </a:lnTo>
                    <a:lnTo>
                      <a:pt x="1005522" y="135394"/>
                    </a:lnTo>
                    <a:lnTo>
                      <a:pt x="998296" y="134734"/>
                    </a:lnTo>
                    <a:lnTo>
                      <a:pt x="954887" y="131419"/>
                    </a:lnTo>
                    <a:lnTo>
                      <a:pt x="954887" y="168922"/>
                    </a:lnTo>
                    <a:lnTo>
                      <a:pt x="853605" y="270192"/>
                    </a:lnTo>
                    <a:lnTo>
                      <a:pt x="779894" y="264553"/>
                    </a:lnTo>
                    <a:lnTo>
                      <a:pt x="774255" y="190842"/>
                    </a:lnTo>
                    <a:lnTo>
                      <a:pt x="875525" y="89560"/>
                    </a:lnTo>
                    <a:lnTo>
                      <a:pt x="878890" y="137655"/>
                    </a:lnTo>
                    <a:lnTo>
                      <a:pt x="885520" y="159067"/>
                    </a:lnTo>
                    <a:lnTo>
                      <a:pt x="906995" y="165582"/>
                    </a:lnTo>
                    <a:lnTo>
                      <a:pt x="954887" y="168922"/>
                    </a:lnTo>
                    <a:lnTo>
                      <a:pt x="954887" y="131419"/>
                    </a:lnTo>
                    <a:lnTo>
                      <a:pt x="916012" y="128435"/>
                    </a:lnTo>
                    <a:lnTo>
                      <a:pt x="913028" y="89560"/>
                    </a:lnTo>
                    <a:lnTo>
                      <a:pt x="909713" y="46151"/>
                    </a:lnTo>
                    <a:lnTo>
                      <a:pt x="909053" y="38925"/>
                    </a:lnTo>
                    <a:lnTo>
                      <a:pt x="904303" y="32727"/>
                    </a:lnTo>
                    <a:lnTo>
                      <a:pt x="890689" y="27686"/>
                    </a:lnTo>
                    <a:lnTo>
                      <a:pt x="883043" y="29298"/>
                    </a:lnTo>
                    <a:lnTo>
                      <a:pt x="877836" y="34353"/>
                    </a:lnTo>
                    <a:lnTo>
                      <a:pt x="737857" y="174332"/>
                    </a:lnTo>
                    <a:lnTo>
                      <a:pt x="735876" y="179692"/>
                    </a:lnTo>
                    <a:lnTo>
                      <a:pt x="743165" y="274840"/>
                    </a:lnTo>
                    <a:lnTo>
                      <a:pt x="507542" y="510463"/>
                    </a:lnTo>
                    <a:lnTo>
                      <a:pt x="503593" y="516648"/>
                    </a:lnTo>
                    <a:lnTo>
                      <a:pt x="502323" y="523608"/>
                    </a:lnTo>
                    <a:lnTo>
                      <a:pt x="503732" y="530555"/>
                    </a:lnTo>
                    <a:lnTo>
                      <a:pt x="507809" y="536638"/>
                    </a:lnTo>
                    <a:lnTo>
                      <a:pt x="513892" y="540715"/>
                    </a:lnTo>
                    <a:lnTo>
                      <a:pt x="520839" y="542124"/>
                    </a:lnTo>
                    <a:lnTo>
                      <a:pt x="527799" y="540854"/>
                    </a:lnTo>
                    <a:lnTo>
                      <a:pt x="533984" y="536905"/>
                    </a:lnTo>
                    <a:lnTo>
                      <a:pt x="769607" y="301282"/>
                    </a:lnTo>
                    <a:lnTo>
                      <a:pt x="864755" y="308571"/>
                    </a:lnTo>
                    <a:lnTo>
                      <a:pt x="870115" y="306590"/>
                    </a:lnTo>
                    <a:lnTo>
                      <a:pt x="875423" y="301282"/>
                    </a:lnTo>
                    <a:lnTo>
                      <a:pt x="906513" y="270192"/>
                    </a:lnTo>
                    <a:lnTo>
                      <a:pt x="1010094" y="166611"/>
                    </a:lnTo>
                    <a:lnTo>
                      <a:pt x="1015149" y="161404"/>
                    </a:lnTo>
                    <a:lnTo>
                      <a:pt x="1016762" y="153758"/>
                    </a:lnTo>
                    <a:close/>
                  </a:path>
                  <a:path w="1044575" h="1047750">
                    <a:moveTo>
                      <a:pt x="1044371" y="514718"/>
                    </a:moveTo>
                    <a:lnTo>
                      <a:pt x="1041298" y="466356"/>
                    </a:lnTo>
                    <a:lnTo>
                      <a:pt x="1033754" y="418350"/>
                    </a:lnTo>
                    <a:lnTo>
                      <a:pt x="1021702" y="371017"/>
                    </a:lnTo>
                    <a:lnTo>
                      <a:pt x="1005154" y="324662"/>
                    </a:lnTo>
                    <a:lnTo>
                      <a:pt x="984097" y="279628"/>
                    </a:lnTo>
                    <a:lnTo>
                      <a:pt x="965962" y="269887"/>
                    </a:lnTo>
                    <a:lnTo>
                      <a:pt x="958875" y="271995"/>
                    </a:lnTo>
                    <a:lnTo>
                      <a:pt x="953160" y="276694"/>
                    </a:lnTo>
                    <a:lnTo>
                      <a:pt x="949782" y="282981"/>
                    </a:lnTo>
                    <a:lnTo>
                      <a:pt x="948994" y="290080"/>
                    </a:lnTo>
                    <a:lnTo>
                      <a:pt x="951052" y="297167"/>
                    </a:lnTo>
                    <a:lnTo>
                      <a:pt x="971016" y="339966"/>
                    </a:lnTo>
                    <a:lnTo>
                      <a:pt x="986688" y="384340"/>
                    </a:lnTo>
                    <a:lnTo>
                      <a:pt x="997966" y="429971"/>
                    </a:lnTo>
                    <a:lnTo>
                      <a:pt x="1004773" y="476529"/>
                    </a:lnTo>
                    <a:lnTo>
                      <a:pt x="1007033" y="523684"/>
                    </a:lnTo>
                    <a:lnTo>
                      <a:pt x="1003858" y="566674"/>
                    </a:lnTo>
                    <a:lnTo>
                      <a:pt x="998042" y="607644"/>
                    </a:lnTo>
                    <a:lnTo>
                      <a:pt x="989698" y="646633"/>
                    </a:lnTo>
                    <a:lnTo>
                      <a:pt x="978979" y="683615"/>
                    </a:lnTo>
                    <a:lnTo>
                      <a:pt x="950861" y="751586"/>
                    </a:lnTo>
                    <a:lnTo>
                      <a:pt x="914704" y="811555"/>
                    </a:lnTo>
                    <a:lnTo>
                      <a:pt x="871512" y="863536"/>
                    </a:lnTo>
                    <a:lnTo>
                      <a:pt x="822274" y="907516"/>
                    </a:lnTo>
                    <a:lnTo>
                      <a:pt x="768007" y="943495"/>
                    </a:lnTo>
                    <a:lnTo>
                      <a:pt x="709714" y="971486"/>
                    </a:lnTo>
                    <a:lnTo>
                      <a:pt x="648398" y="991476"/>
                    </a:lnTo>
                    <a:lnTo>
                      <a:pt x="585076" y="1003465"/>
                    </a:lnTo>
                    <a:lnTo>
                      <a:pt x="520750" y="1007465"/>
                    </a:lnTo>
                    <a:lnTo>
                      <a:pt x="488530" y="1006462"/>
                    </a:lnTo>
                    <a:lnTo>
                      <a:pt x="424573" y="998474"/>
                    </a:lnTo>
                    <a:lnTo>
                      <a:pt x="362140" y="982472"/>
                    </a:lnTo>
                    <a:lnTo>
                      <a:pt x="302209" y="958481"/>
                    </a:lnTo>
                    <a:lnTo>
                      <a:pt x="245808" y="926503"/>
                    </a:lnTo>
                    <a:lnTo>
                      <a:pt x="193929" y="886523"/>
                    </a:lnTo>
                    <a:lnTo>
                      <a:pt x="147586" y="838542"/>
                    </a:lnTo>
                    <a:lnTo>
                      <a:pt x="107772" y="782574"/>
                    </a:lnTo>
                    <a:lnTo>
                      <a:pt x="75514" y="718604"/>
                    </a:lnTo>
                    <a:lnTo>
                      <a:pt x="51803" y="646633"/>
                    </a:lnTo>
                    <a:lnTo>
                      <a:pt x="43472" y="607644"/>
                    </a:lnTo>
                    <a:lnTo>
                      <a:pt x="37655" y="566674"/>
                    </a:lnTo>
                    <a:lnTo>
                      <a:pt x="34467" y="523684"/>
                    </a:lnTo>
                    <a:lnTo>
                      <a:pt x="36144" y="477354"/>
                    </a:lnTo>
                    <a:lnTo>
                      <a:pt x="42176" y="432498"/>
                    </a:lnTo>
                    <a:lnTo>
                      <a:pt x="52311" y="389293"/>
                    </a:lnTo>
                    <a:lnTo>
                      <a:pt x="66332" y="347878"/>
                    </a:lnTo>
                    <a:lnTo>
                      <a:pt x="83985" y="308381"/>
                    </a:lnTo>
                    <a:lnTo>
                      <a:pt x="105029" y="270967"/>
                    </a:lnTo>
                    <a:lnTo>
                      <a:pt x="129222" y="235775"/>
                    </a:lnTo>
                    <a:lnTo>
                      <a:pt x="156324" y="202946"/>
                    </a:lnTo>
                    <a:lnTo>
                      <a:pt x="186080" y="172631"/>
                    </a:lnTo>
                    <a:lnTo>
                      <a:pt x="218274" y="144970"/>
                    </a:lnTo>
                    <a:lnTo>
                      <a:pt x="252641" y="120116"/>
                    </a:lnTo>
                    <a:lnTo>
                      <a:pt x="288950" y="98209"/>
                    </a:lnTo>
                    <a:lnTo>
                      <a:pt x="326961" y="79400"/>
                    </a:lnTo>
                    <a:lnTo>
                      <a:pt x="366433" y="63817"/>
                    </a:lnTo>
                    <a:lnTo>
                      <a:pt x="407111" y="51638"/>
                    </a:lnTo>
                    <a:lnTo>
                      <a:pt x="448767" y="42976"/>
                    </a:lnTo>
                    <a:lnTo>
                      <a:pt x="491147" y="37985"/>
                    </a:lnTo>
                    <a:lnTo>
                      <a:pt x="534022" y="36817"/>
                    </a:lnTo>
                    <a:lnTo>
                      <a:pt x="577151" y="39624"/>
                    </a:lnTo>
                    <a:lnTo>
                      <a:pt x="620280" y="46532"/>
                    </a:lnTo>
                    <a:lnTo>
                      <a:pt x="663168" y="57708"/>
                    </a:lnTo>
                    <a:lnTo>
                      <a:pt x="705586" y="73279"/>
                    </a:lnTo>
                    <a:lnTo>
                      <a:pt x="747280" y="93395"/>
                    </a:lnTo>
                    <a:lnTo>
                      <a:pt x="754405" y="95516"/>
                    </a:lnTo>
                    <a:lnTo>
                      <a:pt x="718705" y="38823"/>
                    </a:lnTo>
                    <a:lnTo>
                      <a:pt x="670902" y="21945"/>
                    </a:lnTo>
                    <a:lnTo>
                      <a:pt x="621741" y="9791"/>
                    </a:lnTo>
                    <a:lnTo>
                      <a:pt x="571576" y="2451"/>
                    </a:lnTo>
                    <a:lnTo>
                      <a:pt x="520750" y="0"/>
                    </a:lnTo>
                    <a:lnTo>
                      <a:pt x="477354" y="3124"/>
                    </a:lnTo>
                    <a:lnTo>
                      <a:pt x="435851" y="8737"/>
                    </a:lnTo>
                    <a:lnTo>
                      <a:pt x="396227" y="16751"/>
                    </a:lnTo>
                    <a:lnTo>
                      <a:pt x="358495" y="27038"/>
                    </a:lnTo>
                    <a:lnTo>
                      <a:pt x="288683" y="54000"/>
                    </a:lnTo>
                    <a:lnTo>
                      <a:pt x="226415" y="88734"/>
                    </a:lnTo>
                    <a:lnTo>
                      <a:pt x="171704" y="130352"/>
                    </a:lnTo>
                    <a:lnTo>
                      <a:pt x="124536" y="177977"/>
                    </a:lnTo>
                    <a:lnTo>
                      <a:pt x="84912" y="230720"/>
                    </a:lnTo>
                    <a:lnTo>
                      <a:pt x="52832" y="287680"/>
                    </a:lnTo>
                    <a:lnTo>
                      <a:pt x="28308" y="347967"/>
                    </a:lnTo>
                    <a:lnTo>
                      <a:pt x="11328" y="410705"/>
                    </a:lnTo>
                    <a:lnTo>
                      <a:pt x="1892" y="474992"/>
                    </a:lnTo>
                    <a:lnTo>
                      <a:pt x="0" y="507441"/>
                    </a:lnTo>
                    <a:lnTo>
                      <a:pt x="0" y="539953"/>
                    </a:lnTo>
                    <a:lnTo>
                      <a:pt x="5664" y="604685"/>
                    </a:lnTo>
                    <a:lnTo>
                      <a:pt x="18872" y="668312"/>
                    </a:lnTo>
                    <a:lnTo>
                      <a:pt x="39624" y="729932"/>
                    </a:lnTo>
                    <a:lnTo>
                      <a:pt x="67932" y="788670"/>
                    </a:lnTo>
                    <a:lnTo>
                      <a:pt x="103784" y="843635"/>
                    </a:lnTo>
                    <a:lnTo>
                      <a:pt x="147180" y="893927"/>
                    </a:lnTo>
                    <a:lnTo>
                      <a:pt x="198120" y="938657"/>
                    </a:lnTo>
                    <a:lnTo>
                      <a:pt x="256603" y="976947"/>
                    </a:lnTo>
                    <a:lnTo>
                      <a:pt x="322643" y="1007910"/>
                    </a:lnTo>
                    <a:lnTo>
                      <a:pt x="396227" y="1030643"/>
                    </a:lnTo>
                    <a:lnTo>
                      <a:pt x="435851" y="1038644"/>
                    </a:lnTo>
                    <a:lnTo>
                      <a:pt x="477354" y="1044270"/>
                    </a:lnTo>
                    <a:lnTo>
                      <a:pt x="520750" y="1047381"/>
                    </a:lnTo>
                    <a:lnTo>
                      <a:pt x="570407" y="1045032"/>
                    </a:lnTo>
                    <a:lnTo>
                      <a:pt x="619137" y="1038072"/>
                    </a:lnTo>
                    <a:lnTo>
                      <a:pt x="666623" y="1026668"/>
                    </a:lnTo>
                    <a:lnTo>
                      <a:pt x="712622" y="1010983"/>
                    </a:lnTo>
                    <a:lnTo>
                      <a:pt x="756843" y="991158"/>
                    </a:lnTo>
                    <a:lnTo>
                      <a:pt x="798995" y="967359"/>
                    </a:lnTo>
                    <a:lnTo>
                      <a:pt x="838809" y="939749"/>
                    </a:lnTo>
                    <a:lnTo>
                      <a:pt x="876007" y="908481"/>
                    </a:lnTo>
                    <a:lnTo>
                      <a:pt x="910310" y="873709"/>
                    </a:lnTo>
                    <a:lnTo>
                      <a:pt x="941438" y="835583"/>
                    </a:lnTo>
                    <a:lnTo>
                      <a:pt x="969111" y="794283"/>
                    </a:lnTo>
                    <a:lnTo>
                      <a:pt x="992759" y="750557"/>
                    </a:lnTo>
                    <a:lnTo>
                      <a:pt x="1011974" y="705243"/>
                    </a:lnTo>
                    <a:lnTo>
                      <a:pt x="1026756" y="658685"/>
                    </a:lnTo>
                    <a:lnTo>
                      <a:pt x="1037082" y="611200"/>
                    </a:lnTo>
                    <a:lnTo>
                      <a:pt x="1042962" y="563105"/>
                    </a:lnTo>
                    <a:lnTo>
                      <a:pt x="1044371" y="514718"/>
                    </a:lnTo>
                    <a:close/>
                  </a:path>
                </a:pathLst>
              </a:custGeom>
              <a:solidFill>
                <a:srgbClr val="134578"/>
              </a:solidFill>
            </p:spPr>
            <p:txBody>
              <a:bodyPr wrap="square" lIns="0" tIns="0" rIns="0" bIns="0" rtlCol="0"/>
              <a:lstStyle/>
              <a:p>
                <a:endParaRPr sz="1200"/>
              </a:p>
            </p:txBody>
          </p:sp>
        </p:grpSp>
        <p:sp>
          <p:nvSpPr>
            <p:cNvPr id="28" name="Title 1">
              <a:extLst>
                <a:ext uri="{FF2B5EF4-FFF2-40B4-BE49-F238E27FC236}">
                  <a16:creationId xmlns:a16="http://schemas.microsoft.com/office/drawing/2014/main" id="{A4A37C9E-879A-06F6-AB4E-6B13770E8A51}"/>
                </a:ext>
              </a:extLst>
            </p:cNvPr>
            <p:cNvSpPr txBox="1">
              <a:spLocks/>
            </p:cNvSpPr>
            <p:nvPr/>
          </p:nvSpPr>
          <p:spPr>
            <a:xfrm>
              <a:off x="257175" y="898574"/>
              <a:ext cx="2053232" cy="78898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Achievements</a:t>
              </a:r>
            </a:p>
          </p:txBody>
        </p:sp>
      </p:grpSp>
      <p:grpSp>
        <p:nvGrpSpPr>
          <p:cNvPr id="33" name="Group 32">
            <a:extLst>
              <a:ext uri="{FF2B5EF4-FFF2-40B4-BE49-F238E27FC236}">
                <a16:creationId xmlns:a16="http://schemas.microsoft.com/office/drawing/2014/main" id="{F6A24AE4-A524-8792-F1B3-30F7E902CEA0}"/>
              </a:ext>
            </a:extLst>
          </p:cNvPr>
          <p:cNvGrpSpPr/>
          <p:nvPr/>
        </p:nvGrpSpPr>
        <p:grpSpPr>
          <a:xfrm>
            <a:off x="-1" y="3485463"/>
            <a:ext cx="4081780" cy="992717"/>
            <a:chOff x="0" y="2966328"/>
            <a:chExt cx="3061335" cy="744538"/>
          </a:xfrm>
        </p:grpSpPr>
        <p:sp>
          <p:nvSpPr>
            <p:cNvPr id="16" name="object 16">
              <a:extLst>
                <a:ext uri="{FF2B5EF4-FFF2-40B4-BE49-F238E27FC236}">
                  <a16:creationId xmlns:a16="http://schemas.microsoft.com/office/drawing/2014/main" id="{8D09BCAC-5D8F-9752-B346-790890A55AA6}"/>
                </a:ext>
              </a:extLst>
            </p:cNvPr>
            <p:cNvSpPr/>
            <p:nvPr/>
          </p:nvSpPr>
          <p:spPr>
            <a:xfrm>
              <a:off x="0" y="2966328"/>
              <a:ext cx="3061335" cy="744538"/>
            </a:xfrm>
            <a:custGeom>
              <a:avLst/>
              <a:gdLst/>
              <a:ahLst/>
              <a:cxnLst/>
              <a:rect l="l" t="t" r="r" b="b"/>
              <a:pathLst>
                <a:path w="6122670" h="1489075">
                  <a:moveTo>
                    <a:pt x="5387256" y="56"/>
                  </a:moveTo>
                  <a:lnTo>
                    <a:pt x="0" y="0"/>
                  </a:lnTo>
                  <a:lnTo>
                    <a:pt x="0" y="1488909"/>
                  </a:lnTo>
                  <a:lnTo>
                    <a:pt x="5378114" y="1488909"/>
                  </a:lnTo>
                  <a:lnTo>
                    <a:pt x="5405525" y="1488411"/>
                  </a:lnTo>
                  <a:lnTo>
                    <a:pt x="5460176" y="1484365"/>
                  </a:lnTo>
                  <a:lnTo>
                    <a:pt x="5514379" y="1476336"/>
                  </a:lnTo>
                  <a:lnTo>
                    <a:pt x="5567857" y="1464321"/>
                  </a:lnTo>
                  <a:lnTo>
                    <a:pt x="5620299" y="1448410"/>
                  </a:lnTo>
                  <a:lnTo>
                    <a:pt x="5671431" y="1428694"/>
                  </a:lnTo>
                  <a:lnTo>
                    <a:pt x="5720969" y="1405257"/>
                  </a:lnTo>
                  <a:lnTo>
                    <a:pt x="5768650" y="1378248"/>
                  </a:lnTo>
                  <a:lnTo>
                    <a:pt x="5814222" y="1347803"/>
                  </a:lnTo>
                  <a:lnTo>
                    <a:pt x="5857424" y="1314087"/>
                  </a:lnTo>
                  <a:lnTo>
                    <a:pt x="5898026" y="1277283"/>
                  </a:lnTo>
                  <a:lnTo>
                    <a:pt x="5935819" y="1237588"/>
                  </a:lnTo>
                  <a:lnTo>
                    <a:pt x="5970584" y="1195228"/>
                  </a:lnTo>
                  <a:lnTo>
                    <a:pt x="6002141" y="1150425"/>
                  </a:lnTo>
                  <a:lnTo>
                    <a:pt x="6030311" y="1103417"/>
                  </a:lnTo>
                  <a:lnTo>
                    <a:pt x="6054953" y="1054466"/>
                  </a:lnTo>
                  <a:lnTo>
                    <a:pt x="6075923" y="1003837"/>
                  </a:lnTo>
                  <a:lnTo>
                    <a:pt x="6093116" y="951793"/>
                  </a:lnTo>
                  <a:lnTo>
                    <a:pt x="6106427" y="898636"/>
                  </a:lnTo>
                  <a:lnTo>
                    <a:pt x="6115799" y="844642"/>
                  </a:lnTo>
                  <a:lnTo>
                    <a:pt x="6121171" y="790106"/>
                  </a:lnTo>
                  <a:lnTo>
                    <a:pt x="6122519" y="735314"/>
                  </a:lnTo>
                  <a:lnTo>
                    <a:pt x="6121674" y="707923"/>
                  </a:lnTo>
                  <a:lnTo>
                    <a:pt x="6116976" y="653322"/>
                  </a:lnTo>
                  <a:lnTo>
                    <a:pt x="6108263" y="599211"/>
                  </a:lnTo>
                  <a:lnTo>
                    <a:pt x="6095605" y="545896"/>
                  </a:lnTo>
                  <a:lnTo>
                    <a:pt x="6079053" y="493649"/>
                  </a:lnTo>
                  <a:lnTo>
                    <a:pt x="6058702" y="442771"/>
                  </a:lnTo>
                  <a:lnTo>
                    <a:pt x="6034666" y="393522"/>
                  </a:lnTo>
                  <a:lnTo>
                    <a:pt x="6007075" y="346173"/>
                  </a:lnTo>
                  <a:lnTo>
                    <a:pt x="5976068" y="300977"/>
                  </a:lnTo>
                  <a:lnTo>
                    <a:pt x="5941829" y="258200"/>
                  </a:lnTo>
                  <a:lnTo>
                    <a:pt x="5904529" y="218046"/>
                  </a:lnTo>
                  <a:lnTo>
                    <a:pt x="5864375" y="180746"/>
                  </a:lnTo>
                  <a:lnTo>
                    <a:pt x="5821598" y="146507"/>
                  </a:lnTo>
                  <a:lnTo>
                    <a:pt x="5776397" y="115500"/>
                  </a:lnTo>
                  <a:lnTo>
                    <a:pt x="5729053" y="87909"/>
                  </a:lnTo>
                  <a:lnTo>
                    <a:pt x="5679804" y="63866"/>
                  </a:lnTo>
                  <a:lnTo>
                    <a:pt x="5628927" y="43522"/>
                  </a:lnTo>
                  <a:lnTo>
                    <a:pt x="5576672" y="26970"/>
                  </a:lnTo>
                  <a:lnTo>
                    <a:pt x="5523351" y="14300"/>
                  </a:lnTo>
                  <a:lnTo>
                    <a:pt x="5469246" y="5597"/>
                  </a:lnTo>
                  <a:lnTo>
                    <a:pt x="5414652" y="901"/>
                  </a:lnTo>
                  <a:lnTo>
                    <a:pt x="5387256" y="56"/>
                  </a:lnTo>
                  <a:close/>
                </a:path>
              </a:pathLst>
            </a:custGeom>
            <a:solidFill>
              <a:srgbClr val="CA4644"/>
            </a:solidFill>
          </p:spPr>
          <p:txBody>
            <a:bodyPr wrap="square" lIns="0" tIns="0" rIns="0" bIns="0" rtlCol="0"/>
            <a:lstStyle/>
            <a:p>
              <a:endParaRPr sz="1200"/>
            </a:p>
          </p:txBody>
        </p:sp>
        <p:grpSp>
          <p:nvGrpSpPr>
            <p:cNvPr id="20" name="object 20">
              <a:extLst>
                <a:ext uri="{FF2B5EF4-FFF2-40B4-BE49-F238E27FC236}">
                  <a16:creationId xmlns:a16="http://schemas.microsoft.com/office/drawing/2014/main" id="{F996C94B-86A5-ACA9-643F-E2DBC7B11673}"/>
                </a:ext>
              </a:extLst>
            </p:cNvPr>
            <p:cNvGrpSpPr/>
            <p:nvPr/>
          </p:nvGrpSpPr>
          <p:grpSpPr>
            <a:xfrm>
              <a:off x="2310406" y="3006474"/>
              <a:ext cx="664210" cy="664210"/>
              <a:chOff x="4620812" y="6557291"/>
              <a:chExt cx="1328420" cy="1328420"/>
            </a:xfrm>
          </p:grpSpPr>
          <p:sp>
            <p:nvSpPr>
              <p:cNvPr id="21" name="object 21">
                <a:extLst>
                  <a:ext uri="{FF2B5EF4-FFF2-40B4-BE49-F238E27FC236}">
                    <a16:creationId xmlns:a16="http://schemas.microsoft.com/office/drawing/2014/main" id="{8854CEFE-DE5F-042E-4823-A805629D30FA}"/>
                  </a:ext>
                </a:extLst>
              </p:cNvPr>
              <p:cNvSpPr/>
              <p:nvPr/>
            </p:nvSpPr>
            <p:spPr>
              <a:xfrm>
                <a:off x="4620812" y="6557291"/>
                <a:ext cx="1328420" cy="1328420"/>
              </a:xfrm>
              <a:custGeom>
                <a:avLst/>
                <a:gdLst/>
                <a:ahLst/>
                <a:cxnLst/>
                <a:rect l="l" t="t" r="r" b="b"/>
                <a:pathLst>
                  <a:path w="1328420" h="1328420">
                    <a:moveTo>
                      <a:pt x="664159" y="0"/>
                    </a:moveTo>
                    <a:lnTo>
                      <a:pt x="616728" y="1667"/>
                    </a:lnTo>
                    <a:lnTo>
                      <a:pt x="570197" y="6595"/>
                    </a:lnTo>
                    <a:lnTo>
                      <a:pt x="524678" y="14671"/>
                    </a:lnTo>
                    <a:lnTo>
                      <a:pt x="480284" y="25782"/>
                    </a:lnTo>
                    <a:lnTo>
                      <a:pt x="437127" y="39816"/>
                    </a:lnTo>
                    <a:lnTo>
                      <a:pt x="395320" y="56662"/>
                    </a:lnTo>
                    <a:lnTo>
                      <a:pt x="354975" y="76205"/>
                    </a:lnTo>
                    <a:lnTo>
                      <a:pt x="316205" y="98334"/>
                    </a:lnTo>
                    <a:lnTo>
                      <a:pt x="279121" y="122937"/>
                    </a:lnTo>
                    <a:lnTo>
                      <a:pt x="243836" y="149901"/>
                    </a:lnTo>
                    <a:lnTo>
                      <a:pt x="210463" y="179114"/>
                    </a:lnTo>
                    <a:lnTo>
                      <a:pt x="179114" y="210463"/>
                    </a:lnTo>
                    <a:lnTo>
                      <a:pt x="149901" y="243836"/>
                    </a:lnTo>
                    <a:lnTo>
                      <a:pt x="122937" y="279121"/>
                    </a:lnTo>
                    <a:lnTo>
                      <a:pt x="98334" y="316205"/>
                    </a:lnTo>
                    <a:lnTo>
                      <a:pt x="76205" y="354975"/>
                    </a:lnTo>
                    <a:lnTo>
                      <a:pt x="56662" y="395320"/>
                    </a:lnTo>
                    <a:lnTo>
                      <a:pt x="39816" y="437127"/>
                    </a:lnTo>
                    <a:lnTo>
                      <a:pt x="25782" y="480284"/>
                    </a:lnTo>
                    <a:lnTo>
                      <a:pt x="14671" y="524678"/>
                    </a:lnTo>
                    <a:lnTo>
                      <a:pt x="6595" y="570197"/>
                    </a:lnTo>
                    <a:lnTo>
                      <a:pt x="1667" y="616728"/>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8"/>
                    </a:lnTo>
                    <a:lnTo>
                      <a:pt x="1321735" y="570197"/>
                    </a:lnTo>
                    <a:lnTo>
                      <a:pt x="1313659" y="524678"/>
                    </a:lnTo>
                    <a:lnTo>
                      <a:pt x="1302548" y="480284"/>
                    </a:lnTo>
                    <a:lnTo>
                      <a:pt x="1288514" y="437127"/>
                    </a:lnTo>
                    <a:lnTo>
                      <a:pt x="1271668" y="395320"/>
                    </a:lnTo>
                    <a:lnTo>
                      <a:pt x="1252125" y="354975"/>
                    </a:lnTo>
                    <a:lnTo>
                      <a:pt x="1229995" y="316205"/>
                    </a:lnTo>
                    <a:lnTo>
                      <a:pt x="1205392" y="279121"/>
                    </a:lnTo>
                    <a:lnTo>
                      <a:pt x="1178428" y="243836"/>
                    </a:lnTo>
                    <a:lnTo>
                      <a:pt x="1149215" y="210463"/>
                    </a:lnTo>
                    <a:lnTo>
                      <a:pt x="1117865" y="179114"/>
                    </a:lnTo>
                    <a:lnTo>
                      <a:pt x="1084492" y="149901"/>
                    </a:lnTo>
                    <a:lnTo>
                      <a:pt x="1049206" y="122937"/>
                    </a:lnTo>
                    <a:lnTo>
                      <a:pt x="1012122" y="98334"/>
                    </a:lnTo>
                    <a:lnTo>
                      <a:pt x="973350" y="76205"/>
                    </a:lnTo>
                    <a:lnTo>
                      <a:pt x="933005" y="56662"/>
                    </a:lnTo>
                    <a:lnTo>
                      <a:pt x="891197" y="39816"/>
                    </a:lnTo>
                    <a:lnTo>
                      <a:pt x="848039" y="25782"/>
                    </a:lnTo>
                    <a:lnTo>
                      <a:pt x="803644" y="14671"/>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22" name="object 22">
                <a:extLst>
                  <a:ext uri="{FF2B5EF4-FFF2-40B4-BE49-F238E27FC236}">
                    <a16:creationId xmlns:a16="http://schemas.microsoft.com/office/drawing/2014/main" id="{44BA8277-04BC-CFA9-F4D0-C1CD2E03F484}"/>
                  </a:ext>
                </a:extLst>
              </p:cNvPr>
              <p:cNvSpPr/>
              <p:nvPr/>
            </p:nvSpPr>
            <p:spPr>
              <a:xfrm>
                <a:off x="4838181" y="6749465"/>
                <a:ext cx="894080" cy="944244"/>
              </a:xfrm>
              <a:custGeom>
                <a:avLst/>
                <a:gdLst/>
                <a:ahLst/>
                <a:cxnLst/>
                <a:rect l="l" t="t" r="r" b="b"/>
                <a:pathLst>
                  <a:path w="894079" h="944245">
                    <a:moveTo>
                      <a:pt x="244957" y="530733"/>
                    </a:moveTo>
                    <a:lnTo>
                      <a:pt x="234162" y="532053"/>
                    </a:lnTo>
                    <a:lnTo>
                      <a:pt x="229463" y="535139"/>
                    </a:lnTo>
                    <a:lnTo>
                      <a:pt x="3171" y="917511"/>
                    </a:lnTo>
                    <a:lnTo>
                      <a:pt x="0" y="922947"/>
                    </a:lnTo>
                    <a:lnTo>
                      <a:pt x="36" y="929690"/>
                    </a:lnTo>
                    <a:lnTo>
                      <a:pt x="3119" y="935126"/>
                    </a:lnTo>
                    <a:lnTo>
                      <a:pt x="6289" y="940562"/>
                    </a:lnTo>
                    <a:lnTo>
                      <a:pt x="12039" y="943940"/>
                    </a:lnTo>
                    <a:lnTo>
                      <a:pt x="881456" y="943940"/>
                    </a:lnTo>
                    <a:lnTo>
                      <a:pt x="887260" y="940562"/>
                    </a:lnTo>
                    <a:lnTo>
                      <a:pt x="890422" y="935126"/>
                    </a:lnTo>
                    <a:lnTo>
                      <a:pt x="893495" y="929690"/>
                    </a:lnTo>
                    <a:lnTo>
                      <a:pt x="893432" y="922947"/>
                    </a:lnTo>
                    <a:lnTo>
                      <a:pt x="890269" y="917511"/>
                    </a:lnTo>
                    <a:lnTo>
                      <a:pt x="885190" y="908850"/>
                    </a:lnTo>
                    <a:lnTo>
                      <a:pt x="49174" y="908850"/>
                    </a:lnTo>
                    <a:lnTo>
                      <a:pt x="245389" y="577278"/>
                    </a:lnTo>
                    <a:lnTo>
                      <a:pt x="323584" y="577278"/>
                    </a:lnTo>
                    <a:lnTo>
                      <a:pt x="328110" y="569569"/>
                    </a:lnTo>
                    <a:lnTo>
                      <a:pt x="287388" y="569569"/>
                    </a:lnTo>
                    <a:lnTo>
                      <a:pt x="250380" y="532574"/>
                    </a:lnTo>
                    <a:lnTo>
                      <a:pt x="244957" y="530733"/>
                    </a:lnTo>
                    <a:close/>
                  </a:path>
                  <a:path w="894079" h="944245">
                    <a:moveTo>
                      <a:pt x="653262" y="513410"/>
                    </a:moveTo>
                    <a:lnTo>
                      <a:pt x="612724" y="513410"/>
                    </a:lnTo>
                    <a:lnTo>
                      <a:pt x="844613" y="908850"/>
                    </a:lnTo>
                    <a:lnTo>
                      <a:pt x="885190" y="908850"/>
                    </a:lnTo>
                    <a:lnTo>
                      <a:pt x="653262" y="513410"/>
                    </a:lnTo>
                    <a:close/>
                  </a:path>
                  <a:path w="894079" h="944245">
                    <a:moveTo>
                      <a:pt x="323584" y="577278"/>
                    </a:moveTo>
                    <a:lnTo>
                      <a:pt x="245389" y="577278"/>
                    </a:lnTo>
                    <a:lnTo>
                      <a:pt x="269036" y="600913"/>
                    </a:lnTo>
                    <a:lnTo>
                      <a:pt x="234822" y="659193"/>
                    </a:lnTo>
                    <a:lnTo>
                      <a:pt x="232473" y="663232"/>
                    </a:lnTo>
                    <a:lnTo>
                      <a:pt x="231813" y="668007"/>
                    </a:lnTo>
                    <a:lnTo>
                      <a:pt x="232994" y="672477"/>
                    </a:lnTo>
                    <a:lnTo>
                      <a:pt x="234162" y="677037"/>
                    </a:lnTo>
                    <a:lnTo>
                      <a:pt x="237032" y="680847"/>
                    </a:lnTo>
                    <a:lnTo>
                      <a:pt x="241058" y="683196"/>
                    </a:lnTo>
                    <a:lnTo>
                      <a:pt x="247659" y="685461"/>
                    </a:lnTo>
                    <a:lnTo>
                      <a:pt x="254384" y="685031"/>
                    </a:lnTo>
                    <a:lnTo>
                      <a:pt x="260446" y="682124"/>
                    </a:lnTo>
                    <a:lnTo>
                      <a:pt x="264993" y="677037"/>
                    </a:lnTo>
                    <a:lnTo>
                      <a:pt x="267693" y="672477"/>
                    </a:lnTo>
                    <a:lnTo>
                      <a:pt x="323584" y="577278"/>
                    </a:lnTo>
                    <a:close/>
                  </a:path>
                  <a:path w="894079" h="944245">
                    <a:moveTo>
                      <a:pt x="495198" y="0"/>
                    </a:moveTo>
                    <a:lnTo>
                      <a:pt x="277037" y="0"/>
                    </a:lnTo>
                    <a:lnTo>
                      <a:pt x="270725" y="4114"/>
                    </a:lnTo>
                    <a:lnTo>
                      <a:pt x="265137" y="16891"/>
                    </a:lnTo>
                    <a:lnTo>
                      <a:pt x="266318" y="24307"/>
                    </a:lnTo>
                    <a:lnTo>
                      <a:pt x="298030" y="59029"/>
                    </a:lnTo>
                    <a:lnTo>
                      <a:pt x="265658" y="109093"/>
                    </a:lnTo>
                    <a:lnTo>
                      <a:pt x="265429" y="115912"/>
                    </a:lnTo>
                    <a:lnTo>
                      <a:pt x="271602" y="127215"/>
                    </a:lnTo>
                    <a:lnTo>
                      <a:pt x="277469" y="130746"/>
                    </a:lnTo>
                    <a:lnTo>
                      <a:pt x="467893" y="130746"/>
                    </a:lnTo>
                    <a:lnTo>
                      <a:pt x="467893" y="261696"/>
                    </a:lnTo>
                    <a:lnTo>
                      <a:pt x="287388" y="569569"/>
                    </a:lnTo>
                    <a:lnTo>
                      <a:pt x="328110" y="569569"/>
                    </a:lnTo>
                    <a:lnTo>
                      <a:pt x="360133" y="515023"/>
                    </a:lnTo>
                    <a:lnTo>
                      <a:pt x="611040" y="515023"/>
                    </a:lnTo>
                    <a:lnTo>
                      <a:pt x="612724" y="513410"/>
                    </a:lnTo>
                    <a:lnTo>
                      <a:pt x="653262" y="513410"/>
                    </a:lnTo>
                    <a:lnTo>
                      <a:pt x="650164" y="508127"/>
                    </a:lnTo>
                    <a:lnTo>
                      <a:pt x="402120" y="508127"/>
                    </a:lnTo>
                    <a:lnTo>
                      <a:pt x="378548" y="483527"/>
                    </a:lnTo>
                    <a:lnTo>
                      <a:pt x="486752" y="298919"/>
                    </a:lnTo>
                    <a:lnTo>
                      <a:pt x="527463" y="298919"/>
                    </a:lnTo>
                    <a:lnTo>
                      <a:pt x="503046" y="257289"/>
                    </a:lnTo>
                    <a:lnTo>
                      <a:pt x="503046" y="95580"/>
                    </a:lnTo>
                    <a:lnTo>
                      <a:pt x="316229" y="95580"/>
                    </a:lnTo>
                    <a:lnTo>
                      <a:pt x="339280" y="59982"/>
                    </a:lnTo>
                    <a:lnTo>
                      <a:pt x="338543" y="51168"/>
                    </a:lnTo>
                    <a:lnTo>
                      <a:pt x="323862" y="35090"/>
                    </a:lnTo>
                    <a:lnTo>
                      <a:pt x="503046" y="35090"/>
                    </a:lnTo>
                    <a:lnTo>
                      <a:pt x="503046" y="7861"/>
                    </a:lnTo>
                    <a:lnTo>
                      <a:pt x="495198" y="0"/>
                    </a:lnTo>
                    <a:close/>
                  </a:path>
                  <a:path w="894079" h="944245">
                    <a:moveTo>
                      <a:pt x="611040" y="515023"/>
                    </a:moveTo>
                    <a:lnTo>
                      <a:pt x="360133" y="515023"/>
                    </a:lnTo>
                    <a:lnTo>
                      <a:pt x="391769" y="548055"/>
                    </a:lnTo>
                    <a:lnTo>
                      <a:pt x="396747" y="550189"/>
                    </a:lnTo>
                    <a:lnTo>
                      <a:pt x="405091" y="550189"/>
                    </a:lnTo>
                    <a:lnTo>
                      <a:pt x="409600" y="548500"/>
                    </a:lnTo>
                    <a:lnTo>
                      <a:pt x="446379" y="515899"/>
                    </a:lnTo>
                    <a:lnTo>
                      <a:pt x="610125" y="515899"/>
                    </a:lnTo>
                    <a:lnTo>
                      <a:pt x="611040" y="515023"/>
                    </a:lnTo>
                    <a:close/>
                  </a:path>
                  <a:path w="894079" h="944245">
                    <a:moveTo>
                      <a:pt x="610125" y="515899"/>
                    </a:moveTo>
                    <a:lnTo>
                      <a:pt x="446379" y="515899"/>
                    </a:lnTo>
                    <a:lnTo>
                      <a:pt x="479917" y="548055"/>
                    </a:lnTo>
                    <a:lnTo>
                      <a:pt x="480500" y="548500"/>
                    </a:lnTo>
                    <a:lnTo>
                      <a:pt x="484924" y="550189"/>
                    </a:lnTo>
                    <a:lnTo>
                      <a:pt x="493645" y="550189"/>
                    </a:lnTo>
                    <a:lnTo>
                      <a:pt x="498541" y="548055"/>
                    </a:lnTo>
                    <a:lnTo>
                      <a:pt x="501878" y="544537"/>
                    </a:lnTo>
                    <a:lnTo>
                      <a:pt x="527354" y="517296"/>
                    </a:lnTo>
                    <a:lnTo>
                      <a:pt x="608666" y="517296"/>
                    </a:lnTo>
                    <a:lnTo>
                      <a:pt x="610125" y="515899"/>
                    </a:lnTo>
                    <a:close/>
                  </a:path>
                  <a:path w="894079" h="944245">
                    <a:moveTo>
                      <a:pt x="608666" y="517296"/>
                    </a:moveTo>
                    <a:lnTo>
                      <a:pt x="527354" y="517296"/>
                    </a:lnTo>
                    <a:lnTo>
                      <a:pt x="555028" y="544906"/>
                    </a:lnTo>
                    <a:lnTo>
                      <a:pt x="560727" y="548686"/>
                    </a:lnTo>
                    <a:lnTo>
                      <a:pt x="568231" y="550189"/>
                    </a:lnTo>
                    <a:lnTo>
                      <a:pt x="566188" y="550189"/>
                    </a:lnTo>
                    <a:lnTo>
                      <a:pt x="573830" y="548813"/>
                    </a:lnTo>
                    <a:lnTo>
                      <a:pt x="579615" y="545122"/>
                    </a:lnTo>
                    <a:lnTo>
                      <a:pt x="608666" y="517296"/>
                    </a:lnTo>
                    <a:close/>
                  </a:path>
                  <a:path w="894079" h="944245">
                    <a:moveTo>
                      <a:pt x="447090" y="474510"/>
                    </a:moveTo>
                    <a:lnTo>
                      <a:pt x="440723" y="475546"/>
                    </a:lnTo>
                    <a:lnTo>
                      <a:pt x="435076" y="478904"/>
                    </a:lnTo>
                    <a:lnTo>
                      <a:pt x="402120" y="508127"/>
                    </a:lnTo>
                    <a:lnTo>
                      <a:pt x="650164" y="508127"/>
                    </a:lnTo>
                    <a:lnTo>
                      <a:pt x="650030" y="507898"/>
                    </a:lnTo>
                    <a:lnTo>
                      <a:pt x="567575" y="507898"/>
                    </a:lnTo>
                    <a:lnTo>
                      <a:pt x="567220" y="507542"/>
                    </a:lnTo>
                    <a:lnTo>
                      <a:pt x="488226" y="507542"/>
                    </a:lnTo>
                    <a:lnTo>
                      <a:pt x="458863" y="479348"/>
                    </a:lnTo>
                    <a:lnTo>
                      <a:pt x="453337" y="475769"/>
                    </a:lnTo>
                    <a:lnTo>
                      <a:pt x="447090" y="474510"/>
                    </a:lnTo>
                    <a:close/>
                  </a:path>
                  <a:path w="894079" h="944245">
                    <a:moveTo>
                      <a:pt x="527463" y="298919"/>
                    </a:moveTo>
                    <a:lnTo>
                      <a:pt x="486752" y="298919"/>
                    </a:lnTo>
                    <a:lnTo>
                      <a:pt x="594296" y="482206"/>
                    </a:lnTo>
                    <a:lnTo>
                      <a:pt x="567575" y="507898"/>
                    </a:lnTo>
                    <a:lnTo>
                      <a:pt x="650030" y="507898"/>
                    </a:lnTo>
                    <a:lnTo>
                      <a:pt x="527463" y="298919"/>
                    </a:lnTo>
                    <a:close/>
                  </a:path>
                  <a:path w="894079" h="944245">
                    <a:moveTo>
                      <a:pt x="531643" y="474510"/>
                    </a:moveTo>
                    <a:lnTo>
                      <a:pt x="521842" y="474510"/>
                    </a:lnTo>
                    <a:lnTo>
                      <a:pt x="517220" y="476554"/>
                    </a:lnTo>
                    <a:lnTo>
                      <a:pt x="488226" y="507542"/>
                    </a:lnTo>
                    <a:lnTo>
                      <a:pt x="567220" y="507542"/>
                    </a:lnTo>
                    <a:lnTo>
                      <a:pt x="535939" y="476262"/>
                    </a:lnTo>
                    <a:lnTo>
                      <a:pt x="531643" y="474510"/>
                    </a:lnTo>
                    <a:close/>
                  </a:path>
                  <a:path w="894079" h="944245">
                    <a:moveTo>
                      <a:pt x="503046" y="35090"/>
                    </a:moveTo>
                    <a:lnTo>
                      <a:pt x="467956" y="35090"/>
                    </a:lnTo>
                    <a:lnTo>
                      <a:pt x="467956" y="95580"/>
                    </a:lnTo>
                    <a:lnTo>
                      <a:pt x="503046" y="95580"/>
                    </a:lnTo>
                    <a:lnTo>
                      <a:pt x="503046" y="35090"/>
                    </a:lnTo>
                    <a:close/>
                  </a:path>
                </a:pathLst>
              </a:custGeom>
              <a:solidFill>
                <a:srgbClr val="CA4644"/>
              </a:solidFill>
            </p:spPr>
            <p:txBody>
              <a:bodyPr wrap="square" lIns="0" tIns="0" rIns="0" bIns="0" rtlCol="0"/>
              <a:lstStyle/>
              <a:p>
                <a:endParaRPr sz="1200"/>
              </a:p>
            </p:txBody>
          </p:sp>
          <p:pic>
            <p:nvPicPr>
              <p:cNvPr id="23" name="object 23">
                <a:extLst>
                  <a:ext uri="{FF2B5EF4-FFF2-40B4-BE49-F238E27FC236}">
                    <a16:creationId xmlns:a16="http://schemas.microsoft.com/office/drawing/2014/main" id="{4DB73E52-F68B-3562-3EFA-AA51DCA3B4D5}"/>
                  </a:ext>
                </a:extLst>
              </p:cNvPr>
              <p:cNvPicPr/>
              <p:nvPr/>
            </p:nvPicPr>
            <p:blipFill>
              <a:blip r:embed="rId9" cstate="print"/>
              <a:stretch>
                <a:fillRect/>
              </a:stretch>
            </p:blipFill>
            <p:spPr>
              <a:xfrm>
                <a:off x="4993771" y="7470396"/>
                <a:ext cx="75152" cy="100418"/>
              </a:xfrm>
              <a:prstGeom prst="rect">
                <a:avLst/>
              </a:prstGeom>
            </p:spPr>
          </p:pic>
          <p:pic>
            <p:nvPicPr>
              <p:cNvPr id="24" name="object 24">
                <a:extLst>
                  <a:ext uri="{FF2B5EF4-FFF2-40B4-BE49-F238E27FC236}">
                    <a16:creationId xmlns:a16="http://schemas.microsoft.com/office/drawing/2014/main" id="{52A76034-90AF-8E74-5B13-B873782FC3FD}"/>
                  </a:ext>
                </a:extLst>
              </p:cNvPr>
              <p:cNvPicPr/>
              <p:nvPr/>
            </p:nvPicPr>
            <p:blipFill>
              <a:blip r:embed="rId10" cstate="print"/>
              <a:stretch>
                <a:fillRect/>
              </a:stretch>
            </p:blipFill>
            <p:spPr>
              <a:xfrm>
                <a:off x="5449268" y="7404091"/>
                <a:ext cx="147507" cy="216559"/>
              </a:xfrm>
              <a:prstGeom prst="rect">
                <a:avLst/>
              </a:prstGeom>
            </p:spPr>
          </p:pic>
        </p:grpSp>
        <p:sp>
          <p:nvSpPr>
            <p:cNvPr id="29" name="Title 1">
              <a:extLst>
                <a:ext uri="{FF2B5EF4-FFF2-40B4-BE49-F238E27FC236}">
                  <a16:creationId xmlns:a16="http://schemas.microsoft.com/office/drawing/2014/main" id="{7EF2B711-A07D-7F3C-A0A0-4BF78E30CF21}"/>
                </a:ext>
              </a:extLst>
            </p:cNvPr>
            <p:cNvSpPr txBox="1">
              <a:spLocks/>
            </p:cNvSpPr>
            <p:nvPr/>
          </p:nvSpPr>
          <p:spPr>
            <a:xfrm>
              <a:off x="179168" y="2966328"/>
              <a:ext cx="2053232" cy="74453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Challenges</a:t>
              </a:r>
            </a:p>
          </p:txBody>
        </p:sp>
      </p:grpSp>
      <p:sp>
        <p:nvSpPr>
          <p:cNvPr id="36" name="TextBox 35">
            <a:extLst>
              <a:ext uri="{FF2B5EF4-FFF2-40B4-BE49-F238E27FC236}">
                <a16:creationId xmlns:a16="http://schemas.microsoft.com/office/drawing/2014/main" id="{45E7014E-35F6-3AF8-FBE8-8A41D764B008}"/>
              </a:ext>
            </a:extLst>
          </p:cNvPr>
          <p:cNvSpPr txBox="1"/>
          <p:nvPr/>
        </p:nvSpPr>
        <p:spPr>
          <a:xfrm>
            <a:off x="8632043" y="1724091"/>
            <a:ext cx="3101429" cy="2965555"/>
          </a:xfrm>
          <a:prstGeom prst="rect">
            <a:avLst/>
          </a:prstGeom>
          <a:noFill/>
        </p:spPr>
        <p:txBody>
          <a:bodyPr wrap="square">
            <a:spAutoFit/>
          </a:bodyPr>
          <a:lstStyle/>
          <a:p>
            <a:pPr marL="380990" indent="-380990">
              <a:buFont typeface="Arial" panose="020B0604020202020204" pitchFamily="34" charset="0"/>
              <a:buChar char="•"/>
            </a:pPr>
            <a:r>
              <a:rPr lang="en-US" sz="1867"/>
              <a:t>To fully automate, we need to add study specific </a:t>
            </a:r>
            <a:r>
              <a:rPr lang="en-US" sz="1867" b="1"/>
              <a:t>operational metadata</a:t>
            </a:r>
          </a:p>
          <a:p>
            <a:pPr lvl="0"/>
            <a:endParaRPr lang="en-US" sz="1867"/>
          </a:p>
          <a:p>
            <a:pPr marL="380990" indent="-380990">
              <a:buFont typeface="Arial" panose="020B0604020202020204" pitchFamily="34" charset="0"/>
              <a:buChar char="•"/>
            </a:pPr>
            <a:r>
              <a:rPr lang="en-US" sz="1867"/>
              <a:t>Develop an updated Data Definition Specification (DDS) standard</a:t>
            </a:r>
            <a:br>
              <a:rPr lang="en-US" sz="1867"/>
            </a:br>
            <a:r>
              <a:rPr lang="en-US" sz="1867"/>
              <a:t>(</a:t>
            </a:r>
            <a:r>
              <a:rPr lang="en-US" sz="1867" err="1"/>
              <a:t>Define.JSON</a:t>
            </a:r>
            <a:r>
              <a:rPr lang="en-US" sz="1867"/>
              <a:t>)</a:t>
            </a:r>
          </a:p>
        </p:txBody>
      </p:sp>
      <p:sp>
        <p:nvSpPr>
          <p:cNvPr id="37" name="Title 1">
            <a:extLst>
              <a:ext uri="{FF2B5EF4-FFF2-40B4-BE49-F238E27FC236}">
                <a16:creationId xmlns:a16="http://schemas.microsoft.com/office/drawing/2014/main" id="{F8267B32-F01C-B5A9-B6E4-5BAC84EDE994}"/>
              </a:ext>
            </a:extLst>
          </p:cNvPr>
          <p:cNvSpPr txBox="1">
            <a:spLocks/>
          </p:cNvSpPr>
          <p:nvPr/>
        </p:nvSpPr>
        <p:spPr>
          <a:xfrm>
            <a:off x="9706979" y="256335"/>
            <a:ext cx="2737643" cy="1051984"/>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Insights</a:t>
            </a:r>
          </a:p>
        </p:txBody>
      </p:sp>
      <p:sp>
        <p:nvSpPr>
          <p:cNvPr id="31" name="TextBox 30">
            <a:extLst>
              <a:ext uri="{FF2B5EF4-FFF2-40B4-BE49-F238E27FC236}">
                <a16:creationId xmlns:a16="http://schemas.microsoft.com/office/drawing/2014/main" id="{4D3078FD-B5EC-32EC-D061-59904779F32F}"/>
              </a:ext>
            </a:extLst>
          </p:cNvPr>
          <p:cNvSpPr txBox="1"/>
          <p:nvPr/>
        </p:nvSpPr>
        <p:spPr>
          <a:xfrm>
            <a:off x="458528" y="2477923"/>
            <a:ext cx="8131147" cy="954300"/>
          </a:xfrm>
          <a:prstGeom prst="rect">
            <a:avLst/>
          </a:prstGeom>
          <a:noFill/>
        </p:spPr>
        <p:txBody>
          <a:bodyPr wrap="square">
            <a:spAutoFit/>
          </a:bodyPr>
          <a:lstStyle/>
          <a:p>
            <a:pPr marL="380990" indent="-380990">
              <a:buFont typeface="Arial" panose="020B0604020202020204" pitchFamily="34" charset="0"/>
              <a:buChar char="•"/>
            </a:pPr>
            <a:r>
              <a:rPr lang="en-US" sz="1867"/>
              <a:t>Used BCs from USDM JSON and query CDISC library for dataset specializations</a:t>
            </a:r>
          </a:p>
          <a:p>
            <a:pPr marL="380990" indent="-380990">
              <a:buFont typeface="Arial" panose="020B0604020202020204" pitchFamily="34" charset="0"/>
              <a:buChar char="•"/>
            </a:pPr>
            <a:r>
              <a:rPr lang="en-US" sz="1867"/>
              <a:t>Identified all metadata for automation</a:t>
            </a:r>
          </a:p>
        </p:txBody>
      </p:sp>
      <p:sp>
        <p:nvSpPr>
          <p:cNvPr id="34" name="TextBox 33">
            <a:extLst>
              <a:ext uri="{FF2B5EF4-FFF2-40B4-BE49-F238E27FC236}">
                <a16:creationId xmlns:a16="http://schemas.microsoft.com/office/drawing/2014/main" id="{900061B5-AB99-6A96-A4FE-4F28C2C62FB2}"/>
              </a:ext>
            </a:extLst>
          </p:cNvPr>
          <p:cNvSpPr txBox="1"/>
          <p:nvPr/>
        </p:nvSpPr>
        <p:spPr>
          <a:xfrm>
            <a:off x="400713" y="4698079"/>
            <a:ext cx="9488212" cy="954300"/>
          </a:xfrm>
          <a:prstGeom prst="rect">
            <a:avLst/>
          </a:prstGeom>
          <a:noFill/>
        </p:spPr>
        <p:txBody>
          <a:bodyPr wrap="square" lIns="91440" tIns="45720" rIns="91440" bIns="45720" anchor="t">
            <a:spAutoFit/>
          </a:bodyPr>
          <a:lstStyle/>
          <a:p>
            <a:pPr marL="380365" indent="-380365">
              <a:buFont typeface="Arial" panose="020B0604020202020204" pitchFamily="34" charset="0"/>
              <a:buChar char="•"/>
            </a:pPr>
            <a:r>
              <a:rPr lang="en-US" sz="1867"/>
              <a:t>Large process flow to achieve full automation</a:t>
            </a:r>
            <a:endParaRPr lang="en-US"/>
          </a:p>
          <a:p>
            <a:pPr marL="380365" indent="-380365">
              <a:buFont typeface="Arial" panose="020B0604020202020204" pitchFamily="34" charset="0"/>
              <a:buChar char="•"/>
            </a:pPr>
            <a:r>
              <a:rPr lang="en-US" sz="1850"/>
              <a:t>Work-arounds needed to obtain all needed operational metadata</a:t>
            </a:r>
          </a:p>
          <a:p>
            <a:pPr marL="380990" indent="-380990">
              <a:buFont typeface="Arial" panose="020B0604020202020204" pitchFamily="34" charset="0"/>
              <a:buChar char="•"/>
            </a:pPr>
            <a:endParaRPr lang="en-US" sz="1867"/>
          </a:p>
        </p:txBody>
      </p:sp>
      <p:pic>
        <p:nvPicPr>
          <p:cNvPr id="56" name="Graphic 55">
            <a:extLst>
              <a:ext uri="{FF2B5EF4-FFF2-40B4-BE49-F238E27FC236}">
                <a16:creationId xmlns:a16="http://schemas.microsoft.com/office/drawing/2014/main" id="{BED17BC6-D879-E590-6AD9-5968327AFE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8889" y="5902862"/>
            <a:ext cx="2075667" cy="662447"/>
          </a:xfrm>
          <a:prstGeom prst="rect">
            <a:avLst/>
          </a:prstGeom>
        </p:spPr>
      </p:pic>
    </p:spTree>
    <p:extLst>
      <p:ext uri="{BB962C8B-B14F-4D97-AF65-F5344CB8AC3E}">
        <p14:creationId xmlns:p14="http://schemas.microsoft.com/office/powerpoint/2010/main" val="474740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flowchart&#10;&#10;AI-generated content may be incorrect.">
            <a:extLst>
              <a:ext uri="{FF2B5EF4-FFF2-40B4-BE49-F238E27FC236}">
                <a16:creationId xmlns:a16="http://schemas.microsoft.com/office/drawing/2014/main" id="{D076AC9F-58BF-BFD9-FB9E-D21169FFE10F}"/>
              </a:ext>
            </a:extLst>
          </p:cNvPr>
          <p:cNvPicPr>
            <a:picLocks noGrp="1" noChangeAspect="1"/>
          </p:cNvPicPr>
          <p:nvPr>
            <p:ph sz="half" idx="2"/>
          </p:nvPr>
        </p:nvPicPr>
        <p:blipFill>
          <a:blip r:embed="rId2"/>
          <a:stretch>
            <a:fillRect/>
          </a:stretch>
        </p:blipFill>
        <p:spPr>
          <a:xfrm>
            <a:off x="5831092" y="558806"/>
            <a:ext cx="6363155" cy="5141316"/>
          </a:xfrm>
          <a:prstGeom prst="rect">
            <a:avLst/>
          </a:prstGeom>
        </p:spPr>
      </p:pic>
      <p:sp>
        <p:nvSpPr>
          <p:cNvPr id="2" name="Title 1">
            <a:extLst>
              <a:ext uri="{FF2B5EF4-FFF2-40B4-BE49-F238E27FC236}">
                <a16:creationId xmlns:a16="http://schemas.microsoft.com/office/drawing/2014/main" id="{1F1A0DF0-70B5-2589-023C-BC1FC09C3211}"/>
              </a:ext>
            </a:extLst>
          </p:cNvPr>
          <p:cNvSpPr>
            <a:spLocks noGrp="1"/>
          </p:cNvSpPr>
          <p:nvPr>
            <p:ph type="title"/>
          </p:nvPr>
        </p:nvSpPr>
        <p:spPr>
          <a:xfrm>
            <a:off x="273318" y="15993"/>
            <a:ext cx="11645363" cy="1228992"/>
          </a:xfrm>
        </p:spPr>
        <p:txBody>
          <a:bodyPr/>
          <a:lstStyle/>
          <a:p>
            <a:r>
              <a:rPr lang="en-US" dirty="0"/>
              <a:t>Define-XML Metadata flow</a:t>
            </a:r>
          </a:p>
        </p:txBody>
      </p:sp>
      <p:sp>
        <p:nvSpPr>
          <p:cNvPr id="4" name="Slide Number Placeholder 3">
            <a:extLst>
              <a:ext uri="{FF2B5EF4-FFF2-40B4-BE49-F238E27FC236}">
                <a16:creationId xmlns:a16="http://schemas.microsoft.com/office/drawing/2014/main" id="{A1CC7EBF-F9FF-8474-4DD9-E729609A4DF0}"/>
              </a:ext>
            </a:extLst>
          </p:cNvPr>
          <p:cNvSpPr>
            <a:spLocks noGrp="1"/>
          </p:cNvSpPr>
          <p:nvPr>
            <p:ph type="sldNum" sz="quarter" idx="12"/>
          </p:nvPr>
        </p:nvSpPr>
        <p:spPr/>
        <p:txBody>
          <a:bodyPr/>
          <a:lstStyle/>
          <a:p>
            <a:fld id="{EB4FF9C4-EEBF-D24D-8A4E-C0B9CCE3F975}" type="slidenum">
              <a:rPr lang="en-US" smtClean="0"/>
              <a:t>14</a:t>
            </a:fld>
            <a:endParaRPr lang="en-US"/>
          </a:p>
        </p:txBody>
      </p:sp>
      <p:sp>
        <p:nvSpPr>
          <p:cNvPr id="5" name="Footer Placeholder 4">
            <a:extLst>
              <a:ext uri="{FF2B5EF4-FFF2-40B4-BE49-F238E27FC236}">
                <a16:creationId xmlns:a16="http://schemas.microsoft.com/office/drawing/2014/main" id="{C3976397-8D02-B44E-70B6-69F78E2C86B6}"/>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endParaRPr lang="en-US" dirty="0"/>
          </a:p>
        </p:txBody>
      </p:sp>
      <p:sp>
        <p:nvSpPr>
          <p:cNvPr id="13" name="TextBox 12">
            <a:extLst>
              <a:ext uri="{FF2B5EF4-FFF2-40B4-BE49-F238E27FC236}">
                <a16:creationId xmlns:a16="http://schemas.microsoft.com/office/drawing/2014/main" id="{5E3F32C7-4011-7918-ADC5-013814EBBAAA}"/>
              </a:ext>
            </a:extLst>
          </p:cNvPr>
          <p:cNvSpPr txBox="1"/>
          <p:nvPr/>
        </p:nvSpPr>
        <p:spPr>
          <a:xfrm>
            <a:off x="1347508" y="5619559"/>
            <a:ext cx="3399973" cy="492443"/>
          </a:xfrm>
          <a:prstGeom prst="rect">
            <a:avLst/>
          </a:prstGeom>
          <a:noFill/>
        </p:spPr>
        <p:txBody>
          <a:bodyPr wrap="square" lIns="121920" tIns="60960" rIns="121920" bIns="60960" rtlCol="0" anchor="t">
            <a:spAutoFit/>
          </a:bodyPr>
          <a:lstStyle/>
          <a:p>
            <a:r>
              <a:rPr lang="en-US" sz="2400">
                <a:cs typeface="Arial"/>
              </a:rPr>
              <a:t>High-level Data Flow</a:t>
            </a:r>
          </a:p>
        </p:txBody>
      </p:sp>
      <p:sp>
        <p:nvSpPr>
          <p:cNvPr id="14" name="TextBox 13">
            <a:extLst>
              <a:ext uri="{FF2B5EF4-FFF2-40B4-BE49-F238E27FC236}">
                <a16:creationId xmlns:a16="http://schemas.microsoft.com/office/drawing/2014/main" id="{E9418CA7-8485-67E2-CEA5-81B5C8ADB419}"/>
              </a:ext>
            </a:extLst>
          </p:cNvPr>
          <p:cNvSpPr txBox="1"/>
          <p:nvPr/>
        </p:nvSpPr>
        <p:spPr>
          <a:xfrm>
            <a:off x="7542957" y="5702841"/>
            <a:ext cx="2925521" cy="492443"/>
          </a:xfrm>
          <a:prstGeom prst="rect">
            <a:avLst/>
          </a:prstGeom>
          <a:noFill/>
        </p:spPr>
        <p:txBody>
          <a:bodyPr wrap="square" lIns="121920" tIns="60960" rIns="121920" bIns="60960" rtlCol="0" anchor="t">
            <a:spAutoFit/>
          </a:bodyPr>
          <a:lstStyle/>
          <a:p>
            <a:r>
              <a:rPr lang="en-US" sz="2400"/>
              <a:t>Detailed Data Flow</a:t>
            </a:r>
            <a:endParaRPr lang="en-US" sz="2400" dirty="0"/>
          </a:p>
        </p:txBody>
      </p:sp>
      <p:pic>
        <p:nvPicPr>
          <p:cNvPr id="17" name="Content Placeholder 16" descr="A diagram of a software system&#10;&#10;AI-generated content may be incorrect.">
            <a:extLst>
              <a:ext uri="{FF2B5EF4-FFF2-40B4-BE49-F238E27FC236}">
                <a16:creationId xmlns:a16="http://schemas.microsoft.com/office/drawing/2014/main" id="{0909D204-A0DE-CDE9-6EEE-99B144D5D355}"/>
              </a:ext>
            </a:extLst>
          </p:cNvPr>
          <p:cNvPicPr>
            <a:picLocks noGrp="1" noChangeAspect="1"/>
          </p:cNvPicPr>
          <p:nvPr>
            <p:ph sz="half" idx="1"/>
          </p:nvPr>
        </p:nvPicPr>
        <p:blipFill>
          <a:blip r:embed="rId3"/>
          <a:stretch>
            <a:fillRect/>
          </a:stretch>
        </p:blipFill>
        <p:spPr>
          <a:xfrm>
            <a:off x="811373" y="1008490"/>
            <a:ext cx="4472847" cy="4695297"/>
          </a:xfrm>
          <a:prstGeom prst="rect">
            <a:avLst/>
          </a:prstGeom>
        </p:spPr>
      </p:pic>
    </p:spTree>
    <p:extLst>
      <p:ext uri="{BB962C8B-B14F-4D97-AF65-F5344CB8AC3E}">
        <p14:creationId xmlns:p14="http://schemas.microsoft.com/office/powerpoint/2010/main" val="1379787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53D8-AFAE-C75F-9793-45F4577638C8}"/>
            </a:ext>
          </a:extLst>
        </p:cNvPr>
        <p:cNvGrpSpPr/>
        <p:nvPr/>
      </p:nvGrpSpPr>
      <p:grpSpPr>
        <a:xfrm>
          <a:off x="0" y="0"/>
          <a:ext cx="0" cy="0"/>
          <a:chOff x="0" y="0"/>
          <a:chExt cx="0" cy="0"/>
        </a:xfrm>
      </p:grpSpPr>
      <p:grpSp>
        <p:nvGrpSpPr>
          <p:cNvPr id="41" name="object 2">
            <a:extLst>
              <a:ext uri="{FF2B5EF4-FFF2-40B4-BE49-F238E27FC236}">
                <a16:creationId xmlns:a16="http://schemas.microsoft.com/office/drawing/2014/main" id="{36109918-F35D-EC6E-F604-0B4CABD2632A}"/>
              </a:ext>
            </a:extLst>
          </p:cNvPr>
          <p:cNvGrpSpPr/>
          <p:nvPr/>
        </p:nvGrpSpPr>
        <p:grpSpPr>
          <a:xfrm>
            <a:off x="8298189" y="-4203"/>
            <a:ext cx="3893811" cy="6862204"/>
            <a:chOff x="12437503" y="0"/>
            <a:chExt cx="5850890" cy="10287000"/>
          </a:xfrm>
        </p:grpSpPr>
        <p:pic>
          <p:nvPicPr>
            <p:cNvPr id="42" name="object 3">
              <a:extLst>
                <a:ext uri="{FF2B5EF4-FFF2-40B4-BE49-F238E27FC236}">
                  <a16:creationId xmlns:a16="http://schemas.microsoft.com/office/drawing/2014/main" id="{4CCB4AA6-66FD-2272-D81A-2540B3868C83}"/>
                </a:ext>
              </a:extLst>
            </p:cNvPr>
            <p:cNvPicPr/>
            <p:nvPr/>
          </p:nvPicPr>
          <p:blipFill>
            <a:blip r:embed="rId3" cstate="print"/>
            <a:stretch>
              <a:fillRect/>
            </a:stretch>
          </p:blipFill>
          <p:spPr>
            <a:xfrm>
              <a:off x="12437503" y="0"/>
              <a:ext cx="5850496" cy="10287000"/>
            </a:xfrm>
            <a:prstGeom prst="rect">
              <a:avLst/>
            </a:prstGeom>
          </p:spPr>
        </p:pic>
        <p:sp>
          <p:nvSpPr>
            <p:cNvPr id="43" name="object 4">
              <a:extLst>
                <a:ext uri="{FF2B5EF4-FFF2-40B4-BE49-F238E27FC236}">
                  <a16:creationId xmlns:a16="http://schemas.microsoft.com/office/drawing/2014/main" id="{6A21ED43-805C-2F1D-79E5-505D35E36186}"/>
                </a:ext>
              </a:extLst>
            </p:cNvPr>
            <p:cNvSpPr/>
            <p:nvPr/>
          </p:nvSpPr>
          <p:spPr>
            <a:xfrm>
              <a:off x="12927356" y="639159"/>
              <a:ext cx="1328420" cy="1328420"/>
            </a:xfrm>
            <a:custGeom>
              <a:avLst/>
              <a:gdLst/>
              <a:ahLst/>
              <a:cxnLst/>
              <a:rect l="l" t="t" r="r" b="b"/>
              <a:pathLst>
                <a:path w="1328419"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2400"/>
            </a:p>
          </p:txBody>
        </p:sp>
        <p:sp>
          <p:nvSpPr>
            <p:cNvPr id="44" name="object 5">
              <a:extLst>
                <a:ext uri="{FF2B5EF4-FFF2-40B4-BE49-F238E27FC236}">
                  <a16:creationId xmlns:a16="http://schemas.microsoft.com/office/drawing/2014/main" id="{324A92FB-6328-C817-8C19-EDC84E0EC5FF}"/>
                </a:ext>
              </a:extLst>
            </p:cNvPr>
            <p:cNvSpPr/>
            <p:nvPr/>
          </p:nvSpPr>
          <p:spPr>
            <a:xfrm>
              <a:off x="13262420" y="908824"/>
              <a:ext cx="840105" cy="872490"/>
            </a:xfrm>
            <a:custGeom>
              <a:avLst/>
              <a:gdLst/>
              <a:ahLst/>
              <a:cxnLst/>
              <a:rect l="l" t="t" r="r" b="b"/>
              <a:pathLst>
                <a:path w="840105" h="872489">
                  <a:moveTo>
                    <a:pt x="658228" y="317550"/>
                  </a:moveTo>
                  <a:lnTo>
                    <a:pt x="653173" y="271170"/>
                  </a:lnTo>
                  <a:lnTo>
                    <a:pt x="641680" y="226796"/>
                  </a:lnTo>
                  <a:lnTo>
                    <a:pt x="624281" y="184950"/>
                  </a:lnTo>
                  <a:lnTo>
                    <a:pt x="622477" y="181889"/>
                  </a:lnTo>
                  <a:lnTo>
                    <a:pt x="622477" y="318744"/>
                  </a:lnTo>
                  <a:lnTo>
                    <a:pt x="619277" y="372986"/>
                  </a:lnTo>
                  <a:lnTo>
                    <a:pt x="606437" y="425081"/>
                  </a:lnTo>
                  <a:lnTo>
                    <a:pt x="584403" y="473798"/>
                  </a:lnTo>
                  <a:lnTo>
                    <a:pt x="553567" y="517931"/>
                  </a:lnTo>
                  <a:lnTo>
                    <a:pt x="521512" y="560146"/>
                  </a:lnTo>
                  <a:lnTo>
                    <a:pt x="494449" y="604240"/>
                  </a:lnTo>
                  <a:lnTo>
                    <a:pt x="476440" y="641832"/>
                  </a:lnTo>
                  <a:lnTo>
                    <a:pt x="476440" y="792353"/>
                  </a:lnTo>
                  <a:lnTo>
                    <a:pt x="476440" y="808202"/>
                  </a:lnTo>
                  <a:lnTo>
                    <a:pt x="474230" y="819124"/>
                  </a:lnTo>
                  <a:lnTo>
                    <a:pt x="468198" y="828052"/>
                  </a:lnTo>
                  <a:lnTo>
                    <a:pt x="459270" y="834085"/>
                  </a:lnTo>
                  <a:lnTo>
                    <a:pt x="448335" y="836295"/>
                  </a:lnTo>
                  <a:lnTo>
                    <a:pt x="210070" y="836295"/>
                  </a:lnTo>
                  <a:lnTo>
                    <a:pt x="199148" y="834085"/>
                  </a:lnTo>
                  <a:lnTo>
                    <a:pt x="190207" y="828052"/>
                  </a:lnTo>
                  <a:lnTo>
                    <a:pt x="184188" y="819124"/>
                  </a:lnTo>
                  <a:lnTo>
                    <a:pt x="181965" y="808202"/>
                  </a:lnTo>
                  <a:lnTo>
                    <a:pt x="181965" y="792353"/>
                  </a:lnTo>
                  <a:lnTo>
                    <a:pt x="184188" y="781418"/>
                  </a:lnTo>
                  <a:lnTo>
                    <a:pt x="190207" y="772477"/>
                  </a:lnTo>
                  <a:lnTo>
                    <a:pt x="199148" y="766445"/>
                  </a:lnTo>
                  <a:lnTo>
                    <a:pt x="210070" y="764235"/>
                  </a:lnTo>
                  <a:lnTo>
                    <a:pt x="448335" y="764235"/>
                  </a:lnTo>
                  <a:lnTo>
                    <a:pt x="459270" y="766445"/>
                  </a:lnTo>
                  <a:lnTo>
                    <a:pt x="468198" y="772477"/>
                  </a:lnTo>
                  <a:lnTo>
                    <a:pt x="474230" y="781418"/>
                  </a:lnTo>
                  <a:lnTo>
                    <a:pt x="476440" y="792353"/>
                  </a:lnTo>
                  <a:lnTo>
                    <a:pt x="476440" y="641832"/>
                  </a:lnTo>
                  <a:lnTo>
                    <a:pt x="472605" y="649833"/>
                  </a:lnTo>
                  <a:lnTo>
                    <a:pt x="456158" y="696506"/>
                  </a:lnTo>
                  <a:lnTo>
                    <a:pt x="448792" y="728573"/>
                  </a:lnTo>
                  <a:lnTo>
                    <a:pt x="448335" y="728472"/>
                  </a:lnTo>
                  <a:lnTo>
                    <a:pt x="210070" y="728472"/>
                  </a:lnTo>
                  <a:lnTo>
                    <a:pt x="203047" y="695706"/>
                  </a:lnTo>
                  <a:lnTo>
                    <a:pt x="187350" y="649097"/>
                  </a:lnTo>
                  <a:lnTo>
                    <a:pt x="166458" y="604697"/>
                  </a:lnTo>
                  <a:lnTo>
                    <a:pt x="140538" y="562902"/>
                  </a:lnTo>
                  <a:lnTo>
                    <a:pt x="109791" y="524103"/>
                  </a:lnTo>
                  <a:lnTo>
                    <a:pt x="78092" y="481063"/>
                  </a:lnTo>
                  <a:lnTo>
                    <a:pt x="54876" y="433412"/>
                  </a:lnTo>
                  <a:lnTo>
                    <a:pt x="40614" y="382358"/>
                  </a:lnTo>
                  <a:lnTo>
                    <a:pt x="35763" y="329095"/>
                  </a:lnTo>
                  <a:lnTo>
                    <a:pt x="39433" y="282473"/>
                  </a:lnTo>
                  <a:lnTo>
                    <a:pt x="50228" y="237680"/>
                  </a:lnTo>
                  <a:lnTo>
                    <a:pt x="67906" y="195338"/>
                  </a:lnTo>
                  <a:lnTo>
                    <a:pt x="92176" y="156146"/>
                  </a:lnTo>
                  <a:lnTo>
                    <a:pt x="122758" y="120713"/>
                  </a:lnTo>
                  <a:lnTo>
                    <a:pt x="158584" y="90398"/>
                  </a:lnTo>
                  <a:lnTo>
                    <a:pt x="198158" y="66395"/>
                  </a:lnTo>
                  <a:lnTo>
                    <a:pt x="240804" y="49060"/>
                  </a:lnTo>
                  <a:lnTo>
                    <a:pt x="285838" y="38735"/>
                  </a:lnTo>
                  <a:lnTo>
                    <a:pt x="332562" y="35763"/>
                  </a:lnTo>
                  <a:lnTo>
                    <a:pt x="378040" y="39941"/>
                  </a:lnTo>
                  <a:lnTo>
                    <a:pt x="421462" y="51041"/>
                  </a:lnTo>
                  <a:lnTo>
                    <a:pt x="462216" y="68491"/>
                  </a:lnTo>
                  <a:lnTo>
                    <a:pt x="499719" y="91681"/>
                  </a:lnTo>
                  <a:lnTo>
                    <a:pt x="533349" y="120040"/>
                  </a:lnTo>
                  <a:lnTo>
                    <a:pt x="562508" y="152984"/>
                  </a:lnTo>
                  <a:lnTo>
                    <a:pt x="586613" y="189903"/>
                  </a:lnTo>
                  <a:lnTo>
                    <a:pt x="605040" y="230238"/>
                  </a:lnTo>
                  <a:lnTo>
                    <a:pt x="617194" y="273380"/>
                  </a:lnTo>
                  <a:lnTo>
                    <a:pt x="622477" y="318744"/>
                  </a:lnTo>
                  <a:lnTo>
                    <a:pt x="622477" y="181889"/>
                  </a:lnTo>
                  <a:lnTo>
                    <a:pt x="601472" y="146100"/>
                  </a:lnTo>
                  <a:lnTo>
                    <a:pt x="573760" y="110756"/>
                  </a:lnTo>
                  <a:lnTo>
                    <a:pt x="541655" y="79413"/>
                  </a:lnTo>
                  <a:lnTo>
                    <a:pt x="505650" y="52565"/>
                  </a:lnTo>
                  <a:lnTo>
                    <a:pt x="466280" y="30708"/>
                  </a:lnTo>
                  <a:lnTo>
                    <a:pt x="424040" y="14325"/>
                  </a:lnTo>
                  <a:lnTo>
                    <a:pt x="379425" y="3924"/>
                  </a:lnTo>
                  <a:lnTo>
                    <a:pt x="332943" y="0"/>
                  </a:lnTo>
                  <a:lnTo>
                    <a:pt x="280517" y="3429"/>
                  </a:lnTo>
                  <a:lnTo>
                    <a:pt x="229997" y="15024"/>
                  </a:lnTo>
                  <a:lnTo>
                    <a:pt x="182168" y="34429"/>
                  </a:lnTo>
                  <a:lnTo>
                    <a:pt x="137795" y="61302"/>
                  </a:lnTo>
                  <a:lnTo>
                    <a:pt x="97612" y="95288"/>
                  </a:lnTo>
                  <a:lnTo>
                    <a:pt x="63284" y="135039"/>
                  </a:lnTo>
                  <a:lnTo>
                    <a:pt x="36055" y="179031"/>
                  </a:lnTo>
                  <a:lnTo>
                    <a:pt x="16230" y="226517"/>
                  </a:lnTo>
                  <a:lnTo>
                    <a:pt x="4114" y="276783"/>
                  </a:lnTo>
                  <a:lnTo>
                    <a:pt x="0" y="329095"/>
                  </a:lnTo>
                  <a:lnTo>
                    <a:pt x="3505" y="377050"/>
                  </a:lnTo>
                  <a:lnTo>
                    <a:pt x="13817" y="423595"/>
                  </a:lnTo>
                  <a:lnTo>
                    <a:pt x="30683" y="468033"/>
                  </a:lnTo>
                  <a:lnTo>
                    <a:pt x="53848" y="509689"/>
                  </a:lnTo>
                  <a:lnTo>
                    <a:pt x="83058" y="547865"/>
                  </a:lnTo>
                  <a:lnTo>
                    <a:pt x="111252" y="583450"/>
                  </a:lnTo>
                  <a:lnTo>
                    <a:pt x="135013" y="621766"/>
                  </a:lnTo>
                  <a:lnTo>
                    <a:pt x="154178" y="662457"/>
                  </a:lnTo>
                  <a:lnTo>
                    <a:pt x="168554" y="705167"/>
                  </a:lnTo>
                  <a:lnTo>
                    <a:pt x="175920" y="739787"/>
                  </a:lnTo>
                  <a:lnTo>
                    <a:pt x="164934" y="747204"/>
                  </a:lnTo>
                  <a:lnTo>
                    <a:pt x="151231" y="767511"/>
                  </a:lnTo>
                  <a:lnTo>
                    <a:pt x="148209" y="782383"/>
                  </a:lnTo>
                  <a:lnTo>
                    <a:pt x="75247" y="782383"/>
                  </a:lnTo>
                  <a:lnTo>
                    <a:pt x="67246" y="790384"/>
                  </a:lnTo>
                  <a:lnTo>
                    <a:pt x="67246" y="810145"/>
                  </a:lnTo>
                  <a:lnTo>
                    <a:pt x="75247" y="818146"/>
                  </a:lnTo>
                  <a:lnTo>
                    <a:pt x="148209" y="818146"/>
                  </a:lnTo>
                  <a:lnTo>
                    <a:pt x="151231" y="833031"/>
                  </a:lnTo>
                  <a:lnTo>
                    <a:pt x="164934" y="853325"/>
                  </a:lnTo>
                  <a:lnTo>
                    <a:pt x="185242" y="867029"/>
                  </a:lnTo>
                  <a:lnTo>
                    <a:pt x="210070" y="872058"/>
                  </a:lnTo>
                  <a:lnTo>
                    <a:pt x="448335" y="872058"/>
                  </a:lnTo>
                  <a:lnTo>
                    <a:pt x="493471" y="853325"/>
                  </a:lnTo>
                  <a:lnTo>
                    <a:pt x="510184" y="818146"/>
                  </a:lnTo>
                  <a:lnTo>
                    <a:pt x="573278" y="818146"/>
                  </a:lnTo>
                  <a:lnTo>
                    <a:pt x="583145" y="818146"/>
                  </a:lnTo>
                  <a:lnTo>
                    <a:pt x="591159" y="810145"/>
                  </a:lnTo>
                  <a:lnTo>
                    <a:pt x="591159" y="790384"/>
                  </a:lnTo>
                  <a:lnTo>
                    <a:pt x="583145" y="782383"/>
                  </a:lnTo>
                  <a:lnTo>
                    <a:pt x="510184" y="782383"/>
                  </a:lnTo>
                  <a:lnTo>
                    <a:pt x="507174" y="767511"/>
                  </a:lnTo>
                  <a:lnTo>
                    <a:pt x="504964" y="764235"/>
                  </a:lnTo>
                  <a:lnTo>
                    <a:pt x="493471" y="747204"/>
                  </a:lnTo>
                  <a:lnTo>
                    <a:pt x="482803" y="740016"/>
                  </a:lnTo>
                  <a:lnTo>
                    <a:pt x="490588" y="706158"/>
                  </a:lnTo>
                  <a:lnTo>
                    <a:pt x="505828" y="663079"/>
                  </a:lnTo>
                  <a:lnTo>
                    <a:pt x="526084" y="620941"/>
                  </a:lnTo>
                  <a:lnTo>
                    <a:pt x="551180" y="580123"/>
                  </a:lnTo>
                  <a:lnTo>
                    <a:pt x="580923" y="540981"/>
                  </a:lnTo>
                  <a:lnTo>
                    <a:pt x="609358" y="501827"/>
                  </a:lnTo>
                  <a:lnTo>
                    <a:pt x="631545" y="459219"/>
                  </a:lnTo>
                  <a:lnTo>
                    <a:pt x="647255" y="413829"/>
                  </a:lnTo>
                  <a:lnTo>
                    <a:pt x="656221" y="366369"/>
                  </a:lnTo>
                  <a:lnTo>
                    <a:pt x="658228" y="317550"/>
                  </a:lnTo>
                  <a:close/>
                </a:path>
                <a:path w="840105" h="872489">
                  <a:moveTo>
                    <a:pt x="839584" y="304914"/>
                  </a:moveTo>
                  <a:lnTo>
                    <a:pt x="831583" y="296913"/>
                  </a:lnTo>
                  <a:lnTo>
                    <a:pt x="757389" y="296913"/>
                  </a:lnTo>
                  <a:lnTo>
                    <a:pt x="749376" y="304914"/>
                  </a:lnTo>
                  <a:lnTo>
                    <a:pt x="749376" y="324675"/>
                  </a:lnTo>
                  <a:lnTo>
                    <a:pt x="757389" y="332676"/>
                  </a:lnTo>
                  <a:lnTo>
                    <a:pt x="821702" y="332676"/>
                  </a:lnTo>
                  <a:lnTo>
                    <a:pt x="831583" y="332676"/>
                  </a:lnTo>
                  <a:lnTo>
                    <a:pt x="839584" y="324675"/>
                  </a:lnTo>
                  <a:lnTo>
                    <a:pt x="839584" y="304914"/>
                  </a:lnTo>
                  <a:close/>
                </a:path>
              </a:pathLst>
            </a:custGeom>
            <a:solidFill>
              <a:srgbClr val="9FCFCA"/>
            </a:solidFill>
          </p:spPr>
          <p:txBody>
            <a:bodyPr wrap="square" lIns="0" tIns="0" rIns="0" bIns="0" rtlCol="0"/>
            <a:lstStyle/>
            <a:p>
              <a:endParaRPr sz="2400"/>
            </a:p>
          </p:txBody>
        </p:sp>
        <p:pic>
          <p:nvPicPr>
            <p:cNvPr id="45" name="object 6">
              <a:extLst>
                <a:ext uri="{FF2B5EF4-FFF2-40B4-BE49-F238E27FC236}">
                  <a16:creationId xmlns:a16="http://schemas.microsoft.com/office/drawing/2014/main" id="{36343DD6-EEC2-9676-DEE1-927BCC65E7C6}"/>
                </a:ext>
              </a:extLst>
            </p:cNvPr>
            <p:cNvPicPr/>
            <p:nvPr/>
          </p:nvPicPr>
          <p:blipFill>
            <a:blip r:embed="rId4" cstate="print"/>
            <a:stretch>
              <a:fillRect/>
            </a:stretch>
          </p:blipFill>
          <p:spPr>
            <a:xfrm>
              <a:off x="13876116" y="860505"/>
              <a:ext cx="74256" cy="74250"/>
            </a:xfrm>
            <a:prstGeom prst="rect">
              <a:avLst/>
            </a:prstGeom>
          </p:spPr>
        </p:pic>
        <p:sp>
          <p:nvSpPr>
            <p:cNvPr id="46" name="object 7">
              <a:extLst>
                <a:ext uri="{FF2B5EF4-FFF2-40B4-BE49-F238E27FC236}">
                  <a16:creationId xmlns:a16="http://schemas.microsoft.com/office/drawing/2014/main" id="{00A3C9C0-DE12-1185-0C51-3C248EAA9B30}"/>
                </a:ext>
              </a:extLst>
            </p:cNvPr>
            <p:cNvSpPr/>
            <p:nvPr/>
          </p:nvSpPr>
          <p:spPr>
            <a:xfrm>
              <a:off x="13563250" y="723593"/>
              <a:ext cx="36195" cy="90805"/>
            </a:xfrm>
            <a:custGeom>
              <a:avLst/>
              <a:gdLst/>
              <a:ahLst/>
              <a:cxnLst/>
              <a:rect l="l" t="t" r="r" b="b"/>
              <a:pathLst>
                <a:path w="36194" h="90805">
                  <a:moveTo>
                    <a:pt x="27762" y="0"/>
                  </a:moveTo>
                  <a:lnTo>
                    <a:pt x="8000" y="0"/>
                  </a:lnTo>
                  <a:lnTo>
                    <a:pt x="0" y="8000"/>
                  </a:lnTo>
                  <a:lnTo>
                    <a:pt x="0" y="82207"/>
                  </a:lnTo>
                  <a:lnTo>
                    <a:pt x="8000" y="90208"/>
                  </a:lnTo>
                  <a:lnTo>
                    <a:pt x="17881" y="90208"/>
                  </a:lnTo>
                  <a:lnTo>
                    <a:pt x="27749" y="90208"/>
                  </a:lnTo>
                  <a:lnTo>
                    <a:pt x="35763" y="82207"/>
                  </a:lnTo>
                  <a:lnTo>
                    <a:pt x="35763" y="8000"/>
                  </a:lnTo>
                  <a:lnTo>
                    <a:pt x="27762" y="0"/>
                  </a:lnTo>
                  <a:close/>
                </a:path>
              </a:pathLst>
            </a:custGeom>
            <a:solidFill>
              <a:srgbClr val="9FCFCA"/>
            </a:solidFill>
          </p:spPr>
          <p:txBody>
            <a:bodyPr wrap="square" lIns="0" tIns="0" rIns="0" bIns="0" rtlCol="0"/>
            <a:lstStyle/>
            <a:p>
              <a:endParaRPr sz="2400"/>
            </a:p>
          </p:txBody>
        </p:sp>
        <p:pic>
          <p:nvPicPr>
            <p:cNvPr id="47" name="object 8">
              <a:extLst>
                <a:ext uri="{FF2B5EF4-FFF2-40B4-BE49-F238E27FC236}">
                  <a16:creationId xmlns:a16="http://schemas.microsoft.com/office/drawing/2014/main" id="{7486FE85-8C88-2077-8419-D164FB532087}"/>
                </a:ext>
              </a:extLst>
            </p:cNvPr>
            <p:cNvPicPr/>
            <p:nvPr/>
          </p:nvPicPr>
          <p:blipFill>
            <a:blip r:embed="rId5" cstate="print"/>
            <a:stretch>
              <a:fillRect/>
            </a:stretch>
          </p:blipFill>
          <p:spPr>
            <a:xfrm>
              <a:off x="13218003" y="875228"/>
              <a:ext cx="74244" cy="74263"/>
            </a:xfrm>
            <a:prstGeom prst="rect">
              <a:avLst/>
            </a:prstGeom>
          </p:spPr>
        </p:pic>
        <p:sp>
          <p:nvSpPr>
            <p:cNvPr id="48" name="object 9">
              <a:extLst>
                <a:ext uri="{FF2B5EF4-FFF2-40B4-BE49-F238E27FC236}">
                  <a16:creationId xmlns:a16="http://schemas.microsoft.com/office/drawing/2014/main" id="{B7CF243F-75FF-C69C-77D2-CE30C07633C1}"/>
                </a:ext>
              </a:extLst>
            </p:cNvPr>
            <p:cNvSpPr/>
            <p:nvPr/>
          </p:nvSpPr>
          <p:spPr>
            <a:xfrm>
              <a:off x="13081082" y="1226564"/>
              <a:ext cx="90805" cy="36195"/>
            </a:xfrm>
            <a:custGeom>
              <a:avLst/>
              <a:gdLst/>
              <a:ahLst/>
              <a:cxnLst/>
              <a:rect l="l" t="t" r="r" b="b"/>
              <a:pathLst>
                <a:path w="90805" h="36194">
                  <a:moveTo>
                    <a:pt x="82194" y="0"/>
                  </a:moveTo>
                  <a:lnTo>
                    <a:pt x="8013" y="0"/>
                  </a:lnTo>
                  <a:lnTo>
                    <a:pt x="0" y="8001"/>
                  </a:lnTo>
                  <a:lnTo>
                    <a:pt x="0" y="27762"/>
                  </a:lnTo>
                  <a:lnTo>
                    <a:pt x="8013" y="35763"/>
                  </a:lnTo>
                  <a:lnTo>
                    <a:pt x="72326" y="35763"/>
                  </a:lnTo>
                  <a:lnTo>
                    <a:pt x="82194" y="35763"/>
                  </a:lnTo>
                  <a:lnTo>
                    <a:pt x="90208" y="27762"/>
                  </a:lnTo>
                  <a:lnTo>
                    <a:pt x="90208" y="8001"/>
                  </a:lnTo>
                  <a:lnTo>
                    <a:pt x="82194" y="0"/>
                  </a:lnTo>
                  <a:close/>
                </a:path>
              </a:pathLst>
            </a:custGeom>
            <a:solidFill>
              <a:srgbClr val="9FCFCA"/>
            </a:solidFill>
          </p:spPr>
          <p:txBody>
            <a:bodyPr wrap="square" lIns="0" tIns="0" rIns="0" bIns="0" rtlCol="0"/>
            <a:lstStyle/>
            <a:p>
              <a:endParaRPr sz="2400"/>
            </a:p>
          </p:txBody>
        </p:sp>
        <p:pic>
          <p:nvPicPr>
            <p:cNvPr id="49" name="object 10">
              <a:extLst>
                <a:ext uri="{FF2B5EF4-FFF2-40B4-BE49-F238E27FC236}">
                  <a16:creationId xmlns:a16="http://schemas.microsoft.com/office/drawing/2014/main" id="{E969E50B-FDB0-EDC6-1322-F6ACDC94B717}"/>
                </a:ext>
              </a:extLst>
            </p:cNvPr>
            <p:cNvPicPr/>
            <p:nvPr/>
          </p:nvPicPr>
          <p:blipFill>
            <a:blip r:embed="rId6" cstate="print"/>
            <a:stretch>
              <a:fillRect/>
            </a:stretch>
          </p:blipFill>
          <p:spPr>
            <a:xfrm>
              <a:off x="13232731" y="1533305"/>
              <a:ext cx="74244" cy="74247"/>
            </a:xfrm>
            <a:prstGeom prst="rect">
              <a:avLst/>
            </a:prstGeom>
          </p:spPr>
        </p:pic>
        <p:pic>
          <p:nvPicPr>
            <p:cNvPr id="50" name="object 11">
              <a:extLst>
                <a:ext uri="{FF2B5EF4-FFF2-40B4-BE49-F238E27FC236}">
                  <a16:creationId xmlns:a16="http://schemas.microsoft.com/office/drawing/2014/main" id="{F929A00B-B243-B050-4086-2D0C118B8192}"/>
                </a:ext>
              </a:extLst>
            </p:cNvPr>
            <p:cNvPicPr/>
            <p:nvPr/>
          </p:nvPicPr>
          <p:blipFill>
            <a:blip r:embed="rId7" cstate="print"/>
            <a:stretch>
              <a:fillRect/>
            </a:stretch>
          </p:blipFill>
          <p:spPr>
            <a:xfrm>
              <a:off x="13890843" y="1518570"/>
              <a:ext cx="74256" cy="74263"/>
            </a:xfrm>
            <a:prstGeom prst="rect">
              <a:avLst/>
            </a:prstGeom>
          </p:spPr>
        </p:pic>
        <p:pic>
          <p:nvPicPr>
            <p:cNvPr id="51" name="object 12">
              <a:extLst>
                <a:ext uri="{FF2B5EF4-FFF2-40B4-BE49-F238E27FC236}">
                  <a16:creationId xmlns:a16="http://schemas.microsoft.com/office/drawing/2014/main" id="{BD2532F7-58FF-0918-BCC9-71CB07DFF284}"/>
                </a:ext>
              </a:extLst>
            </p:cNvPr>
            <p:cNvPicPr/>
            <p:nvPr/>
          </p:nvPicPr>
          <p:blipFill>
            <a:blip r:embed="rId8" cstate="print"/>
            <a:stretch>
              <a:fillRect/>
            </a:stretch>
          </p:blipFill>
          <p:spPr>
            <a:xfrm>
              <a:off x="13470155" y="1745181"/>
              <a:ext cx="239966" cy="137858"/>
            </a:xfrm>
            <a:prstGeom prst="rect">
              <a:avLst/>
            </a:prstGeom>
          </p:spPr>
        </p:pic>
        <p:sp>
          <p:nvSpPr>
            <p:cNvPr id="52" name="object 13">
              <a:extLst>
                <a:ext uri="{FF2B5EF4-FFF2-40B4-BE49-F238E27FC236}">
                  <a16:creationId xmlns:a16="http://schemas.microsoft.com/office/drawing/2014/main" id="{AE28AA5B-0563-4460-A5D1-1872F3A3B3D5}"/>
                </a:ext>
              </a:extLst>
            </p:cNvPr>
            <p:cNvSpPr/>
            <p:nvPr/>
          </p:nvSpPr>
          <p:spPr>
            <a:xfrm>
              <a:off x="13378602" y="1024446"/>
              <a:ext cx="426084" cy="426084"/>
            </a:xfrm>
            <a:custGeom>
              <a:avLst/>
              <a:gdLst/>
              <a:ahLst/>
              <a:cxnLst/>
              <a:rect l="l" t="t" r="r" b="b"/>
              <a:pathLst>
                <a:path w="426084" h="426084">
                  <a:moveTo>
                    <a:pt x="212953" y="0"/>
                  </a:moveTo>
                  <a:lnTo>
                    <a:pt x="164184" y="5634"/>
                  </a:lnTo>
                  <a:lnTo>
                    <a:pt x="119383" y="21680"/>
                  </a:lnTo>
                  <a:lnTo>
                    <a:pt x="79840" y="46847"/>
                  </a:lnTo>
                  <a:lnTo>
                    <a:pt x="46842" y="79848"/>
                  </a:lnTo>
                  <a:lnTo>
                    <a:pt x="21677" y="119393"/>
                  </a:lnTo>
                  <a:lnTo>
                    <a:pt x="5634" y="164196"/>
                  </a:lnTo>
                  <a:lnTo>
                    <a:pt x="0" y="212966"/>
                  </a:lnTo>
                  <a:lnTo>
                    <a:pt x="5634" y="261735"/>
                  </a:lnTo>
                  <a:lnTo>
                    <a:pt x="21677" y="306536"/>
                  </a:lnTo>
                  <a:lnTo>
                    <a:pt x="46842" y="346079"/>
                  </a:lnTo>
                  <a:lnTo>
                    <a:pt x="79840" y="379077"/>
                  </a:lnTo>
                  <a:lnTo>
                    <a:pt x="119383" y="404242"/>
                  </a:lnTo>
                  <a:lnTo>
                    <a:pt x="164184" y="420285"/>
                  </a:lnTo>
                  <a:lnTo>
                    <a:pt x="212953" y="425919"/>
                  </a:lnTo>
                  <a:lnTo>
                    <a:pt x="261723" y="420285"/>
                  </a:lnTo>
                  <a:lnTo>
                    <a:pt x="306523" y="404242"/>
                  </a:lnTo>
                  <a:lnTo>
                    <a:pt x="328657" y="390156"/>
                  </a:lnTo>
                  <a:lnTo>
                    <a:pt x="212953" y="390156"/>
                  </a:lnTo>
                  <a:lnTo>
                    <a:pt x="165904" y="383817"/>
                  </a:lnTo>
                  <a:lnTo>
                    <a:pt x="123592" y="365932"/>
                  </a:lnTo>
                  <a:lnTo>
                    <a:pt x="87720" y="338204"/>
                  </a:lnTo>
                  <a:lnTo>
                    <a:pt x="59990" y="302332"/>
                  </a:lnTo>
                  <a:lnTo>
                    <a:pt x="42103" y="260019"/>
                  </a:lnTo>
                  <a:lnTo>
                    <a:pt x="35763" y="212966"/>
                  </a:lnTo>
                  <a:lnTo>
                    <a:pt x="42103" y="165911"/>
                  </a:lnTo>
                  <a:lnTo>
                    <a:pt x="59990" y="123596"/>
                  </a:lnTo>
                  <a:lnTo>
                    <a:pt x="87720" y="87722"/>
                  </a:lnTo>
                  <a:lnTo>
                    <a:pt x="123592" y="59990"/>
                  </a:lnTo>
                  <a:lnTo>
                    <a:pt x="165904" y="42103"/>
                  </a:lnTo>
                  <a:lnTo>
                    <a:pt x="212953" y="35763"/>
                  </a:lnTo>
                  <a:lnTo>
                    <a:pt x="328651" y="35763"/>
                  </a:lnTo>
                  <a:lnTo>
                    <a:pt x="306523" y="21680"/>
                  </a:lnTo>
                  <a:lnTo>
                    <a:pt x="261723" y="5634"/>
                  </a:lnTo>
                  <a:lnTo>
                    <a:pt x="212953" y="0"/>
                  </a:lnTo>
                  <a:close/>
                </a:path>
                <a:path w="426084" h="426084">
                  <a:moveTo>
                    <a:pt x="328651" y="35763"/>
                  </a:moveTo>
                  <a:lnTo>
                    <a:pt x="212953" y="35763"/>
                  </a:lnTo>
                  <a:lnTo>
                    <a:pt x="260002" y="42103"/>
                  </a:lnTo>
                  <a:lnTo>
                    <a:pt x="302314" y="59990"/>
                  </a:lnTo>
                  <a:lnTo>
                    <a:pt x="338186" y="87722"/>
                  </a:lnTo>
                  <a:lnTo>
                    <a:pt x="365917" y="123596"/>
                  </a:lnTo>
                  <a:lnTo>
                    <a:pt x="383803" y="165911"/>
                  </a:lnTo>
                  <a:lnTo>
                    <a:pt x="390144" y="212966"/>
                  </a:lnTo>
                  <a:lnTo>
                    <a:pt x="383803" y="260019"/>
                  </a:lnTo>
                  <a:lnTo>
                    <a:pt x="365917" y="302332"/>
                  </a:lnTo>
                  <a:lnTo>
                    <a:pt x="338186" y="338204"/>
                  </a:lnTo>
                  <a:lnTo>
                    <a:pt x="302314" y="365932"/>
                  </a:lnTo>
                  <a:lnTo>
                    <a:pt x="260002" y="383817"/>
                  </a:lnTo>
                  <a:lnTo>
                    <a:pt x="212953" y="390156"/>
                  </a:lnTo>
                  <a:lnTo>
                    <a:pt x="328657" y="390156"/>
                  </a:lnTo>
                  <a:lnTo>
                    <a:pt x="379064" y="346079"/>
                  </a:lnTo>
                  <a:lnTo>
                    <a:pt x="404229" y="306536"/>
                  </a:lnTo>
                  <a:lnTo>
                    <a:pt x="420273" y="261735"/>
                  </a:lnTo>
                  <a:lnTo>
                    <a:pt x="425907" y="212966"/>
                  </a:lnTo>
                  <a:lnTo>
                    <a:pt x="420273" y="164196"/>
                  </a:lnTo>
                  <a:lnTo>
                    <a:pt x="404229" y="119393"/>
                  </a:lnTo>
                  <a:lnTo>
                    <a:pt x="379064" y="79848"/>
                  </a:lnTo>
                  <a:lnTo>
                    <a:pt x="346066" y="46847"/>
                  </a:lnTo>
                  <a:lnTo>
                    <a:pt x="328651" y="35763"/>
                  </a:lnTo>
                  <a:close/>
                </a:path>
              </a:pathLst>
            </a:custGeom>
            <a:solidFill>
              <a:srgbClr val="9FCFCA"/>
            </a:solidFill>
          </p:spPr>
          <p:txBody>
            <a:bodyPr wrap="square" lIns="0" tIns="0" rIns="0" bIns="0" rtlCol="0"/>
            <a:lstStyle/>
            <a:p>
              <a:endParaRPr sz="2400"/>
            </a:p>
          </p:txBody>
        </p:sp>
        <p:pic>
          <p:nvPicPr>
            <p:cNvPr id="53" name="object 14">
              <a:extLst>
                <a:ext uri="{FF2B5EF4-FFF2-40B4-BE49-F238E27FC236}">
                  <a16:creationId xmlns:a16="http://schemas.microsoft.com/office/drawing/2014/main" id="{26D3638F-DB77-8FED-D5D9-E6710D09DEFC}"/>
                </a:ext>
              </a:extLst>
            </p:cNvPr>
            <p:cNvPicPr/>
            <p:nvPr/>
          </p:nvPicPr>
          <p:blipFill>
            <a:blip r:embed="rId9" cstate="print"/>
            <a:stretch>
              <a:fillRect/>
            </a:stretch>
          </p:blipFill>
          <p:spPr>
            <a:xfrm>
              <a:off x="13484495" y="1158119"/>
              <a:ext cx="214134" cy="158565"/>
            </a:xfrm>
            <a:prstGeom prst="rect">
              <a:avLst/>
            </a:prstGeom>
          </p:spPr>
        </p:pic>
      </p:grpSp>
      <p:grpSp>
        <p:nvGrpSpPr>
          <p:cNvPr id="32" name="Group 31">
            <a:extLst>
              <a:ext uri="{FF2B5EF4-FFF2-40B4-BE49-F238E27FC236}">
                <a16:creationId xmlns:a16="http://schemas.microsoft.com/office/drawing/2014/main" id="{4EFB8128-3285-F36F-7E23-E50CDC39FC72}"/>
              </a:ext>
            </a:extLst>
          </p:cNvPr>
          <p:cNvGrpSpPr/>
          <p:nvPr/>
        </p:nvGrpSpPr>
        <p:grpSpPr>
          <a:xfrm>
            <a:off x="1" y="1198099"/>
            <a:ext cx="4081780" cy="1051984"/>
            <a:chOff x="0" y="898574"/>
            <a:chExt cx="3061335" cy="788988"/>
          </a:xfrm>
        </p:grpSpPr>
        <p:sp>
          <p:nvSpPr>
            <p:cNvPr id="15" name="object 15">
              <a:extLst>
                <a:ext uri="{FF2B5EF4-FFF2-40B4-BE49-F238E27FC236}">
                  <a16:creationId xmlns:a16="http://schemas.microsoft.com/office/drawing/2014/main" id="{21AB2F21-7F97-D644-56CA-5296875D2A0B}"/>
                </a:ext>
              </a:extLst>
            </p:cNvPr>
            <p:cNvSpPr/>
            <p:nvPr/>
          </p:nvSpPr>
          <p:spPr>
            <a:xfrm>
              <a:off x="0" y="898574"/>
              <a:ext cx="3061335" cy="788988"/>
            </a:xfrm>
            <a:custGeom>
              <a:avLst/>
              <a:gdLst/>
              <a:ahLst/>
              <a:cxnLst/>
              <a:rect l="l" t="t" r="r" b="b"/>
              <a:pathLst>
                <a:path w="6122670" h="1577975">
                  <a:moveTo>
                    <a:pt x="5343434" y="59"/>
                  </a:moveTo>
                  <a:lnTo>
                    <a:pt x="0" y="0"/>
                  </a:lnTo>
                  <a:lnTo>
                    <a:pt x="0" y="1577644"/>
                  </a:lnTo>
                  <a:lnTo>
                    <a:pt x="5333749" y="1577644"/>
                  </a:lnTo>
                  <a:lnTo>
                    <a:pt x="5391784" y="1575503"/>
                  </a:lnTo>
                  <a:lnTo>
                    <a:pt x="5449497" y="1569097"/>
                  </a:lnTo>
                  <a:lnTo>
                    <a:pt x="5506585" y="1558472"/>
                  </a:lnTo>
                  <a:lnTo>
                    <a:pt x="5562730" y="1543672"/>
                  </a:lnTo>
                  <a:lnTo>
                    <a:pt x="5617642" y="1524782"/>
                  </a:lnTo>
                  <a:lnTo>
                    <a:pt x="5671011" y="1501902"/>
                  </a:lnTo>
                  <a:lnTo>
                    <a:pt x="5722558" y="1475158"/>
                  </a:lnTo>
                  <a:lnTo>
                    <a:pt x="5772001" y="1444701"/>
                  </a:lnTo>
                  <a:lnTo>
                    <a:pt x="5819058" y="1410684"/>
                  </a:lnTo>
                  <a:lnTo>
                    <a:pt x="5863492" y="1373289"/>
                  </a:lnTo>
                  <a:lnTo>
                    <a:pt x="5905052" y="1332744"/>
                  </a:lnTo>
                  <a:lnTo>
                    <a:pt x="5943527" y="1289253"/>
                  </a:lnTo>
                  <a:lnTo>
                    <a:pt x="5978674" y="1243026"/>
                  </a:lnTo>
                  <a:lnTo>
                    <a:pt x="6010355" y="1194358"/>
                  </a:lnTo>
                  <a:lnTo>
                    <a:pt x="6038345" y="1143484"/>
                  </a:lnTo>
                  <a:lnTo>
                    <a:pt x="6062526" y="1090688"/>
                  </a:lnTo>
                  <a:lnTo>
                    <a:pt x="6082764" y="1036262"/>
                  </a:lnTo>
                  <a:lnTo>
                    <a:pt x="6098937" y="980478"/>
                  </a:lnTo>
                  <a:lnTo>
                    <a:pt x="6110962" y="923677"/>
                  </a:lnTo>
                  <a:lnTo>
                    <a:pt x="6118774" y="866140"/>
                  </a:lnTo>
                  <a:lnTo>
                    <a:pt x="6122334" y="808177"/>
                  </a:lnTo>
                  <a:lnTo>
                    <a:pt x="6122512" y="779137"/>
                  </a:lnTo>
                  <a:lnTo>
                    <a:pt x="6121619" y="750112"/>
                  </a:lnTo>
                  <a:lnTo>
                    <a:pt x="6116639" y="692261"/>
                  </a:lnTo>
                  <a:lnTo>
                    <a:pt x="6107421" y="634923"/>
                  </a:lnTo>
                  <a:lnTo>
                    <a:pt x="6094003" y="578431"/>
                  </a:lnTo>
                  <a:lnTo>
                    <a:pt x="6076458" y="523074"/>
                  </a:lnTo>
                  <a:lnTo>
                    <a:pt x="6054898" y="469163"/>
                  </a:lnTo>
                  <a:lnTo>
                    <a:pt x="6029430" y="416979"/>
                  </a:lnTo>
                  <a:lnTo>
                    <a:pt x="6000191" y="366804"/>
                  </a:lnTo>
                  <a:lnTo>
                    <a:pt x="5967340" y="318922"/>
                  </a:lnTo>
                  <a:lnTo>
                    <a:pt x="5931059" y="273583"/>
                  </a:lnTo>
                  <a:lnTo>
                    <a:pt x="5891533" y="231038"/>
                  </a:lnTo>
                  <a:lnTo>
                    <a:pt x="5848988" y="191519"/>
                  </a:lnTo>
                  <a:lnTo>
                    <a:pt x="5803649" y="155232"/>
                  </a:lnTo>
                  <a:lnTo>
                    <a:pt x="5755772" y="122381"/>
                  </a:lnTo>
                  <a:lnTo>
                    <a:pt x="5705593" y="93141"/>
                  </a:lnTo>
                  <a:lnTo>
                    <a:pt x="5653418" y="67673"/>
                  </a:lnTo>
                  <a:lnTo>
                    <a:pt x="5599497" y="46113"/>
                  </a:lnTo>
                  <a:lnTo>
                    <a:pt x="5544141" y="28568"/>
                  </a:lnTo>
                  <a:lnTo>
                    <a:pt x="5487648" y="15151"/>
                  </a:lnTo>
                  <a:lnTo>
                    <a:pt x="5430317" y="5932"/>
                  </a:lnTo>
                  <a:lnTo>
                    <a:pt x="5372459" y="952"/>
                  </a:lnTo>
                  <a:lnTo>
                    <a:pt x="5343434" y="59"/>
                  </a:lnTo>
                  <a:close/>
                </a:path>
              </a:pathLst>
            </a:custGeom>
            <a:solidFill>
              <a:srgbClr val="134678"/>
            </a:solidFill>
          </p:spPr>
          <p:txBody>
            <a:bodyPr wrap="square" lIns="0" tIns="0" rIns="0" bIns="0" rtlCol="0"/>
            <a:lstStyle/>
            <a:p>
              <a:endParaRPr sz="1200"/>
            </a:p>
          </p:txBody>
        </p:sp>
        <p:grpSp>
          <p:nvGrpSpPr>
            <p:cNvPr id="17" name="object 17">
              <a:extLst>
                <a:ext uri="{FF2B5EF4-FFF2-40B4-BE49-F238E27FC236}">
                  <a16:creationId xmlns:a16="http://schemas.microsoft.com/office/drawing/2014/main" id="{C83E223D-4532-B80D-8030-AD7941203E22}"/>
                </a:ext>
              </a:extLst>
            </p:cNvPr>
            <p:cNvGrpSpPr/>
            <p:nvPr/>
          </p:nvGrpSpPr>
          <p:grpSpPr>
            <a:xfrm>
              <a:off x="2301363" y="960963"/>
              <a:ext cx="664210" cy="664210"/>
              <a:chOff x="4620812" y="2518942"/>
              <a:chExt cx="1328420" cy="1328420"/>
            </a:xfrm>
          </p:grpSpPr>
          <p:sp>
            <p:nvSpPr>
              <p:cNvPr id="18" name="object 18">
                <a:extLst>
                  <a:ext uri="{FF2B5EF4-FFF2-40B4-BE49-F238E27FC236}">
                    <a16:creationId xmlns:a16="http://schemas.microsoft.com/office/drawing/2014/main" id="{77F0FBFF-E34F-4F13-788E-E3AD7CB40CE3}"/>
                  </a:ext>
                </a:extLst>
              </p:cNvPr>
              <p:cNvSpPr/>
              <p:nvPr/>
            </p:nvSpPr>
            <p:spPr>
              <a:xfrm>
                <a:off x="4620812" y="2518942"/>
                <a:ext cx="1328420" cy="1328420"/>
              </a:xfrm>
              <a:custGeom>
                <a:avLst/>
                <a:gdLst/>
                <a:ahLst/>
                <a:cxnLst/>
                <a:rect l="l" t="t" r="r" b="b"/>
                <a:pathLst>
                  <a:path w="1328420"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0"/>
                    </a:lnTo>
                    <a:lnTo>
                      <a:pt x="6595" y="758121"/>
                    </a:lnTo>
                    <a:lnTo>
                      <a:pt x="14671" y="803640"/>
                    </a:lnTo>
                    <a:lnTo>
                      <a:pt x="25782" y="848034"/>
                    </a:lnTo>
                    <a:lnTo>
                      <a:pt x="39816" y="891192"/>
                    </a:lnTo>
                    <a:lnTo>
                      <a:pt x="56662" y="932999"/>
                    </a:lnTo>
                    <a:lnTo>
                      <a:pt x="76205" y="973345"/>
                    </a:lnTo>
                    <a:lnTo>
                      <a:pt x="98334" y="1012116"/>
                    </a:lnTo>
                    <a:lnTo>
                      <a:pt x="122937" y="1049201"/>
                    </a:lnTo>
                    <a:lnTo>
                      <a:pt x="149901" y="1084486"/>
                    </a:lnTo>
                    <a:lnTo>
                      <a:pt x="179114" y="1117860"/>
                    </a:lnTo>
                    <a:lnTo>
                      <a:pt x="210463" y="1149210"/>
                    </a:lnTo>
                    <a:lnTo>
                      <a:pt x="243836" y="1178424"/>
                    </a:lnTo>
                    <a:lnTo>
                      <a:pt x="279121" y="1205389"/>
                    </a:lnTo>
                    <a:lnTo>
                      <a:pt x="316205" y="1229992"/>
                    </a:lnTo>
                    <a:lnTo>
                      <a:pt x="354975" y="1252122"/>
                    </a:lnTo>
                    <a:lnTo>
                      <a:pt x="395320" y="1271666"/>
                    </a:lnTo>
                    <a:lnTo>
                      <a:pt x="437127" y="1288512"/>
                    </a:lnTo>
                    <a:lnTo>
                      <a:pt x="480284" y="1302547"/>
                    </a:lnTo>
                    <a:lnTo>
                      <a:pt x="524678" y="1313659"/>
                    </a:lnTo>
                    <a:lnTo>
                      <a:pt x="570197" y="1321735"/>
                    </a:lnTo>
                    <a:lnTo>
                      <a:pt x="616728" y="1326663"/>
                    </a:lnTo>
                    <a:lnTo>
                      <a:pt x="664159" y="1328331"/>
                    </a:lnTo>
                    <a:lnTo>
                      <a:pt x="711591" y="1326663"/>
                    </a:lnTo>
                    <a:lnTo>
                      <a:pt x="758124" y="1321735"/>
                    </a:lnTo>
                    <a:lnTo>
                      <a:pt x="803644" y="1313659"/>
                    </a:lnTo>
                    <a:lnTo>
                      <a:pt x="848039" y="1302547"/>
                    </a:lnTo>
                    <a:lnTo>
                      <a:pt x="891197" y="1288512"/>
                    </a:lnTo>
                    <a:lnTo>
                      <a:pt x="933005" y="1271666"/>
                    </a:lnTo>
                    <a:lnTo>
                      <a:pt x="973350" y="1252122"/>
                    </a:lnTo>
                    <a:lnTo>
                      <a:pt x="1012122" y="1229992"/>
                    </a:lnTo>
                    <a:lnTo>
                      <a:pt x="1049206" y="1205389"/>
                    </a:lnTo>
                    <a:lnTo>
                      <a:pt x="1084492" y="1178424"/>
                    </a:lnTo>
                    <a:lnTo>
                      <a:pt x="1117865" y="1149210"/>
                    </a:lnTo>
                    <a:lnTo>
                      <a:pt x="1149215" y="1117860"/>
                    </a:lnTo>
                    <a:lnTo>
                      <a:pt x="1178428" y="1084486"/>
                    </a:lnTo>
                    <a:lnTo>
                      <a:pt x="1205392" y="1049201"/>
                    </a:lnTo>
                    <a:lnTo>
                      <a:pt x="1229995" y="1012116"/>
                    </a:lnTo>
                    <a:lnTo>
                      <a:pt x="1252125" y="973345"/>
                    </a:lnTo>
                    <a:lnTo>
                      <a:pt x="1271668" y="932999"/>
                    </a:lnTo>
                    <a:lnTo>
                      <a:pt x="1288514" y="891192"/>
                    </a:lnTo>
                    <a:lnTo>
                      <a:pt x="1302548" y="848034"/>
                    </a:lnTo>
                    <a:lnTo>
                      <a:pt x="1313659" y="803640"/>
                    </a:lnTo>
                    <a:lnTo>
                      <a:pt x="1321735" y="758121"/>
                    </a:lnTo>
                    <a:lnTo>
                      <a:pt x="1326663" y="711590"/>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19" name="object 19">
                <a:extLst>
                  <a:ext uri="{FF2B5EF4-FFF2-40B4-BE49-F238E27FC236}">
                    <a16:creationId xmlns:a16="http://schemas.microsoft.com/office/drawing/2014/main" id="{2CCA4308-375A-87B8-7BF9-635D8A6F4131}"/>
                  </a:ext>
                </a:extLst>
              </p:cNvPr>
              <p:cNvSpPr/>
              <p:nvPr/>
            </p:nvSpPr>
            <p:spPr>
              <a:xfrm>
                <a:off x="4762855" y="2659417"/>
                <a:ext cx="1044575" cy="1047750"/>
              </a:xfrm>
              <a:custGeom>
                <a:avLst/>
                <a:gdLst/>
                <a:ahLst/>
                <a:cxnLst/>
                <a:rect l="l" t="t" r="r" b="b"/>
                <a:pathLst>
                  <a:path w="1044575" h="1047750">
                    <a:moveTo>
                      <a:pt x="707783" y="523697"/>
                    </a:moveTo>
                    <a:lnTo>
                      <a:pt x="706361" y="502259"/>
                    </a:lnTo>
                    <a:lnTo>
                      <a:pt x="702627" y="476897"/>
                    </a:lnTo>
                    <a:lnTo>
                      <a:pt x="693077" y="457136"/>
                    </a:lnTo>
                    <a:lnTo>
                      <a:pt x="674192" y="452526"/>
                    </a:lnTo>
                    <a:lnTo>
                      <a:pt x="669505" y="454139"/>
                    </a:lnTo>
                    <a:lnTo>
                      <a:pt x="665645" y="457542"/>
                    </a:lnTo>
                    <a:lnTo>
                      <a:pt x="661301" y="466458"/>
                    </a:lnTo>
                    <a:lnTo>
                      <a:pt x="660984" y="471601"/>
                    </a:lnTo>
                    <a:lnTo>
                      <a:pt x="662609" y="476288"/>
                    </a:lnTo>
                    <a:lnTo>
                      <a:pt x="666026" y="487870"/>
                    </a:lnTo>
                    <a:lnTo>
                      <a:pt x="668464" y="499668"/>
                    </a:lnTo>
                    <a:lnTo>
                      <a:pt x="669925" y="511632"/>
                    </a:lnTo>
                    <a:lnTo>
                      <a:pt x="670382" y="523697"/>
                    </a:lnTo>
                    <a:lnTo>
                      <a:pt x="663994" y="565912"/>
                    </a:lnTo>
                    <a:lnTo>
                      <a:pt x="649287" y="601091"/>
                    </a:lnTo>
                    <a:lnTo>
                      <a:pt x="600976" y="650354"/>
                    </a:lnTo>
                    <a:lnTo>
                      <a:pt x="537552" y="671461"/>
                    </a:lnTo>
                    <a:lnTo>
                      <a:pt x="503948" y="671461"/>
                    </a:lnTo>
                    <a:lnTo>
                      <a:pt x="440524" y="650354"/>
                    </a:lnTo>
                    <a:lnTo>
                      <a:pt x="392226" y="601091"/>
                    </a:lnTo>
                    <a:lnTo>
                      <a:pt x="377520" y="565912"/>
                    </a:lnTo>
                    <a:lnTo>
                      <a:pt x="371119" y="523684"/>
                    </a:lnTo>
                    <a:lnTo>
                      <a:pt x="378790" y="476415"/>
                    </a:lnTo>
                    <a:lnTo>
                      <a:pt x="400050" y="435368"/>
                    </a:lnTo>
                    <a:lnTo>
                      <a:pt x="432435" y="402983"/>
                    </a:lnTo>
                    <a:lnTo>
                      <a:pt x="473481" y="381736"/>
                    </a:lnTo>
                    <a:lnTo>
                      <a:pt x="520750" y="374065"/>
                    </a:lnTo>
                    <a:lnTo>
                      <a:pt x="532866" y="374561"/>
                    </a:lnTo>
                    <a:lnTo>
                      <a:pt x="544880" y="376059"/>
                    </a:lnTo>
                    <a:lnTo>
                      <a:pt x="556729" y="378548"/>
                    </a:lnTo>
                    <a:lnTo>
                      <a:pt x="568337" y="382016"/>
                    </a:lnTo>
                    <a:lnTo>
                      <a:pt x="575703" y="383006"/>
                    </a:lnTo>
                    <a:lnTo>
                      <a:pt x="567512" y="341884"/>
                    </a:lnTo>
                    <a:lnTo>
                      <a:pt x="520750" y="336651"/>
                    </a:lnTo>
                    <a:lnTo>
                      <a:pt x="479552" y="341884"/>
                    </a:lnTo>
                    <a:lnTo>
                      <a:pt x="412584" y="370382"/>
                    </a:lnTo>
                    <a:lnTo>
                      <a:pt x="366229" y="417334"/>
                    </a:lnTo>
                    <a:lnTo>
                      <a:pt x="340487" y="476021"/>
                    </a:lnTo>
                    <a:lnTo>
                      <a:pt x="335330" y="507657"/>
                    </a:lnTo>
                    <a:lnTo>
                      <a:pt x="335330" y="539724"/>
                    </a:lnTo>
                    <a:lnTo>
                      <a:pt x="350786" y="601764"/>
                    </a:lnTo>
                    <a:lnTo>
                      <a:pt x="386842" y="655421"/>
                    </a:lnTo>
                    <a:lnTo>
                      <a:pt x="443496" y="693978"/>
                    </a:lnTo>
                    <a:lnTo>
                      <a:pt x="520750" y="710730"/>
                    </a:lnTo>
                    <a:lnTo>
                      <a:pt x="570445" y="703999"/>
                    </a:lnTo>
                    <a:lnTo>
                      <a:pt x="615111" y="685126"/>
                    </a:lnTo>
                    <a:lnTo>
                      <a:pt x="652945" y="655878"/>
                    </a:lnTo>
                    <a:lnTo>
                      <a:pt x="682193" y="618045"/>
                    </a:lnTo>
                    <a:lnTo>
                      <a:pt x="701065" y="573392"/>
                    </a:lnTo>
                    <a:lnTo>
                      <a:pt x="707783" y="523697"/>
                    </a:lnTo>
                    <a:close/>
                  </a:path>
                  <a:path w="1044575" h="1047750">
                    <a:moveTo>
                      <a:pt x="876084" y="528764"/>
                    </a:moveTo>
                    <a:lnTo>
                      <a:pt x="873785" y="483209"/>
                    </a:lnTo>
                    <a:lnTo>
                      <a:pt x="865619" y="438162"/>
                    </a:lnTo>
                    <a:lnTo>
                      <a:pt x="851585" y="394195"/>
                    </a:lnTo>
                    <a:lnTo>
                      <a:pt x="831684" y="351904"/>
                    </a:lnTo>
                    <a:lnTo>
                      <a:pt x="808939" y="342061"/>
                    </a:lnTo>
                    <a:lnTo>
                      <a:pt x="802678" y="345528"/>
                    </a:lnTo>
                    <a:lnTo>
                      <a:pt x="795794" y="357035"/>
                    </a:lnTo>
                    <a:lnTo>
                      <a:pt x="795693" y="364197"/>
                    </a:lnTo>
                    <a:lnTo>
                      <a:pt x="798969" y="370039"/>
                    </a:lnTo>
                    <a:lnTo>
                      <a:pt x="817994" y="409257"/>
                    </a:lnTo>
                    <a:lnTo>
                      <a:pt x="830795" y="449503"/>
                    </a:lnTo>
                    <a:lnTo>
                      <a:pt x="837666" y="490258"/>
                    </a:lnTo>
                    <a:lnTo>
                      <a:pt x="838911" y="531037"/>
                    </a:lnTo>
                    <a:lnTo>
                      <a:pt x="834809" y="571360"/>
                    </a:lnTo>
                    <a:lnTo>
                      <a:pt x="825665" y="610692"/>
                    </a:lnTo>
                    <a:lnTo>
                      <a:pt x="811758" y="648576"/>
                    </a:lnTo>
                    <a:lnTo>
                      <a:pt x="793381" y="684491"/>
                    </a:lnTo>
                    <a:lnTo>
                      <a:pt x="770839" y="717943"/>
                    </a:lnTo>
                    <a:lnTo>
                      <a:pt x="744410" y="748449"/>
                    </a:lnTo>
                    <a:lnTo>
                      <a:pt x="714400" y="775500"/>
                    </a:lnTo>
                    <a:lnTo>
                      <a:pt x="681101" y="798614"/>
                    </a:lnTo>
                    <a:lnTo>
                      <a:pt x="644779" y="817270"/>
                    </a:lnTo>
                    <a:lnTo>
                      <a:pt x="605764" y="830999"/>
                    </a:lnTo>
                    <a:lnTo>
                      <a:pt x="564311" y="839292"/>
                    </a:lnTo>
                    <a:lnTo>
                      <a:pt x="520750" y="841654"/>
                    </a:lnTo>
                    <a:lnTo>
                      <a:pt x="473786" y="838161"/>
                    </a:lnTo>
                    <a:lnTo>
                      <a:pt x="428967" y="828103"/>
                    </a:lnTo>
                    <a:lnTo>
                      <a:pt x="386778" y="811999"/>
                    </a:lnTo>
                    <a:lnTo>
                      <a:pt x="347700" y="790321"/>
                    </a:lnTo>
                    <a:lnTo>
                      <a:pt x="312242" y="763549"/>
                    </a:lnTo>
                    <a:lnTo>
                      <a:pt x="280885" y="732193"/>
                    </a:lnTo>
                    <a:lnTo>
                      <a:pt x="254127" y="696734"/>
                    </a:lnTo>
                    <a:lnTo>
                      <a:pt x="232448" y="657669"/>
                    </a:lnTo>
                    <a:lnTo>
                      <a:pt x="216331" y="615480"/>
                    </a:lnTo>
                    <a:lnTo>
                      <a:pt x="206286" y="570649"/>
                    </a:lnTo>
                    <a:lnTo>
                      <a:pt x="202793" y="523697"/>
                    </a:lnTo>
                    <a:lnTo>
                      <a:pt x="205155" y="480123"/>
                    </a:lnTo>
                    <a:lnTo>
                      <a:pt x="213461" y="438683"/>
                    </a:lnTo>
                    <a:lnTo>
                      <a:pt x="227190" y="399656"/>
                    </a:lnTo>
                    <a:lnTo>
                      <a:pt x="245846" y="363347"/>
                    </a:lnTo>
                    <a:lnTo>
                      <a:pt x="268960" y="330034"/>
                    </a:lnTo>
                    <a:lnTo>
                      <a:pt x="296011" y="300024"/>
                    </a:lnTo>
                    <a:lnTo>
                      <a:pt x="326517" y="273596"/>
                    </a:lnTo>
                    <a:lnTo>
                      <a:pt x="359968" y="251053"/>
                    </a:lnTo>
                    <a:lnTo>
                      <a:pt x="395871" y="232676"/>
                    </a:lnTo>
                    <a:lnTo>
                      <a:pt x="433755" y="218770"/>
                    </a:lnTo>
                    <a:lnTo>
                      <a:pt x="473087" y="209626"/>
                    </a:lnTo>
                    <a:lnTo>
                      <a:pt x="513397" y="205524"/>
                    </a:lnTo>
                    <a:lnTo>
                      <a:pt x="554177" y="206768"/>
                    </a:lnTo>
                    <a:lnTo>
                      <a:pt x="594944" y="213652"/>
                    </a:lnTo>
                    <a:lnTo>
                      <a:pt x="635177" y="226453"/>
                    </a:lnTo>
                    <a:lnTo>
                      <a:pt x="674408" y="245478"/>
                    </a:lnTo>
                    <a:lnTo>
                      <a:pt x="678751" y="247891"/>
                    </a:lnTo>
                    <a:lnTo>
                      <a:pt x="683869" y="248488"/>
                    </a:lnTo>
                    <a:lnTo>
                      <a:pt x="693407" y="245745"/>
                    </a:lnTo>
                    <a:lnTo>
                      <a:pt x="697433" y="242531"/>
                    </a:lnTo>
                    <a:lnTo>
                      <a:pt x="699833" y="238188"/>
                    </a:lnTo>
                    <a:lnTo>
                      <a:pt x="702233" y="233845"/>
                    </a:lnTo>
                    <a:lnTo>
                      <a:pt x="651967" y="193548"/>
                    </a:lnTo>
                    <a:lnTo>
                      <a:pt x="609473" y="179641"/>
                    </a:lnTo>
                    <a:lnTo>
                      <a:pt x="565556" y="171196"/>
                    </a:lnTo>
                    <a:lnTo>
                      <a:pt x="520750" y="168338"/>
                    </a:lnTo>
                    <a:lnTo>
                      <a:pt x="477939" y="172034"/>
                    </a:lnTo>
                    <a:lnTo>
                      <a:pt x="437896" y="179311"/>
                    </a:lnTo>
                    <a:lnTo>
                      <a:pt x="400608" y="189941"/>
                    </a:lnTo>
                    <a:lnTo>
                      <a:pt x="334327" y="220268"/>
                    </a:lnTo>
                    <a:lnTo>
                      <a:pt x="279082" y="261099"/>
                    </a:lnTo>
                    <a:lnTo>
                      <a:pt x="234899" y="310540"/>
                    </a:lnTo>
                    <a:lnTo>
                      <a:pt x="201752" y="366661"/>
                    </a:lnTo>
                    <a:lnTo>
                      <a:pt x="179654" y="427570"/>
                    </a:lnTo>
                    <a:lnTo>
                      <a:pt x="168605" y="491337"/>
                    </a:lnTo>
                    <a:lnTo>
                      <a:pt x="167233" y="523697"/>
                    </a:lnTo>
                    <a:lnTo>
                      <a:pt x="168605" y="556056"/>
                    </a:lnTo>
                    <a:lnTo>
                      <a:pt x="179654" y="619836"/>
                    </a:lnTo>
                    <a:lnTo>
                      <a:pt x="201752" y="680732"/>
                    </a:lnTo>
                    <a:lnTo>
                      <a:pt x="234899" y="736854"/>
                    </a:lnTo>
                    <a:lnTo>
                      <a:pt x="279082" y="786295"/>
                    </a:lnTo>
                    <a:lnTo>
                      <a:pt x="334327" y="827125"/>
                    </a:lnTo>
                    <a:lnTo>
                      <a:pt x="400608" y="857453"/>
                    </a:lnTo>
                    <a:lnTo>
                      <a:pt x="437896" y="868083"/>
                    </a:lnTo>
                    <a:lnTo>
                      <a:pt x="477939" y="875360"/>
                    </a:lnTo>
                    <a:lnTo>
                      <a:pt x="520750" y="879055"/>
                    </a:lnTo>
                    <a:lnTo>
                      <a:pt x="567397" y="876007"/>
                    </a:lnTo>
                    <a:lnTo>
                      <a:pt x="612660" y="867016"/>
                    </a:lnTo>
                    <a:lnTo>
                      <a:pt x="656031" y="852373"/>
                    </a:lnTo>
                    <a:lnTo>
                      <a:pt x="697014" y="832345"/>
                    </a:lnTo>
                    <a:lnTo>
                      <a:pt x="735088" y="807250"/>
                    </a:lnTo>
                    <a:lnTo>
                      <a:pt x="769772" y="777354"/>
                    </a:lnTo>
                    <a:lnTo>
                      <a:pt x="800531" y="742950"/>
                    </a:lnTo>
                    <a:lnTo>
                      <a:pt x="826871" y="704342"/>
                    </a:lnTo>
                    <a:lnTo>
                      <a:pt x="847915" y="662597"/>
                    </a:lnTo>
                    <a:lnTo>
                      <a:pt x="863142" y="619036"/>
                    </a:lnTo>
                    <a:lnTo>
                      <a:pt x="872540" y="574230"/>
                    </a:lnTo>
                    <a:lnTo>
                      <a:pt x="876084" y="528764"/>
                    </a:lnTo>
                    <a:close/>
                  </a:path>
                  <a:path w="1044575" h="1047750">
                    <a:moveTo>
                      <a:pt x="1016762" y="153758"/>
                    </a:moveTo>
                    <a:lnTo>
                      <a:pt x="1011732" y="140144"/>
                    </a:lnTo>
                    <a:lnTo>
                      <a:pt x="1005522" y="135394"/>
                    </a:lnTo>
                    <a:lnTo>
                      <a:pt x="998296" y="134734"/>
                    </a:lnTo>
                    <a:lnTo>
                      <a:pt x="954887" y="131419"/>
                    </a:lnTo>
                    <a:lnTo>
                      <a:pt x="954887" y="168922"/>
                    </a:lnTo>
                    <a:lnTo>
                      <a:pt x="853605" y="270192"/>
                    </a:lnTo>
                    <a:lnTo>
                      <a:pt x="779894" y="264553"/>
                    </a:lnTo>
                    <a:lnTo>
                      <a:pt x="774255" y="190842"/>
                    </a:lnTo>
                    <a:lnTo>
                      <a:pt x="875525" y="89560"/>
                    </a:lnTo>
                    <a:lnTo>
                      <a:pt x="878890" y="137655"/>
                    </a:lnTo>
                    <a:lnTo>
                      <a:pt x="885520" y="159067"/>
                    </a:lnTo>
                    <a:lnTo>
                      <a:pt x="906995" y="165582"/>
                    </a:lnTo>
                    <a:lnTo>
                      <a:pt x="954887" y="168922"/>
                    </a:lnTo>
                    <a:lnTo>
                      <a:pt x="954887" y="131419"/>
                    </a:lnTo>
                    <a:lnTo>
                      <a:pt x="916012" y="128435"/>
                    </a:lnTo>
                    <a:lnTo>
                      <a:pt x="913028" y="89560"/>
                    </a:lnTo>
                    <a:lnTo>
                      <a:pt x="909713" y="46151"/>
                    </a:lnTo>
                    <a:lnTo>
                      <a:pt x="909053" y="38925"/>
                    </a:lnTo>
                    <a:lnTo>
                      <a:pt x="904303" y="32727"/>
                    </a:lnTo>
                    <a:lnTo>
                      <a:pt x="890689" y="27686"/>
                    </a:lnTo>
                    <a:lnTo>
                      <a:pt x="883043" y="29298"/>
                    </a:lnTo>
                    <a:lnTo>
                      <a:pt x="877836" y="34353"/>
                    </a:lnTo>
                    <a:lnTo>
                      <a:pt x="737857" y="174332"/>
                    </a:lnTo>
                    <a:lnTo>
                      <a:pt x="735876" y="179692"/>
                    </a:lnTo>
                    <a:lnTo>
                      <a:pt x="743165" y="274840"/>
                    </a:lnTo>
                    <a:lnTo>
                      <a:pt x="507542" y="510463"/>
                    </a:lnTo>
                    <a:lnTo>
                      <a:pt x="503593" y="516648"/>
                    </a:lnTo>
                    <a:lnTo>
                      <a:pt x="502323" y="523608"/>
                    </a:lnTo>
                    <a:lnTo>
                      <a:pt x="503732" y="530555"/>
                    </a:lnTo>
                    <a:lnTo>
                      <a:pt x="507809" y="536638"/>
                    </a:lnTo>
                    <a:lnTo>
                      <a:pt x="513892" y="540715"/>
                    </a:lnTo>
                    <a:lnTo>
                      <a:pt x="520839" y="542124"/>
                    </a:lnTo>
                    <a:lnTo>
                      <a:pt x="527799" y="540854"/>
                    </a:lnTo>
                    <a:lnTo>
                      <a:pt x="533984" y="536905"/>
                    </a:lnTo>
                    <a:lnTo>
                      <a:pt x="769607" y="301282"/>
                    </a:lnTo>
                    <a:lnTo>
                      <a:pt x="864755" y="308571"/>
                    </a:lnTo>
                    <a:lnTo>
                      <a:pt x="870115" y="306590"/>
                    </a:lnTo>
                    <a:lnTo>
                      <a:pt x="875423" y="301282"/>
                    </a:lnTo>
                    <a:lnTo>
                      <a:pt x="906513" y="270192"/>
                    </a:lnTo>
                    <a:lnTo>
                      <a:pt x="1010094" y="166611"/>
                    </a:lnTo>
                    <a:lnTo>
                      <a:pt x="1015149" y="161404"/>
                    </a:lnTo>
                    <a:lnTo>
                      <a:pt x="1016762" y="153758"/>
                    </a:lnTo>
                    <a:close/>
                  </a:path>
                  <a:path w="1044575" h="1047750">
                    <a:moveTo>
                      <a:pt x="1044371" y="514718"/>
                    </a:moveTo>
                    <a:lnTo>
                      <a:pt x="1041298" y="466356"/>
                    </a:lnTo>
                    <a:lnTo>
                      <a:pt x="1033754" y="418350"/>
                    </a:lnTo>
                    <a:lnTo>
                      <a:pt x="1021702" y="371017"/>
                    </a:lnTo>
                    <a:lnTo>
                      <a:pt x="1005154" y="324662"/>
                    </a:lnTo>
                    <a:lnTo>
                      <a:pt x="984097" y="279628"/>
                    </a:lnTo>
                    <a:lnTo>
                      <a:pt x="965962" y="269887"/>
                    </a:lnTo>
                    <a:lnTo>
                      <a:pt x="958875" y="271995"/>
                    </a:lnTo>
                    <a:lnTo>
                      <a:pt x="953160" y="276694"/>
                    </a:lnTo>
                    <a:lnTo>
                      <a:pt x="949782" y="282981"/>
                    </a:lnTo>
                    <a:lnTo>
                      <a:pt x="948994" y="290080"/>
                    </a:lnTo>
                    <a:lnTo>
                      <a:pt x="951052" y="297167"/>
                    </a:lnTo>
                    <a:lnTo>
                      <a:pt x="971016" y="339966"/>
                    </a:lnTo>
                    <a:lnTo>
                      <a:pt x="986688" y="384340"/>
                    </a:lnTo>
                    <a:lnTo>
                      <a:pt x="997966" y="429971"/>
                    </a:lnTo>
                    <a:lnTo>
                      <a:pt x="1004773" y="476529"/>
                    </a:lnTo>
                    <a:lnTo>
                      <a:pt x="1007033" y="523684"/>
                    </a:lnTo>
                    <a:lnTo>
                      <a:pt x="1003858" y="566674"/>
                    </a:lnTo>
                    <a:lnTo>
                      <a:pt x="998042" y="607644"/>
                    </a:lnTo>
                    <a:lnTo>
                      <a:pt x="989698" y="646633"/>
                    </a:lnTo>
                    <a:lnTo>
                      <a:pt x="978979" y="683615"/>
                    </a:lnTo>
                    <a:lnTo>
                      <a:pt x="950861" y="751586"/>
                    </a:lnTo>
                    <a:lnTo>
                      <a:pt x="914704" y="811555"/>
                    </a:lnTo>
                    <a:lnTo>
                      <a:pt x="871512" y="863536"/>
                    </a:lnTo>
                    <a:lnTo>
                      <a:pt x="822274" y="907516"/>
                    </a:lnTo>
                    <a:lnTo>
                      <a:pt x="768007" y="943495"/>
                    </a:lnTo>
                    <a:lnTo>
                      <a:pt x="709714" y="971486"/>
                    </a:lnTo>
                    <a:lnTo>
                      <a:pt x="648398" y="991476"/>
                    </a:lnTo>
                    <a:lnTo>
                      <a:pt x="585076" y="1003465"/>
                    </a:lnTo>
                    <a:lnTo>
                      <a:pt x="520750" y="1007465"/>
                    </a:lnTo>
                    <a:lnTo>
                      <a:pt x="488530" y="1006462"/>
                    </a:lnTo>
                    <a:lnTo>
                      <a:pt x="424573" y="998474"/>
                    </a:lnTo>
                    <a:lnTo>
                      <a:pt x="362140" y="982472"/>
                    </a:lnTo>
                    <a:lnTo>
                      <a:pt x="302209" y="958481"/>
                    </a:lnTo>
                    <a:lnTo>
                      <a:pt x="245808" y="926503"/>
                    </a:lnTo>
                    <a:lnTo>
                      <a:pt x="193929" y="886523"/>
                    </a:lnTo>
                    <a:lnTo>
                      <a:pt x="147586" y="838542"/>
                    </a:lnTo>
                    <a:lnTo>
                      <a:pt x="107772" y="782574"/>
                    </a:lnTo>
                    <a:lnTo>
                      <a:pt x="75514" y="718604"/>
                    </a:lnTo>
                    <a:lnTo>
                      <a:pt x="51803" y="646633"/>
                    </a:lnTo>
                    <a:lnTo>
                      <a:pt x="43472" y="607644"/>
                    </a:lnTo>
                    <a:lnTo>
                      <a:pt x="37655" y="566674"/>
                    </a:lnTo>
                    <a:lnTo>
                      <a:pt x="34467" y="523684"/>
                    </a:lnTo>
                    <a:lnTo>
                      <a:pt x="36144" y="477354"/>
                    </a:lnTo>
                    <a:lnTo>
                      <a:pt x="42176" y="432498"/>
                    </a:lnTo>
                    <a:lnTo>
                      <a:pt x="52311" y="389293"/>
                    </a:lnTo>
                    <a:lnTo>
                      <a:pt x="66332" y="347878"/>
                    </a:lnTo>
                    <a:lnTo>
                      <a:pt x="83985" y="308381"/>
                    </a:lnTo>
                    <a:lnTo>
                      <a:pt x="105029" y="270967"/>
                    </a:lnTo>
                    <a:lnTo>
                      <a:pt x="129222" y="235775"/>
                    </a:lnTo>
                    <a:lnTo>
                      <a:pt x="156324" y="202946"/>
                    </a:lnTo>
                    <a:lnTo>
                      <a:pt x="186080" y="172631"/>
                    </a:lnTo>
                    <a:lnTo>
                      <a:pt x="218274" y="144970"/>
                    </a:lnTo>
                    <a:lnTo>
                      <a:pt x="252641" y="120116"/>
                    </a:lnTo>
                    <a:lnTo>
                      <a:pt x="288950" y="98209"/>
                    </a:lnTo>
                    <a:lnTo>
                      <a:pt x="326961" y="79400"/>
                    </a:lnTo>
                    <a:lnTo>
                      <a:pt x="366433" y="63817"/>
                    </a:lnTo>
                    <a:lnTo>
                      <a:pt x="407111" y="51638"/>
                    </a:lnTo>
                    <a:lnTo>
                      <a:pt x="448767" y="42976"/>
                    </a:lnTo>
                    <a:lnTo>
                      <a:pt x="491147" y="37985"/>
                    </a:lnTo>
                    <a:lnTo>
                      <a:pt x="534022" y="36817"/>
                    </a:lnTo>
                    <a:lnTo>
                      <a:pt x="577151" y="39624"/>
                    </a:lnTo>
                    <a:lnTo>
                      <a:pt x="620280" y="46532"/>
                    </a:lnTo>
                    <a:lnTo>
                      <a:pt x="663168" y="57708"/>
                    </a:lnTo>
                    <a:lnTo>
                      <a:pt x="705586" y="73279"/>
                    </a:lnTo>
                    <a:lnTo>
                      <a:pt x="747280" y="93395"/>
                    </a:lnTo>
                    <a:lnTo>
                      <a:pt x="754405" y="95516"/>
                    </a:lnTo>
                    <a:lnTo>
                      <a:pt x="718705" y="38823"/>
                    </a:lnTo>
                    <a:lnTo>
                      <a:pt x="670902" y="21945"/>
                    </a:lnTo>
                    <a:lnTo>
                      <a:pt x="621741" y="9791"/>
                    </a:lnTo>
                    <a:lnTo>
                      <a:pt x="571576" y="2451"/>
                    </a:lnTo>
                    <a:lnTo>
                      <a:pt x="520750" y="0"/>
                    </a:lnTo>
                    <a:lnTo>
                      <a:pt x="477354" y="3124"/>
                    </a:lnTo>
                    <a:lnTo>
                      <a:pt x="435851" y="8737"/>
                    </a:lnTo>
                    <a:lnTo>
                      <a:pt x="396227" y="16751"/>
                    </a:lnTo>
                    <a:lnTo>
                      <a:pt x="358495" y="27038"/>
                    </a:lnTo>
                    <a:lnTo>
                      <a:pt x="288683" y="54000"/>
                    </a:lnTo>
                    <a:lnTo>
                      <a:pt x="226415" y="88734"/>
                    </a:lnTo>
                    <a:lnTo>
                      <a:pt x="171704" y="130352"/>
                    </a:lnTo>
                    <a:lnTo>
                      <a:pt x="124536" y="177977"/>
                    </a:lnTo>
                    <a:lnTo>
                      <a:pt x="84912" y="230720"/>
                    </a:lnTo>
                    <a:lnTo>
                      <a:pt x="52832" y="287680"/>
                    </a:lnTo>
                    <a:lnTo>
                      <a:pt x="28308" y="347967"/>
                    </a:lnTo>
                    <a:lnTo>
                      <a:pt x="11328" y="410705"/>
                    </a:lnTo>
                    <a:lnTo>
                      <a:pt x="1892" y="474992"/>
                    </a:lnTo>
                    <a:lnTo>
                      <a:pt x="0" y="507441"/>
                    </a:lnTo>
                    <a:lnTo>
                      <a:pt x="0" y="539953"/>
                    </a:lnTo>
                    <a:lnTo>
                      <a:pt x="5664" y="604685"/>
                    </a:lnTo>
                    <a:lnTo>
                      <a:pt x="18872" y="668312"/>
                    </a:lnTo>
                    <a:lnTo>
                      <a:pt x="39624" y="729932"/>
                    </a:lnTo>
                    <a:lnTo>
                      <a:pt x="67932" y="788670"/>
                    </a:lnTo>
                    <a:lnTo>
                      <a:pt x="103784" y="843635"/>
                    </a:lnTo>
                    <a:lnTo>
                      <a:pt x="147180" y="893927"/>
                    </a:lnTo>
                    <a:lnTo>
                      <a:pt x="198120" y="938657"/>
                    </a:lnTo>
                    <a:lnTo>
                      <a:pt x="256603" y="976947"/>
                    </a:lnTo>
                    <a:lnTo>
                      <a:pt x="322643" y="1007910"/>
                    </a:lnTo>
                    <a:lnTo>
                      <a:pt x="396227" y="1030643"/>
                    </a:lnTo>
                    <a:lnTo>
                      <a:pt x="435851" y="1038644"/>
                    </a:lnTo>
                    <a:lnTo>
                      <a:pt x="477354" y="1044270"/>
                    </a:lnTo>
                    <a:lnTo>
                      <a:pt x="520750" y="1047381"/>
                    </a:lnTo>
                    <a:lnTo>
                      <a:pt x="570407" y="1045032"/>
                    </a:lnTo>
                    <a:lnTo>
                      <a:pt x="619137" y="1038072"/>
                    </a:lnTo>
                    <a:lnTo>
                      <a:pt x="666623" y="1026668"/>
                    </a:lnTo>
                    <a:lnTo>
                      <a:pt x="712622" y="1010983"/>
                    </a:lnTo>
                    <a:lnTo>
                      <a:pt x="756843" y="991158"/>
                    </a:lnTo>
                    <a:lnTo>
                      <a:pt x="798995" y="967359"/>
                    </a:lnTo>
                    <a:lnTo>
                      <a:pt x="838809" y="939749"/>
                    </a:lnTo>
                    <a:lnTo>
                      <a:pt x="876007" y="908481"/>
                    </a:lnTo>
                    <a:lnTo>
                      <a:pt x="910310" y="873709"/>
                    </a:lnTo>
                    <a:lnTo>
                      <a:pt x="941438" y="835583"/>
                    </a:lnTo>
                    <a:lnTo>
                      <a:pt x="969111" y="794283"/>
                    </a:lnTo>
                    <a:lnTo>
                      <a:pt x="992759" y="750557"/>
                    </a:lnTo>
                    <a:lnTo>
                      <a:pt x="1011974" y="705243"/>
                    </a:lnTo>
                    <a:lnTo>
                      <a:pt x="1026756" y="658685"/>
                    </a:lnTo>
                    <a:lnTo>
                      <a:pt x="1037082" y="611200"/>
                    </a:lnTo>
                    <a:lnTo>
                      <a:pt x="1042962" y="563105"/>
                    </a:lnTo>
                    <a:lnTo>
                      <a:pt x="1044371" y="514718"/>
                    </a:lnTo>
                    <a:close/>
                  </a:path>
                </a:pathLst>
              </a:custGeom>
              <a:solidFill>
                <a:srgbClr val="134578"/>
              </a:solidFill>
            </p:spPr>
            <p:txBody>
              <a:bodyPr wrap="square" lIns="0" tIns="0" rIns="0" bIns="0" rtlCol="0"/>
              <a:lstStyle/>
              <a:p>
                <a:endParaRPr sz="1200"/>
              </a:p>
            </p:txBody>
          </p:sp>
        </p:grpSp>
        <p:sp>
          <p:nvSpPr>
            <p:cNvPr id="28" name="Title 1">
              <a:extLst>
                <a:ext uri="{FF2B5EF4-FFF2-40B4-BE49-F238E27FC236}">
                  <a16:creationId xmlns:a16="http://schemas.microsoft.com/office/drawing/2014/main" id="{564AC36C-FB1B-27A8-F71D-30E613B8BDD7}"/>
                </a:ext>
              </a:extLst>
            </p:cNvPr>
            <p:cNvSpPr txBox="1">
              <a:spLocks/>
            </p:cNvSpPr>
            <p:nvPr/>
          </p:nvSpPr>
          <p:spPr>
            <a:xfrm>
              <a:off x="257175" y="898574"/>
              <a:ext cx="2053232" cy="78898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Achievements</a:t>
              </a:r>
            </a:p>
          </p:txBody>
        </p:sp>
      </p:grpSp>
      <p:grpSp>
        <p:nvGrpSpPr>
          <p:cNvPr id="33" name="Group 32">
            <a:extLst>
              <a:ext uri="{FF2B5EF4-FFF2-40B4-BE49-F238E27FC236}">
                <a16:creationId xmlns:a16="http://schemas.microsoft.com/office/drawing/2014/main" id="{26DC7E3F-7C40-CFDE-925F-692B2478C98F}"/>
              </a:ext>
            </a:extLst>
          </p:cNvPr>
          <p:cNvGrpSpPr/>
          <p:nvPr/>
        </p:nvGrpSpPr>
        <p:grpSpPr>
          <a:xfrm>
            <a:off x="-1" y="3303290"/>
            <a:ext cx="4081780" cy="992717"/>
            <a:chOff x="0" y="2966328"/>
            <a:chExt cx="3061335" cy="744538"/>
          </a:xfrm>
        </p:grpSpPr>
        <p:sp>
          <p:nvSpPr>
            <p:cNvPr id="16" name="object 16">
              <a:extLst>
                <a:ext uri="{FF2B5EF4-FFF2-40B4-BE49-F238E27FC236}">
                  <a16:creationId xmlns:a16="http://schemas.microsoft.com/office/drawing/2014/main" id="{8BF04A73-A944-2649-DCE8-EAF11CF3B208}"/>
                </a:ext>
              </a:extLst>
            </p:cNvPr>
            <p:cNvSpPr/>
            <p:nvPr/>
          </p:nvSpPr>
          <p:spPr>
            <a:xfrm>
              <a:off x="0" y="2966328"/>
              <a:ext cx="3061335" cy="744538"/>
            </a:xfrm>
            <a:custGeom>
              <a:avLst/>
              <a:gdLst/>
              <a:ahLst/>
              <a:cxnLst/>
              <a:rect l="l" t="t" r="r" b="b"/>
              <a:pathLst>
                <a:path w="6122670" h="1489075">
                  <a:moveTo>
                    <a:pt x="5387256" y="56"/>
                  </a:moveTo>
                  <a:lnTo>
                    <a:pt x="0" y="0"/>
                  </a:lnTo>
                  <a:lnTo>
                    <a:pt x="0" y="1488909"/>
                  </a:lnTo>
                  <a:lnTo>
                    <a:pt x="5378114" y="1488909"/>
                  </a:lnTo>
                  <a:lnTo>
                    <a:pt x="5405525" y="1488411"/>
                  </a:lnTo>
                  <a:lnTo>
                    <a:pt x="5460176" y="1484365"/>
                  </a:lnTo>
                  <a:lnTo>
                    <a:pt x="5514379" y="1476336"/>
                  </a:lnTo>
                  <a:lnTo>
                    <a:pt x="5567857" y="1464321"/>
                  </a:lnTo>
                  <a:lnTo>
                    <a:pt x="5620299" y="1448410"/>
                  </a:lnTo>
                  <a:lnTo>
                    <a:pt x="5671431" y="1428694"/>
                  </a:lnTo>
                  <a:lnTo>
                    <a:pt x="5720969" y="1405257"/>
                  </a:lnTo>
                  <a:lnTo>
                    <a:pt x="5768650" y="1378248"/>
                  </a:lnTo>
                  <a:lnTo>
                    <a:pt x="5814222" y="1347803"/>
                  </a:lnTo>
                  <a:lnTo>
                    <a:pt x="5857424" y="1314087"/>
                  </a:lnTo>
                  <a:lnTo>
                    <a:pt x="5898026" y="1277283"/>
                  </a:lnTo>
                  <a:lnTo>
                    <a:pt x="5935819" y="1237588"/>
                  </a:lnTo>
                  <a:lnTo>
                    <a:pt x="5970584" y="1195228"/>
                  </a:lnTo>
                  <a:lnTo>
                    <a:pt x="6002141" y="1150425"/>
                  </a:lnTo>
                  <a:lnTo>
                    <a:pt x="6030311" y="1103417"/>
                  </a:lnTo>
                  <a:lnTo>
                    <a:pt x="6054953" y="1054466"/>
                  </a:lnTo>
                  <a:lnTo>
                    <a:pt x="6075923" y="1003837"/>
                  </a:lnTo>
                  <a:lnTo>
                    <a:pt x="6093116" y="951793"/>
                  </a:lnTo>
                  <a:lnTo>
                    <a:pt x="6106427" y="898636"/>
                  </a:lnTo>
                  <a:lnTo>
                    <a:pt x="6115799" y="844642"/>
                  </a:lnTo>
                  <a:lnTo>
                    <a:pt x="6121171" y="790106"/>
                  </a:lnTo>
                  <a:lnTo>
                    <a:pt x="6122519" y="735314"/>
                  </a:lnTo>
                  <a:lnTo>
                    <a:pt x="6121674" y="707923"/>
                  </a:lnTo>
                  <a:lnTo>
                    <a:pt x="6116976" y="653322"/>
                  </a:lnTo>
                  <a:lnTo>
                    <a:pt x="6108263" y="599211"/>
                  </a:lnTo>
                  <a:lnTo>
                    <a:pt x="6095605" y="545896"/>
                  </a:lnTo>
                  <a:lnTo>
                    <a:pt x="6079053" y="493649"/>
                  </a:lnTo>
                  <a:lnTo>
                    <a:pt x="6058702" y="442771"/>
                  </a:lnTo>
                  <a:lnTo>
                    <a:pt x="6034666" y="393522"/>
                  </a:lnTo>
                  <a:lnTo>
                    <a:pt x="6007075" y="346173"/>
                  </a:lnTo>
                  <a:lnTo>
                    <a:pt x="5976068" y="300977"/>
                  </a:lnTo>
                  <a:lnTo>
                    <a:pt x="5941829" y="258200"/>
                  </a:lnTo>
                  <a:lnTo>
                    <a:pt x="5904529" y="218046"/>
                  </a:lnTo>
                  <a:lnTo>
                    <a:pt x="5864375" y="180746"/>
                  </a:lnTo>
                  <a:lnTo>
                    <a:pt x="5821598" y="146507"/>
                  </a:lnTo>
                  <a:lnTo>
                    <a:pt x="5776397" y="115500"/>
                  </a:lnTo>
                  <a:lnTo>
                    <a:pt x="5729053" y="87909"/>
                  </a:lnTo>
                  <a:lnTo>
                    <a:pt x="5679804" y="63866"/>
                  </a:lnTo>
                  <a:lnTo>
                    <a:pt x="5628927" y="43522"/>
                  </a:lnTo>
                  <a:lnTo>
                    <a:pt x="5576672" y="26970"/>
                  </a:lnTo>
                  <a:lnTo>
                    <a:pt x="5523351" y="14300"/>
                  </a:lnTo>
                  <a:lnTo>
                    <a:pt x="5469246" y="5597"/>
                  </a:lnTo>
                  <a:lnTo>
                    <a:pt x="5414652" y="901"/>
                  </a:lnTo>
                  <a:lnTo>
                    <a:pt x="5387256" y="56"/>
                  </a:lnTo>
                  <a:close/>
                </a:path>
              </a:pathLst>
            </a:custGeom>
            <a:solidFill>
              <a:srgbClr val="CA4644"/>
            </a:solidFill>
          </p:spPr>
          <p:txBody>
            <a:bodyPr wrap="square" lIns="0" tIns="0" rIns="0" bIns="0" rtlCol="0"/>
            <a:lstStyle/>
            <a:p>
              <a:endParaRPr sz="1200"/>
            </a:p>
          </p:txBody>
        </p:sp>
        <p:grpSp>
          <p:nvGrpSpPr>
            <p:cNvPr id="20" name="object 20">
              <a:extLst>
                <a:ext uri="{FF2B5EF4-FFF2-40B4-BE49-F238E27FC236}">
                  <a16:creationId xmlns:a16="http://schemas.microsoft.com/office/drawing/2014/main" id="{B4D9BDF1-51EC-2085-E561-F3A845B77BD6}"/>
                </a:ext>
              </a:extLst>
            </p:cNvPr>
            <p:cNvGrpSpPr/>
            <p:nvPr/>
          </p:nvGrpSpPr>
          <p:grpSpPr>
            <a:xfrm>
              <a:off x="2310406" y="3006474"/>
              <a:ext cx="664210" cy="664210"/>
              <a:chOff x="4620812" y="6557291"/>
              <a:chExt cx="1328420" cy="1328420"/>
            </a:xfrm>
          </p:grpSpPr>
          <p:sp>
            <p:nvSpPr>
              <p:cNvPr id="21" name="object 21">
                <a:extLst>
                  <a:ext uri="{FF2B5EF4-FFF2-40B4-BE49-F238E27FC236}">
                    <a16:creationId xmlns:a16="http://schemas.microsoft.com/office/drawing/2014/main" id="{2A2DF4EE-91AC-85DD-93EE-76FA1D2D9ED0}"/>
                  </a:ext>
                </a:extLst>
              </p:cNvPr>
              <p:cNvSpPr/>
              <p:nvPr/>
            </p:nvSpPr>
            <p:spPr>
              <a:xfrm>
                <a:off x="4620812" y="6557291"/>
                <a:ext cx="1328420" cy="1328420"/>
              </a:xfrm>
              <a:custGeom>
                <a:avLst/>
                <a:gdLst/>
                <a:ahLst/>
                <a:cxnLst/>
                <a:rect l="l" t="t" r="r" b="b"/>
                <a:pathLst>
                  <a:path w="1328420" h="1328420">
                    <a:moveTo>
                      <a:pt x="664159" y="0"/>
                    </a:moveTo>
                    <a:lnTo>
                      <a:pt x="616728" y="1667"/>
                    </a:lnTo>
                    <a:lnTo>
                      <a:pt x="570197" y="6595"/>
                    </a:lnTo>
                    <a:lnTo>
                      <a:pt x="524678" y="14671"/>
                    </a:lnTo>
                    <a:lnTo>
                      <a:pt x="480284" y="25782"/>
                    </a:lnTo>
                    <a:lnTo>
                      <a:pt x="437127" y="39816"/>
                    </a:lnTo>
                    <a:lnTo>
                      <a:pt x="395320" y="56662"/>
                    </a:lnTo>
                    <a:lnTo>
                      <a:pt x="354975" y="76205"/>
                    </a:lnTo>
                    <a:lnTo>
                      <a:pt x="316205" y="98334"/>
                    </a:lnTo>
                    <a:lnTo>
                      <a:pt x="279121" y="122937"/>
                    </a:lnTo>
                    <a:lnTo>
                      <a:pt x="243836" y="149901"/>
                    </a:lnTo>
                    <a:lnTo>
                      <a:pt x="210463" y="179114"/>
                    </a:lnTo>
                    <a:lnTo>
                      <a:pt x="179114" y="210463"/>
                    </a:lnTo>
                    <a:lnTo>
                      <a:pt x="149901" y="243836"/>
                    </a:lnTo>
                    <a:lnTo>
                      <a:pt x="122937" y="279121"/>
                    </a:lnTo>
                    <a:lnTo>
                      <a:pt x="98334" y="316205"/>
                    </a:lnTo>
                    <a:lnTo>
                      <a:pt x="76205" y="354975"/>
                    </a:lnTo>
                    <a:lnTo>
                      <a:pt x="56662" y="395320"/>
                    </a:lnTo>
                    <a:lnTo>
                      <a:pt x="39816" y="437127"/>
                    </a:lnTo>
                    <a:lnTo>
                      <a:pt x="25782" y="480284"/>
                    </a:lnTo>
                    <a:lnTo>
                      <a:pt x="14671" y="524678"/>
                    </a:lnTo>
                    <a:lnTo>
                      <a:pt x="6595" y="570197"/>
                    </a:lnTo>
                    <a:lnTo>
                      <a:pt x="1667" y="616728"/>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8"/>
                    </a:lnTo>
                    <a:lnTo>
                      <a:pt x="1321735" y="570197"/>
                    </a:lnTo>
                    <a:lnTo>
                      <a:pt x="1313659" y="524678"/>
                    </a:lnTo>
                    <a:lnTo>
                      <a:pt x="1302548" y="480284"/>
                    </a:lnTo>
                    <a:lnTo>
                      <a:pt x="1288514" y="437127"/>
                    </a:lnTo>
                    <a:lnTo>
                      <a:pt x="1271668" y="395320"/>
                    </a:lnTo>
                    <a:lnTo>
                      <a:pt x="1252125" y="354975"/>
                    </a:lnTo>
                    <a:lnTo>
                      <a:pt x="1229995" y="316205"/>
                    </a:lnTo>
                    <a:lnTo>
                      <a:pt x="1205392" y="279121"/>
                    </a:lnTo>
                    <a:lnTo>
                      <a:pt x="1178428" y="243836"/>
                    </a:lnTo>
                    <a:lnTo>
                      <a:pt x="1149215" y="210463"/>
                    </a:lnTo>
                    <a:lnTo>
                      <a:pt x="1117865" y="179114"/>
                    </a:lnTo>
                    <a:lnTo>
                      <a:pt x="1084492" y="149901"/>
                    </a:lnTo>
                    <a:lnTo>
                      <a:pt x="1049206" y="122937"/>
                    </a:lnTo>
                    <a:lnTo>
                      <a:pt x="1012122" y="98334"/>
                    </a:lnTo>
                    <a:lnTo>
                      <a:pt x="973350" y="76205"/>
                    </a:lnTo>
                    <a:lnTo>
                      <a:pt x="933005" y="56662"/>
                    </a:lnTo>
                    <a:lnTo>
                      <a:pt x="891197" y="39816"/>
                    </a:lnTo>
                    <a:lnTo>
                      <a:pt x="848039" y="25782"/>
                    </a:lnTo>
                    <a:lnTo>
                      <a:pt x="803644" y="14671"/>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22" name="object 22">
                <a:extLst>
                  <a:ext uri="{FF2B5EF4-FFF2-40B4-BE49-F238E27FC236}">
                    <a16:creationId xmlns:a16="http://schemas.microsoft.com/office/drawing/2014/main" id="{62F7EDAE-8F2D-4239-0EBE-009212C33876}"/>
                  </a:ext>
                </a:extLst>
              </p:cNvPr>
              <p:cNvSpPr/>
              <p:nvPr/>
            </p:nvSpPr>
            <p:spPr>
              <a:xfrm>
                <a:off x="4838181" y="6749465"/>
                <a:ext cx="894080" cy="944244"/>
              </a:xfrm>
              <a:custGeom>
                <a:avLst/>
                <a:gdLst/>
                <a:ahLst/>
                <a:cxnLst/>
                <a:rect l="l" t="t" r="r" b="b"/>
                <a:pathLst>
                  <a:path w="894079" h="944245">
                    <a:moveTo>
                      <a:pt x="244957" y="530733"/>
                    </a:moveTo>
                    <a:lnTo>
                      <a:pt x="234162" y="532053"/>
                    </a:lnTo>
                    <a:lnTo>
                      <a:pt x="229463" y="535139"/>
                    </a:lnTo>
                    <a:lnTo>
                      <a:pt x="3171" y="917511"/>
                    </a:lnTo>
                    <a:lnTo>
                      <a:pt x="0" y="922947"/>
                    </a:lnTo>
                    <a:lnTo>
                      <a:pt x="36" y="929690"/>
                    </a:lnTo>
                    <a:lnTo>
                      <a:pt x="3119" y="935126"/>
                    </a:lnTo>
                    <a:lnTo>
                      <a:pt x="6289" y="940562"/>
                    </a:lnTo>
                    <a:lnTo>
                      <a:pt x="12039" y="943940"/>
                    </a:lnTo>
                    <a:lnTo>
                      <a:pt x="881456" y="943940"/>
                    </a:lnTo>
                    <a:lnTo>
                      <a:pt x="887260" y="940562"/>
                    </a:lnTo>
                    <a:lnTo>
                      <a:pt x="890422" y="935126"/>
                    </a:lnTo>
                    <a:lnTo>
                      <a:pt x="893495" y="929690"/>
                    </a:lnTo>
                    <a:lnTo>
                      <a:pt x="893432" y="922947"/>
                    </a:lnTo>
                    <a:lnTo>
                      <a:pt x="890269" y="917511"/>
                    </a:lnTo>
                    <a:lnTo>
                      <a:pt x="885190" y="908850"/>
                    </a:lnTo>
                    <a:lnTo>
                      <a:pt x="49174" y="908850"/>
                    </a:lnTo>
                    <a:lnTo>
                      <a:pt x="245389" y="577278"/>
                    </a:lnTo>
                    <a:lnTo>
                      <a:pt x="323584" y="577278"/>
                    </a:lnTo>
                    <a:lnTo>
                      <a:pt x="328110" y="569569"/>
                    </a:lnTo>
                    <a:lnTo>
                      <a:pt x="287388" y="569569"/>
                    </a:lnTo>
                    <a:lnTo>
                      <a:pt x="250380" y="532574"/>
                    </a:lnTo>
                    <a:lnTo>
                      <a:pt x="244957" y="530733"/>
                    </a:lnTo>
                    <a:close/>
                  </a:path>
                  <a:path w="894079" h="944245">
                    <a:moveTo>
                      <a:pt x="653262" y="513410"/>
                    </a:moveTo>
                    <a:lnTo>
                      <a:pt x="612724" y="513410"/>
                    </a:lnTo>
                    <a:lnTo>
                      <a:pt x="844613" y="908850"/>
                    </a:lnTo>
                    <a:lnTo>
                      <a:pt x="885190" y="908850"/>
                    </a:lnTo>
                    <a:lnTo>
                      <a:pt x="653262" y="513410"/>
                    </a:lnTo>
                    <a:close/>
                  </a:path>
                  <a:path w="894079" h="944245">
                    <a:moveTo>
                      <a:pt x="323584" y="577278"/>
                    </a:moveTo>
                    <a:lnTo>
                      <a:pt x="245389" y="577278"/>
                    </a:lnTo>
                    <a:lnTo>
                      <a:pt x="269036" y="600913"/>
                    </a:lnTo>
                    <a:lnTo>
                      <a:pt x="234822" y="659193"/>
                    </a:lnTo>
                    <a:lnTo>
                      <a:pt x="232473" y="663232"/>
                    </a:lnTo>
                    <a:lnTo>
                      <a:pt x="231813" y="668007"/>
                    </a:lnTo>
                    <a:lnTo>
                      <a:pt x="232994" y="672477"/>
                    </a:lnTo>
                    <a:lnTo>
                      <a:pt x="234162" y="677037"/>
                    </a:lnTo>
                    <a:lnTo>
                      <a:pt x="237032" y="680847"/>
                    </a:lnTo>
                    <a:lnTo>
                      <a:pt x="241058" y="683196"/>
                    </a:lnTo>
                    <a:lnTo>
                      <a:pt x="247659" y="685461"/>
                    </a:lnTo>
                    <a:lnTo>
                      <a:pt x="254384" y="685031"/>
                    </a:lnTo>
                    <a:lnTo>
                      <a:pt x="260446" y="682124"/>
                    </a:lnTo>
                    <a:lnTo>
                      <a:pt x="264993" y="677037"/>
                    </a:lnTo>
                    <a:lnTo>
                      <a:pt x="267693" y="672477"/>
                    </a:lnTo>
                    <a:lnTo>
                      <a:pt x="323584" y="577278"/>
                    </a:lnTo>
                    <a:close/>
                  </a:path>
                  <a:path w="894079" h="944245">
                    <a:moveTo>
                      <a:pt x="495198" y="0"/>
                    </a:moveTo>
                    <a:lnTo>
                      <a:pt x="277037" y="0"/>
                    </a:lnTo>
                    <a:lnTo>
                      <a:pt x="270725" y="4114"/>
                    </a:lnTo>
                    <a:lnTo>
                      <a:pt x="265137" y="16891"/>
                    </a:lnTo>
                    <a:lnTo>
                      <a:pt x="266318" y="24307"/>
                    </a:lnTo>
                    <a:lnTo>
                      <a:pt x="298030" y="59029"/>
                    </a:lnTo>
                    <a:lnTo>
                      <a:pt x="265658" y="109093"/>
                    </a:lnTo>
                    <a:lnTo>
                      <a:pt x="265429" y="115912"/>
                    </a:lnTo>
                    <a:lnTo>
                      <a:pt x="271602" y="127215"/>
                    </a:lnTo>
                    <a:lnTo>
                      <a:pt x="277469" y="130746"/>
                    </a:lnTo>
                    <a:lnTo>
                      <a:pt x="467893" y="130746"/>
                    </a:lnTo>
                    <a:lnTo>
                      <a:pt x="467893" y="261696"/>
                    </a:lnTo>
                    <a:lnTo>
                      <a:pt x="287388" y="569569"/>
                    </a:lnTo>
                    <a:lnTo>
                      <a:pt x="328110" y="569569"/>
                    </a:lnTo>
                    <a:lnTo>
                      <a:pt x="360133" y="515023"/>
                    </a:lnTo>
                    <a:lnTo>
                      <a:pt x="611040" y="515023"/>
                    </a:lnTo>
                    <a:lnTo>
                      <a:pt x="612724" y="513410"/>
                    </a:lnTo>
                    <a:lnTo>
                      <a:pt x="653262" y="513410"/>
                    </a:lnTo>
                    <a:lnTo>
                      <a:pt x="650164" y="508127"/>
                    </a:lnTo>
                    <a:lnTo>
                      <a:pt x="402120" y="508127"/>
                    </a:lnTo>
                    <a:lnTo>
                      <a:pt x="378548" y="483527"/>
                    </a:lnTo>
                    <a:lnTo>
                      <a:pt x="486752" y="298919"/>
                    </a:lnTo>
                    <a:lnTo>
                      <a:pt x="527463" y="298919"/>
                    </a:lnTo>
                    <a:lnTo>
                      <a:pt x="503046" y="257289"/>
                    </a:lnTo>
                    <a:lnTo>
                      <a:pt x="503046" y="95580"/>
                    </a:lnTo>
                    <a:lnTo>
                      <a:pt x="316229" y="95580"/>
                    </a:lnTo>
                    <a:lnTo>
                      <a:pt x="339280" y="59982"/>
                    </a:lnTo>
                    <a:lnTo>
                      <a:pt x="338543" y="51168"/>
                    </a:lnTo>
                    <a:lnTo>
                      <a:pt x="323862" y="35090"/>
                    </a:lnTo>
                    <a:lnTo>
                      <a:pt x="503046" y="35090"/>
                    </a:lnTo>
                    <a:lnTo>
                      <a:pt x="503046" y="7861"/>
                    </a:lnTo>
                    <a:lnTo>
                      <a:pt x="495198" y="0"/>
                    </a:lnTo>
                    <a:close/>
                  </a:path>
                  <a:path w="894079" h="944245">
                    <a:moveTo>
                      <a:pt x="611040" y="515023"/>
                    </a:moveTo>
                    <a:lnTo>
                      <a:pt x="360133" y="515023"/>
                    </a:lnTo>
                    <a:lnTo>
                      <a:pt x="391769" y="548055"/>
                    </a:lnTo>
                    <a:lnTo>
                      <a:pt x="396747" y="550189"/>
                    </a:lnTo>
                    <a:lnTo>
                      <a:pt x="405091" y="550189"/>
                    </a:lnTo>
                    <a:lnTo>
                      <a:pt x="409600" y="548500"/>
                    </a:lnTo>
                    <a:lnTo>
                      <a:pt x="446379" y="515899"/>
                    </a:lnTo>
                    <a:lnTo>
                      <a:pt x="610125" y="515899"/>
                    </a:lnTo>
                    <a:lnTo>
                      <a:pt x="611040" y="515023"/>
                    </a:lnTo>
                    <a:close/>
                  </a:path>
                  <a:path w="894079" h="944245">
                    <a:moveTo>
                      <a:pt x="610125" y="515899"/>
                    </a:moveTo>
                    <a:lnTo>
                      <a:pt x="446379" y="515899"/>
                    </a:lnTo>
                    <a:lnTo>
                      <a:pt x="479917" y="548055"/>
                    </a:lnTo>
                    <a:lnTo>
                      <a:pt x="480500" y="548500"/>
                    </a:lnTo>
                    <a:lnTo>
                      <a:pt x="484924" y="550189"/>
                    </a:lnTo>
                    <a:lnTo>
                      <a:pt x="493645" y="550189"/>
                    </a:lnTo>
                    <a:lnTo>
                      <a:pt x="498541" y="548055"/>
                    </a:lnTo>
                    <a:lnTo>
                      <a:pt x="501878" y="544537"/>
                    </a:lnTo>
                    <a:lnTo>
                      <a:pt x="527354" y="517296"/>
                    </a:lnTo>
                    <a:lnTo>
                      <a:pt x="608666" y="517296"/>
                    </a:lnTo>
                    <a:lnTo>
                      <a:pt x="610125" y="515899"/>
                    </a:lnTo>
                    <a:close/>
                  </a:path>
                  <a:path w="894079" h="944245">
                    <a:moveTo>
                      <a:pt x="608666" y="517296"/>
                    </a:moveTo>
                    <a:lnTo>
                      <a:pt x="527354" y="517296"/>
                    </a:lnTo>
                    <a:lnTo>
                      <a:pt x="555028" y="544906"/>
                    </a:lnTo>
                    <a:lnTo>
                      <a:pt x="560727" y="548686"/>
                    </a:lnTo>
                    <a:lnTo>
                      <a:pt x="568231" y="550189"/>
                    </a:lnTo>
                    <a:lnTo>
                      <a:pt x="566188" y="550189"/>
                    </a:lnTo>
                    <a:lnTo>
                      <a:pt x="573830" y="548813"/>
                    </a:lnTo>
                    <a:lnTo>
                      <a:pt x="579615" y="545122"/>
                    </a:lnTo>
                    <a:lnTo>
                      <a:pt x="608666" y="517296"/>
                    </a:lnTo>
                    <a:close/>
                  </a:path>
                  <a:path w="894079" h="944245">
                    <a:moveTo>
                      <a:pt x="447090" y="474510"/>
                    </a:moveTo>
                    <a:lnTo>
                      <a:pt x="440723" y="475546"/>
                    </a:lnTo>
                    <a:lnTo>
                      <a:pt x="435076" y="478904"/>
                    </a:lnTo>
                    <a:lnTo>
                      <a:pt x="402120" y="508127"/>
                    </a:lnTo>
                    <a:lnTo>
                      <a:pt x="650164" y="508127"/>
                    </a:lnTo>
                    <a:lnTo>
                      <a:pt x="650030" y="507898"/>
                    </a:lnTo>
                    <a:lnTo>
                      <a:pt x="567575" y="507898"/>
                    </a:lnTo>
                    <a:lnTo>
                      <a:pt x="567220" y="507542"/>
                    </a:lnTo>
                    <a:lnTo>
                      <a:pt x="488226" y="507542"/>
                    </a:lnTo>
                    <a:lnTo>
                      <a:pt x="458863" y="479348"/>
                    </a:lnTo>
                    <a:lnTo>
                      <a:pt x="453337" y="475769"/>
                    </a:lnTo>
                    <a:lnTo>
                      <a:pt x="447090" y="474510"/>
                    </a:lnTo>
                    <a:close/>
                  </a:path>
                  <a:path w="894079" h="944245">
                    <a:moveTo>
                      <a:pt x="527463" y="298919"/>
                    </a:moveTo>
                    <a:lnTo>
                      <a:pt x="486752" y="298919"/>
                    </a:lnTo>
                    <a:lnTo>
                      <a:pt x="594296" y="482206"/>
                    </a:lnTo>
                    <a:lnTo>
                      <a:pt x="567575" y="507898"/>
                    </a:lnTo>
                    <a:lnTo>
                      <a:pt x="650030" y="507898"/>
                    </a:lnTo>
                    <a:lnTo>
                      <a:pt x="527463" y="298919"/>
                    </a:lnTo>
                    <a:close/>
                  </a:path>
                  <a:path w="894079" h="944245">
                    <a:moveTo>
                      <a:pt x="531643" y="474510"/>
                    </a:moveTo>
                    <a:lnTo>
                      <a:pt x="521842" y="474510"/>
                    </a:lnTo>
                    <a:lnTo>
                      <a:pt x="517220" y="476554"/>
                    </a:lnTo>
                    <a:lnTo>
                      <a:pt x="488226" y="507542"/>
                    </a:lnTo>
                    <a:lnTo>
                      <a:pt x="567220" y="507542"/>
                    </a:lnTo>
                    <a:lnTo>
                      <a:pt x="535939" y="476262"/>
                    </a:lnTo>
                    <a:lnTo>
                      <a:pt x="531643" y="474510"/>
                    </a:lnTo>
                    <a:close/>
                  </a:path>
                  <a:path w="894079" h="944245">
                    <a:moveTo>
                      <a:pt x="503046" y="35090"/>
                    </a:moveTo>
                    <a:lnTo>
                      <a:pt x="467956" y="35090"/>
                    </a:lnTo>
                    <a:lnTo>
                      <a:pt x="467956" y="95580"/>
                    </a:lnTo>
                    <a:lnTo>
                      <a:pt x="503046" y="95580"/>
                    </a:lnTo>
                    <a:lnTo>
                      <a:pt x="503046" y="35090"/>
                    </a:lnTo>
                    <a:close/>
                  </a:path>
                </a:pathLst>
              </a:custGeom>
              <a:solidFill>
                <a:srgbClr val="CA4644"/>
              </a:solidFill>
            </p:spPr>
            <p:txBody>
              <a:bodyPr wrap="square" lIns="0" tIns="0" rIns="0" bIns="0" rtlCol="0"/>
              <a:lstStyle/>
              <a:p>
                <a:endParaRPr sz="1200"/>
              </a:p>
            </p:txBody>
          </p:sp>
          <p:pic>
            <p:nvPicPr>
              <p:cNvPr id="23" name="object 23">
                <a:extLst>
                  <a:ext uri="{FF2B5EF4-FFF2-40B4-BE49-F238E27FC236}">
                    <a16:creationId xmlns:a16="http://schemas.microsoft.com/office/drawing/2014/main" id="{14AC1276-E258-9A0C-30A4-8C081F6C646C}"/>
                  </a:ext>
                </a:extLst>
              </p:cNvPr>
              <p:cNvPicPr/>
              <p:nvPr/>
            </p:nvPicPr>
            <p:blipFill>
              <a:blip r:embed="rId10" cstate="print"/>
              <a:stretch>
                <a:fillRect/>
              </a:stretch>
            </p:blipFill>
            <p:spPr>
              <a:xfrm>
                <a:off x="4993771" y="7470396"/>
                <a:ext cx="75152" cy="100418"/>
              </a:xfrm>
              <a:prstGeom prst="rect">
                <a:avLst/>
              </a:prstGeom>
            </p:spPr>
          </p:pic>
          <p:pic>
            <p:nvPicPr>
              <p:cNvPr id="24" name="object 24">
                <a:extLst>
                  <a:ext uri="{FF2B5EF4-FFF2-40B4-BE49-F238E27FC236}">
                    <a16:creationId xmlns:a16="http://schemas.microsoft.com/office/drawing/2014/main" id="{CDB45A42-69EA-5C0A-F1E1-A7FBBC836E62}"/>
                  </a:ext>
                </a:extLst>
              </p:cNvPr>
              <p:cNvPicPr/>
              <p:nvPr/>
            </p:nvPicPr>
            <p:blipFill>
              <a:blip r:embed="rId11" cstate="print"/>
              <a:stretch>
                <a:fillRect/>
              </a:stretch>
            </p:blipFill>
            <p:spPr>
              <a:xfrm>
                <a:off x="5449268" y="7404091"/>
                <a:ext cx="147507" cy="216559"/>
              </a:xfrm>
              <a:prstGeom prst="rect">
                <a:avLst/>
              </a:prstGeom>
            </p:spPr>
          </p:pic>
        </p:grpSp>
        <p:sp>
          <p:nvSpPr>
            <p:cNvPr id="29" name="Title 1">
              <a:extLst>
                <a:ext uri="{FF2B5EF4-FFF2-40B4-BE49-F238E27FC236}">
                  <a16:creationId xmlns:a16="http://schemas.microsoft.com/office/drawing/2014/main" id="{0EF25EFE-9196-710B-2693-8F7359CE3BFF}"/>
                </a:ext>
              </a:extLst>
            </p:cNvPr>
            <p:cNvSpPr txBox="1">
              <a:spLocks/>
            </p:cNvSpPr>
            <p:nvPr/>
          </p:nvSpPr>
          <p:spPr>
            <a:xfrm>
              <a:off x="179168" y="2966328"/>
              <a:ext cx="2053232" cy="74453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Challenges</a:t>
              </a:r>
            </a:p>
          </p:txBody>
        </p:sp>
      </p:grpSp>
      <p:sp>
        <p:nvSpPr>
          <p:cNvPr id="36" name="TextBox 35">
            <a:extLst>
              <a:ext uri="{FF2B5EF4-FFF2-40B4-BE49-F238E27FC236}">
                <a16:creationId xmlns:a16="http://schemas.microsoft.com/office/drawing/2014/main" id="{C39AB613-5629-1C84-CD56-E79B4CAD5DCF}"/>
              </a:ext>
            </a:extLst>
          </p:cNvPr>
          <p:cNvSpPr txBox="1"/>
          <p:nvPr/>
        </p:nvSpPr>
        <p:spPr>
          <a:xfrm>
            <a:off x="8632042" y="1724091"/>
            <a:ext cx="3559695" cy="3252878"/>
          </a:xfrm>
          <a:prstGeom prst="rect">
            <a:avLst/>
          </a:prstGeom>
          <a:noFill/>
        </p:spPr>
        <p:txBody>
          <a:bodyPr wrap="square">
            <a:spAutoFit/>
          </a:bodyPr>
          <a:lstStyle/>
          <a:p>
            <a:pPr marL="380990" indent="-380990">
              <a:buFont typeface="Arial" panose="020B0604020202020204" pitchFamily="34" charset="0"/>
              <a:buChar char="•"/>
            </a:pPr>
            <a:r>
              <a:rPr lang="en-US" sz="1867"/>
              <a:t>Biomedical Concept </a:t>
            </a:r>
            <a:r>
              <a:rPr lang="en-US" sz="1867" b="1"/>
              <a:t>groupings </a:t>
            </a:r>
            <a:r>
              <a:rPr lang="en-US" sz="1867"/>
              <a:t>and CRF specializations are needed</a:t>
            </a:r>
          </a:p>
          <a:p>
            <a:pPr marL="380990" indent="-380990">
              <a:buFont typeface="Arial" panose="020B0604020202020204" pitchFamily="34" charset="0"/>
              <a:buChar char="•"/>
            </a:pPr>
            <a:endParaRPr lang="en-US" sz="1867"/>
          </a:p>
          <a:p>
            <a:pPr marL="380990" indent="-380990">
              <a:buFont typeface="Arial" panose="020B0604020202020204" pitchFamily="34" charset="0"/>
              <a:buChar char="•"/>
            </a:pPr>
            <a:r>
              <a:rPr lang="en-US" sz="1867"/>
              <a:t>Additional forms metadata are needed</a:t>
            </a:r>
          </a:p>
          <a:p>
            <a:pPr marL="380990" indent="-380990">
              <a:buFont typeface="Arial" panose="020B0604020202020204" pitchFamily="34" charset="0"/>
              <a:buChar char="•"/>
            </a:pPr>
            <a:endParaRPr lang="en-US" sz="1867"/>
          </a:p>
          <a:p>
            <a:pPr marL="380990" indent="-380990">
              <a:buFont typeface="Arial" panose="020B0604020202020204" pitchFamily="34" charset="0"/>
              <a:buChar char="•"/>
            </a:pPr>
            <a:r>
              <a:rPr lang="en-US" sz="1867"/>
              <a:t>To fully automate, we need to add study specific </a:t>
            </a:r>
            <a:r>
              <a:rPr lang="en-US" sz="1867" b="1"/>
              <a:t>operational metadata</a:t>
            </a:r>
          </a:p>
          <a:p>
            <a:pPr marL="380990" indent="-380990">
              <a:buFont typeface="Arial" panose="020B0604020202020204" pitchFamily="34" charset="0"/>
              <a:buChar char="•"/>
            </a:pPr>
            <a:endParaRPr lang="en-US" sz="1867"/>
          </a:p>
        </p:txBody>
      </p:sp>
      <p:sp>
        <p:nvSpPr>
          <p:cNvPr id="37" name="Title 1">
            <a:extLst>
              <a:ext uri="{FF2B5EF4-FFF2-40B4-BE49-F238E27FC236}">
                <a16:creationId xmlns:a16="http://schemas.microsoft.com/office/drawing/2014/main" id="{F5F1CB81-FA5D-9BA6-6EDB-3EA8E73A0A00}"/>
              </a:ext>
            </a:extLst>
          </p:cNvPr>
          <p:cNvSpPr txBox="1">
            <a:spLocks/>
          </p:cNvSpPr>
          <p:nvPr/>
        </p:nvSpPr>
        <p:spPr>
          <a:xfrm>
            <a:off x="9706979" y="256335"/>
            <a:ext cx="2737643" cy="1051984"/>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Insights</a:t>
            </a:r>
          </a:p>
        </p:txBody>
      </p:sp>
      <p:sp>
        <p:nvSpPr>
          <p:cNvPr id="31" name="TextBox 30">
            <a:extLst>
              <a:ext uri="{FF2B5EF4-FFF2-40B4-BE49-F238E27FC236}">
                <a16:creationId xmlns:a16="http://schemas.microsoft.com/office/drawing/2014/main" id="{7796A8D4-5833-D35F-B83E-6383BB7B2BE8}"/>
              </a:ext>
            </a:extLst>
          </p:cNvPr>
          <p:cNvSpPr txBox="1"/>
          <p:nvPr/>
        </p:nvSpPr>
        <p:spPr>
          <a:xfrm>
            <a:off x="458528" y="2407856"/>
            <a:ext cx="8131147" cy="666977"/>
          </a:xfrm>
          <a:prstGeom prst="rect">
            <a:avLst/>
          </a:prstGeom>
          <a:noFill/>
        </p:spPr>
        <p:txBody>
          <a:bodyPr wrap="square">
            <a:spAutoFit/>
          </a:bodyPr>
          <a:lstStyle/>
          <a:p>
            <a:pPr marL="380990" indent="-380990">
              <a:buFont typeface="Arial" panose="020B0604020202020204" pitchFamily="34" charset="0"/>
              <a:buChar char="•"/>
            </a:pPr>
            <a:r>
              <a:rPr lang="en-US" sz="1867"/>
              <a:t>Generation of ODM file of the necessary structures</a:t>
            </a:r>
          </a:p>
          <a:p>
            <a:pPr marL="380990" indent="-380990">
              <a:buFont typeface="Arial" panose="020B0604020202020204" pitchFamily="34" charset="0"/>
              <a:buChar char="•"/>
            </a:pPr>
            <a:r>
              <a:rPr lang="en-US" sz="1867"/>
              <a:t>Generation HTML rendition of CRFs and annotated CRFs</a:t>
            </a:r>
          </a:p>
        </p:txBody>
      </p:sp>
      <p:sp>
        <p:nvSpPr>
          <p:cNvPr id="34" name="TextBox 33">
            <a:extLst>
              <a:ext uri="{FF2B5EF4-FFF2-40B4-BE49-F238E27FC236}">
                <a16:creationId xmlns:a16="http://schemas.microsoft.com/office/drawing/2014/main" id="{2F5A6BB4-3A54-CF3B-3CC8-5BC326B7A575}"/>
              </a:ext>
            </a:extLst>
          </p:cNvPr>
          <p:cNvSpPr txBox="1"/>
          <p:nvPr/>
        </p:nvSpPr>
        <p:spPr>
          <a:xfrm>
            <a:off x="400714" y="4515906"/>
            <a:ext cx="7897477" cy="1528945"/>
          </a:xfrm>
          <a:prstGeom prst="rect">
            <a:avLst/>
          </a:prstGeom>
          <a:noFill/>
        </p:spPr>
        <p:txBody>
          <a:bodyPr wrap="square">
            <a:spAutoFit/>
          </a:bodyPr>
          <a:lstStyle/>
          <a:p>
            <a:pPr marL="380990" indent="-380990">
              <a:buFont typeface="Arial" panose="020B0604020202020204" pitchFamily="34" charset="0"/>
              <a:buChar char="•"/>
            </a:pPr>
            <a:r>
              <a:rPr lang="en-US" sz="1867"/>
              <a:t>CRF specializations under development and not available in CDISC Library</a:t>
            </a:r>
          </a:p>
          <a:p>
            <a:pPr marL="380990" indent="-380990">
              <a:buFont typeface="Arial" panose="020B0604020202020204" pitchFamily="34" charset="0"/>
              <a:buChar char="•"/>
            </a:pPr>
            <a:r>
              <a:rPr lang="en-US" sz="1867"/>
              <a:t>USDM does not provide forms metadata </a:t>
            </a:r>
          </a:p>
          <a:p>
            <a:pPr marL="380990" indent="-380990">
              <a:buFont typeface="Arial" panose="020B0604020202020204" pitchFamily="34" charset="0"/>
              <a:buChar char="•"/>
            </a:pPr>
            <a:r>
              <a:rPr lang="en-US" sz="1867"/>
              <a:t>Need to use a workaround (xlsx spreadsheet)</a:t>
            </a:r>
          </a:p>
          <a:p>
            <a:pPr marL="380990" indent="-380990">
              <a:buFont typeface="Arial" panose="020B0604020202020204" pitchFamily="34" charset="0"/>
              <a:buChar char="•"/>
            </a:pPr>
            <a:endParaRPr lang="en-US" sz="1867"/>
          </a:p>
        </p:txBody>
      </p:sp>
      <p:pic>
        <p:nvPicPr>
          <p:cNvPr id="56" name="Graphic 55">
            <a:extLst>
              <a:ext uri="{FF2B5EF4-FFF2-40B4-BE49-F238E27FC236}">
                <a16:creationId xmlns:a16="http://schemas.microsoft.com/office/drawing/2014/main" id="{AB7F8714-187E-EF50-2E37-29CB7FDFD6D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38889" y="5902862"/>
            <a:ext cx="2075667" cy="662447"/>
          </a:xfrm>
          <a:prstGeom prst="rect">
            <a:avLst/>
          </a:prstGeom>
        </p:spPr>
      </p:pic>
      <p:sp>
        <p:nvSpPr>
          <p:cNvPr id="2" name="Title 1">
            <a:extLst>
              <a:ext uri="{FF2B5EF4-FFF2-40B4-BE49-F238E27FC236}">
                <a16:creationId xmlns:a16="http://schemas.microsoft.com/office/drawing/2014/main" id="{F88E8652-466C-C0C6-7F87-3AF3481B011B}"/>
              </a:ext>
            </a:extLst>
          </p:cNvPr>
          <p:cNvSpPr txBox="1">
            <a:spLocks/>
          </p:cNvSpPr>
          <p:nvPr/>
        </p:nvSpPr>
        <p:spPr>
          <a:xfrm>
            <a:off x="255068" y="454419"/>
            <a:ext cx="11645363" cy="383734"/>
          </a:xfrm>
          <a:prstGeom prst="rect">
            <a:avLst/>
          </a:prstGeom>
        </p:spPr>
        <p:txBody>
          <a:bodyPr>
            <a:normAutofit fontScale="92500" lnSpcReduction="10000"/>
          </a:bodyPr>
          <a:lstStyle>
            <a:lvl1pPr algn="l" defTabSz="914400" rtl="0" eaLnBrk="1" latinLnBrk="0" hangingPunct="1">
              <a:lnSpc>
                <a:spcPct val="90000"/>
              </a:lnSpc>
              <a:spcBef>
                <a:spcPct val="0"/>
              </a:spcBef>
              <a:buNone/>
              <a:defRPr sz="3600" b="1" kern="1200">
                <a:solidFill>
                  <a:srgbClr val="004578"/>
                </a:solidFill>
                <a:latin typeface="Arial" panose="020B0604020202020204" pitchFamily="34" charset="0"/>
                <a:ea typeface="+mj-ea"/>
                <a:cs typeface="Arial" panose="020B0604020202020204" pitchFamily="34" charset="0"/>
              </a:defRPr>
            </a:lvl1pPr>
          </a:lstStyle>
          <a:p>
            <a:r>
              <a:rPr lang="en-US" sz="2400"/>
              <a:t>Build CRFs and Annotated CRFs</a:t>
            </a:r>
          </a:p>
        </p:txBody>
      </p:sp>
    </p:spTree>
    <p:extLst>
      <p:ext uri="{BB962C8B-B14F-4D97-AF65-F5344CB8AC3E}">
        <p14:creationId xmlns:p14="http://schemas.microsoft.com/office/powerpoint/2010/main" val="2520925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0DA22-E8B3-42A6-E227-B2034D475E77}"/>
              </a:ext>
            </a:extLst>
          </p:cNvPr>
          <p:cNvSpPr>
            <a:spLocks noGrp="1"/>
          </p:cNvSpPr>
          <p:nvPr>
            <p:ph type="title"/>
          </p:nvPr>
        </p:nvSpPr>
        <p:spPr/>
        <p:txBody>
          <a:bodyPr anchor="ctr">
            <a:normAutofit fontScale="90000"/>
          </a:bodyPr>
          <a:lstStyle/>
          <a:p>
            <a:r>
              <a:rPr lang="en-US" dirty="0"/>
              <a:t>Annotated CRF Generated </a:t>
            </a:r>
            <a:br>
              <a:rPr lang="en-US" dirty="0"/>
            </a:br>
            <a:r>
              <a:rPr lang="en-US" dirty="0"/>
              <a:t>from Biomedical Concept</a:t>
            </a:r>
          </a:p>
        </p:txBody>
      </p:sp>
      <p:sp>
        <p:nvSpPr>
          <p:cNvPr id="7" name="Text Placeholder 6">
            <a:extLst>
              <a:ext uri="{FF2B5EF4-FFF2-40B4-BE49-F238E27FC236}">
                <a16:creationId xmlns:a16="http://schemas.microsoft.com/office/drawing/2014/main" id="{F9EBB0CF-7F74-F9AD-E085-B9D4BF1C2949}"/>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711ED4EC-ED12-0FC0-4F54-3C31CAD63610}"/>
              </a:ext>
            </a:extLst>
          </p:cNvPr>
          <p:cNvSpPr>
            <a:spLocks noGrp="1"/>
          </p:cNvSpPr>
          <p:nvPr>
            <p:ph type="sldNum" sz="quarter" idx="12"/>
          </p:nvPr>
        </p:nvSpPr>
        <p:spPr/>
        <p:txBody>
          <a:bodyPr anchor="ctr">
            <a:normAutofit/>
          </a:bodyPr>
          <a:lstStyle/>
          <a:p>
            <a:pPr>
              <a:spcAft>
                <a:spcPts val="800"/>
              </a:spcAft>
            </a:pPr>
            <a:fld id="{EB4FF9C4-EEBF-D24D-8A4E-C0B9CCE3F975}" type="slidenum">
              <a:rPr lang="en-US" smtClean="0"/>
              <a:pPr>
                <a:spcAft>
                  <a:spcPts val="800"/>
                </a:spcAft>
              </a:pPr>
              <a:t>16</a:t>
            </a:fld>
            <a:endParaRPr lang="en-US"/>
          </a:p>
        </p:txBody>
      </p:sp>
      <p:sp>
        <p:nvSpPr>
          <p:cNvPr id="5" name="Footer Placeholder 4">
            <a:extLst>
              <a:ext uri="{FF2B5EF4-FFF2-40B4-BE49-F238E27FC236}">
                <a16:creationId xmlns:a16="http://schemas.microsoft.com/office/drawing/2014/main" id="{D747C146-DD3F-C057-257E-08B783CB7C88}"/>
              </a:ext>
            </a:extLst>
          </p:cNvPr>
          <p:cNvSpPr>
            <a:spLocks noGrp="1"/>
          </p:cNvSpPr>
          <p:nvPr>
            <p:ph type="ftr" sz="quarter" idx="11"/>
          </p:nvPr>
        </p:nvSpPr>
        <p:spPr>
          <a:prstGeom prst="rect">
            <a:avLst/>
          </a:prstGeom>
        </p:spPr>
        <p:txBody>
          <a:bodyPr vert="horz" lIns="0" tIns="0" rIns="0" bIns="0" rtlCol="0" anchor="ctr">
            <a:normAutofit/>
          </a:bodyP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800"/>
              </a:spcAft>
            </a:pPr>
            <a:r>
              <a:rPr lang="en-US"/>
              <a:t>#ClearDataClearImpact</a:t>
            </a:r>
          </a:p>
        </p:txBody>
      </p:sp>
      <p:pic>
        <p:nvPicPr>
          <p:cNvPr id="11" name="Picture 10">
            <a:extLst>
              <a:ext uri="{FF2B5EF4-FFF2-40B4-BE49-F238E27FC236}">
                <a16:creationId xmlns:a16="http://schemas.microsoft.com/office/drawing/2014/main" id="{1D8F9594-3D45-7889-2C7F-57C48C3B3196}"/>
              </a:ext>
            </a:extLst>
          </p:cNvPr>
          <p:cNvPicPr>
            <a:picLocks noChangeAspect="1"/>
          </p:cNvPicPr>
          <p:nvPr/>
        </p:nvPicPr>
        <p:blipFill>
          <a:blip r:embed="rId3"/>
          <a:stretch>
            <a:fillRect/>
          </a:stretch>
        </p:blipFill>
        <p:spPr>
          <a:xfrm>
            <a:off x="5327866" y="334818"/>
            <a:ext cx="5882844" cy="5628768"/>
          </a:xfrm>
          <a:prstGeom prst="rect">
            <a:avLst/>
          </a:prstGeom>
        </p:spPr>
      </p:pic>
      <p:pic>
        <p:nvPicPr>
          <p:cNvPr id="3" name="Picture 2">
            <a:extLst>
              <a:ext uri="{FF2B5EF4-FFF2-40B4-BE49-F238E27FC236}">
                <a16:creationId xmlns:a16="http://schemas.microsoft.com/office/drawing/2014/main" id="{6A807B4B-5E94-12B6-18E1-1CC0EFE43759}"/>
              </a:ext>
            </a:extLst>
          </p:cNvPr>
          <p:cNvPicPr>
            <a:picLocks noChangeAspect="1"/>
          </p:cNvPicPr>
          <p:nvPr/>
        </p:nvPicPr>
        <p:blipFill>
          <a:blip r:embed="rId4"/>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3120462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C2943-B1B8-F57F-D868-63670413F7EF}"/>
            </a:ext>
          </a:extLst>
        </p:cNvPr>
        <p:cNvGrpSpPr/>
        <p:nvPr/>
      </p:nvGrpSpPr>
      <p:grpSpPr>
        <a:xfrm>
          <a:off x="0" y="0"/>
          <a:ext cx="0" cy="0"/>
          <a:chOff x="0" y="0"/>
          <a:chExt cx="0" cy="0"/>
        </a:xfrm>
      </p:grpSpPr>
      <p:grpSp>
        <p:nvGrpSpPr>
          <p:cNvPr id="41" name="object 2">
            <a:extLst>
              <a:ext uri="{FF2B5EF4-FFF2-40B4-BE49-F238E27FC236}">
                <a16:creationId xmlns:a16="http://schemas.microsoft.com/office/drawing/2014/main" id="{CE158D8E-5DA4-5FC3-076F-CB90D4E53F2A}"/>
              </a:ext>
            </a:extLst>
          </p:cNvPr>
          <p:cNvGrpSpPr/>
          <p:nvPr/>
        </p:nvGrpSpPr>
        <p:grpSpPr>
          <a:xfrm>
            <a:off x="8298189" y="-4203"/>
            <a:ext cx="3893811" cy="6862204"/>
            <a:chOff x="12437503" y="0"/>
            <a:chExt cx="5850890" cy="10287000"/>
          </a:xfrm>
        </p:grpSpPr>
        <p:pic>
          <p:nvPicPr>
            <p:cNvPr id="42" name="object 3">
              <a:extLst>
                <a:ext uri="{FF2B5EF4-FFF2-40B4-BE49-F238E27FC236}">
                  <a16:creationId xmlns:a16="http://schemas.microsoft.com/office/drawing/2014/main" id="{C5AE61EF-0AC1-0CBF-ECB6-5A544E06B2E0}"/>
                </a:ext>
              </a:extLst>
            </p:cNvPr>
            <p:cNvPicPr/>
            <p:nvPr/>
          </p:nvPicPr>
          <p:blipFill>
            <a:blip r:embed="rId3" cstate="print"/>
            <a:stretch>
              <a:fillRect/>
            </a:stretch>
          </p:blipFill>
          <p:spPr>
            <a:xfrm>
              <a:off x="12437503" y="0"/>
              <a:ext cx="5850496" cy="10287000"/>
            </a:xfrm>
            <a:prstGeom prst="rect">
              <a:avLst/>
            </a:prstGeom>
          </p:spPr>
        </p:pic>
        <p:sp>
          <p:nvSpPr>
            <p:cNvPr id="43" name="object 4">
              <a:extLst>
                <a:ext uri="{FF2B5EF4-FFF2-40B4-BE49-F238E27FC236}">
                  <a16:creationId xmlns:a16="http://schemas.microsoft.com/office/drawing/2014/main" id="{0B472E20-8C86-00FA-D60D-54FBEDD58468}"/>
                </a:ext>
              </a:extLst>
            </p:cNvPr>
            <p:cNvSpPr/>
            <p:nvPr/>
          </p:nvSpPr>
          <p:spPr>
            <a:xfrm>
              <a:off x="12927356" y="639159"/>
              <a:ext cx="1328420" cy="1328420"/>
            </a:xfrm>
            <a:custGeom>
              <a:avLst/>
              <a:gdLst/>
              <a:ahLst/>
              <a:cxnLst/>
              <a:rect l="l" t="t" r="r" b="b"/>
              <a:pathLst>
                <a:path w="1328419"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2400"/>
            </a:p>
          </p:txBody>
        </p:sp>
        <p:sp>
          <p:nvSpPr>
            <p:cNvPr id="44" name="object 5">
              <a:extLst>
                <a:ext uri="{FF2B5EF4-FFF2-40B4-BE49-F238E27FC236}">
                  <a16:creationId xmlns:a16="http://schemas.microsoft.com/office/drawing/2014/main" id="{91F79266-7362-8FC3-B481-4835600799F4}"/>
                </a:ext>
              </a:extLst>
            </p:cNvPr>
            <p:cNvSpPr/>
            <p:nvPr/>
          </p:nvSpPr>
          <p:spPr>
            <a:xfrm>
              <a:off x="13262420" y="908824"/>
              <a:ext cx="840105" cy="872490"/>
            </a:xfrm>
            <a:custGeom>
              <a:avLst/>
              <a:gdLst/>
              <a:ahLst/>
              <a:cxnLst/>
              <a:rect l="l" t="t" r="r" b="b"/>
              <a:pathLst>
                <a:path w="840105" h="872489">
                  <a:moveTo>
                    <a:pt x="658228" y="317550"/>
                  </a:moveTo>
                  <a:lnTo>
                    <a:pt x="653173" y="271170"/>
                  </a:lnTo>
                  <a:lnTo>
                    <a:pt x="641680" y="226796"/>
                  </a:lnTo>
                  <a:lnTo>
                    <a:pt x="624281" y="184950"/>
                  </a:lnTo>
                  <a:lnTo>
                    <a:pt x="622477" y="181889"/>
                  </a:lnTo>
                  <a:lnTo>
                    <a:pt x="622477" y="318744"/>
                  </a:lnTo>
                  <a:lnTo>
                    <a:pt x="619277" y="372986"/>
                  </a:lnTo>
                  <a:lnTo>
                    <a:pt x="606437" y="425081"/>
                  </a:lnTo>
                  <a:lnTo>
                    <a:pt x="584403" y="473798"/>
                  </a:lnTo>
                  <a:lnTo>
                    <a:pt x="553567" y="517931"/>
                  </a:lnTo>
                  <a:lnTo>
                    <a:pt x="521512" y="560146"/>
                  </a:lnTo>
                  <a:lnTo>
                    <a:pt x="494449" y="604240"/>
                  </a:lnTo>
                  <a:lnTo>
                    <a:pt x="476440" y="641832"/>
                  </a:lnTo>
                  <a:lnTo>
                    <a:pt x="476440" y="792353"/>
                  </a:lnTo>
                  <a:lnTo>
                    <a:pt x="476440" y="808202"/>
                  </a:lnTo>
                  <a:lnTo>
                    <a:pt x="474230" y="819124"/>
                  </a:lnTo>
                  <a:lnTo>
                    <a:pt x="468198" y="828052"/>
                  </a:lnTo>
                  <a:lnTo>
                    <a:pt x="459270" y="834085"/>
                  </a:lnTo>
                  <a:lnTo>
                    <a:pt x="448335" y="836295"/>
                  </a:lnTo>
                  <a:lnTo>
                    <a:pt x="210070" y="836295"/>
                  </a:lnTo>
                  <a:lnTo>
                    <a:pt x="199148" y="834085"/>
                  </a:lnTo>
                  <a:lnTo>
                    <a:pt x="190207" y="828052"/>
                  </a:lnTo>
                  <a:lnTo>
                    <a:pt x="184188" y="819124"/>
                  </a:lnTo>
                  <a:lnTo>
                    <a:pt x="181965" y="808202"/>
                  </a:lnTo>
                  <a:lnTo>
                    <a:pt x="181965" y="792353"/>
                  </a:lnTo>
                  <a:lnTo>
                    <a:pt x="184188" y="781418"/>
                  </a:lnTo>
                  <a:lnTo>
                    <a:pt x="190207" y="772477"/>
                  </a:lnTo>
                  <a:lnTo>
                    <a:pt x="199148" y="766445"/>
                  </a:lnTo>
                  <a:lnTo>
                    <a:pt x="210070" y="764235"/>
                  </a:lnTo>
                  <a:lnTo>
                    <a:pt x="448335" y="764235"/>
                  </a:lnTo>
                  <a:lnTo>
                    <a:pt x="459270" y="766445"/>
                  </a:lnTo>
                  <a:lnTo>
                    <a:pt x="468198" y="772477"/>
                  </a:lnTo>
                  <a:lnTo>
                    <a:pt x="474230" y="781418"/>
                  </a:lnTo>
                  <a:lnTo>
                    <a:pt x="476440" y="792353"/>
                  </a:lnTo>
                  <a:lnTo>
                    <a:pt x="476440" y="641832"/>
                  </a:lnTo>
                  <a:lnTo>
                    <a:pt x="472605" y="649833"/>
                  </a:lnTo>
                  <a:lnTo>
                    <a:pt x="456158" y="696506"/>
                  </a:lnTo>
                  <a:lnTo>
                    <a:pt x="448792" y="728573"/>
                  </a:lnTo>
                  <a:lnTo>
                    <a:pt x="448335" y="728472"/>
                  </a:lnTo>
                  <a:lnTo>
                    <a:pt x="210070" y="728472"/>
                  </a:lnTo>
                  <a:lnTo>
                    <a:pt x="203047" y="695706"/>
                  </a:lnTo>
                  <a:lnTo>
                    <a:pt x="187350" y="649097"/>
                  </a:lnTo>
                  <a:lnTo>
                    <a:pt x="166458" y="604697"/>
                  </a:lnTo>
                  <a:lnTo>
                    <a:pt x="140538" y="562902"/>
                  </a:lnTo>
                  <a:lnTo>
                    <a:pt x="109791" y="524103"/>
                  </a:lnTo>
                  <a:lnTo>
                    <a:pt x="78092" y="481063"/>
                  </a:lnTo>
                  <a:lnTo>
                    <a:pt x="54876" y="433412"/>
                  </a:lnTo>
                  <a:lnTo>
                    <a:pt x="40614" y="382358"/>
                  </a:lnTo>
                  <a:lnTo>
                    <a:pt x="35763" y="329095"/>
                  </a:lnTo>
                  <a:lnTo>
                    <a:pt x="39433" y="282473"/>
                  </a:lnTo>
                  <a:lnTo>
                    <a:pt x="50228" y="237680"/>
                  </a:lnTo>
                  <a:lnTo>
                    <a:pt x="67906" y="195338"/>
                  </a:lnTo>
                  <a:lnTo>
                    <a:pt x="92176" y="156146"/>
                  </a:lnTo>
                  <a:lnTo>
                    <a:pt x="122758" y="120713"/>
                  </a:lnTo>
                  <a:lnTo>
                    <a:pt x="158584" y="90398"/>
                  </a:lnTo>
                  <a:lnTo>
                    <a:pt x="198158" y="66395"/>
                  </a:lnTo>
                  <a:lnTo>
                    <a:pt x="240804" y="49060"/>
                  </a:lnTo>
                  <a:lnTo>
                    <a:pt x="285838" y="38735"/>
                  </a:lnTo>
                  <a:lnTo>
                    <a:pt x="332562" y="35763"/>
                  </a:lnTo>
                  <a:lnTo>
                    <a:pt x="378040" y="39941"/>
                  </a:lnTo>
                  <a:lnTo>
                    <a:pt x="421462" y="51041"/>
                  </a:lnTo>
                  <a:lnTo>
                    <a:pt x="462216" y="68491"/>
                  </a:lnTo>
                  <a:lnTo>
                    <a:pt x="499719" y="91681"/>
                  </a:lnTo>
                  <a:lnTo>
                    <a:pt x="533349" y="120040"/>
                  </a:lnTo>
                  <a:lnTo>
                    <a:pt x="562508" y="152984"/>
                  </a:lnTo>
                  <a:lnTo>
                    <a:pt x="586613" y="189903"/>
                  </a:lnTo>
                  <a:lnTo>
                    <a:pt x="605040" y="230238"/>
                  </a:lnTo>
                  <a:lnTo>
                    <a:pt x="617194" y="273380"/>
                  </a:lnTo>
                  <a:lnTo>
                    <a:pt x="622477" y="318744"/>
                  </a:lnTo>
                  <a:lnTo>
                    <a:pt x="622477" y="181889"/>
                  </a:lnTo>
                  <a:lnTo>
                    <a:pt x="601472" y="146100"/>
                  </a:lnTo>
                  <a:lnTo>
                    <a:pt x="573760" y="110756"/>
                  </a:lnTo>
                  <a:lnTo>
                    <a:pt x="541655" y="79413"/>
                  </a:lnTo>
                  <a:lnTo>
                    <a:pt x="505650" y="52565"/>
                  </a:lnTo>
                  <a:lnTo>
                    <a:pt x="466280" y="30708"/>
                  </a:lnTo>
                  <a:lnTo>
                    <a:pt x="424040" y="14325"/>
                  </a:lnTo>
                  <a:lnTo>
                    <a:pt x="379425" y="3924"/>
                  </a:lnTo>
                  <a:lnTo>
                    <a:pt x="332943" y="0"/>
                  </a:lnTo>
                  <a:lnTo>
                    <a:pt x="280517" y="3429"/>
                  </a:lnTo>
                  <a:lnTo>
                    <a:pt x="229997" y="15024"/>
                  </a:lnTo>
                  <a:lnTo>
                    <a:pt x="182168" y="34429"/>
                  </a:lnTo>
                  <a:lnTo>
                    <a:pt x="137795" y="61302"/>
                  </a:lnTo>
                  <a:lnTo>
                    <a:pt x="97612" y="95288"/>
                  </a:lnTo>
                  <a:lnTo>
                    <a:pt x="63284" y="135039"/>
                  </a:lnTo>
                  <a:lnTo>
                    <a:pt x="36055" y="179031"/>
                  </a:lnTo>
                  <a:lnTo>
                    <a:pt x="16230" y="226517"/>
                  </a:lnTo>
                  <a:lnTo>
                    <a:pt x="4114" y="276783"/>
                  </a:lnTo>
                  <a:lnTo>
                    <a:pt x="0" y="329095"/>
                  </a:lnTo>
                  <a:lnTo>
                    <a:pt x="3505" y="377050"/>
                  </a:lnTo>
                  <a:lnTo>
                    <a:pt x="13817" y="423595"/>
                  </a:lnTo>
                  <a:lnTo>
                    <a:pt x="30683" y="468033"/>
                  </a:lnTo>
                  <a:lnTo>
                    <a:pt x="53848" y="509689"/>
                  </a:lnTo>
                  <a:lnTo>
                    <a:pt x="83058" y="547865"/>
                  </a:lnTo>
                  <a:lnTo>
                    <a:pt x="111252" y="583450"/>
                  </a:lnTo>
                  <a:lnTo>
                    <a:pt x="135013" y="621766"/>
                  </a:lnTo>
                  <a:lnTo>
                    <a:pt x="154178" y="662457"/>
                  </a:lnTo>
                  <a:lnTo>
                    <a:pt x="168554" y="705167"/>
                  </a:lnTo>
                  <a:lnTo>
                    <a:pt x="175920" y="739787"/>
                  </a:lnTo>
                  <a:lnTo>
                    <a:pt x="164934" y="747204"/>
                  </a:lnTo>
                  <a:lnTo>
                    <a:pt x="151231" y="767511"/>
                  </a:lnTo>
                  <a:lnTo>
                    <a:pt x="148209" y="782383"/>
                  </a:lnTo>
                  <a:lnTo>
                    <a:pt x="75247" y="782383"/>
                  </a:lnTo>
                  <a:lnTo>
                    <a:pt x="67246" y="790384"/>
                  </a:lnTo>
                  <a:lnTo>
                    <a:pt x="67246" y="810145"/>
                  </a:lnTo>
                  <a:lnTo>
                    <a:pt x="75247" y="818146"/>
                  </a:lnTo>
                  <a:lnTo>
                    <a:pt x="148209" y="818146"/>
                  </a:lnTo>
                  <a:lnTo>
                    <a:pt x="151231" y="833031"/>
                  </a:lnTo>
                  <a:lnTo>
                    <a:pt x="164934" y="853325"/>
                  </a:lnTo>
                  <a:lnTo>
                    <a:pt x="185242" y="867029"/>
                  </a:lnTo>
                  <a:lnTo>
                    <a:pt x="210070" y="872058"/>
                  </a:lnTo>
                  <a:lnTo>
                    <a:pt x="448335" y="872058"/>
                  </a:lnTo>
                  <a:lnTo>
                    <a:pt x="493471" y="853325"/>
                  </a:lnTo>
                  <a:lnTo>
                    <a:pt x="510184" y="818146"/>
                  </a:lnTo>
                  <a:lnTo>
                    <a:pt x="573278" y="818146"/>
                  </a:lnTo>
                  <a:lnTo>
                    <a:pt x="583145" y="818146"/>
                  </a:lnTo>
                  <a:lnTo>
                    <a:pt x="591159" y="810145"/>
                  </a:lnTo>
                  <a:lnTo>
                    <a:pt x="591159" y="790384"/>
                  </a:lnTo>
                  <a:lnTo>
                    <a:pt x="583145" y="782383"/>
                  </a:lnTo>
                  <a:lnTo>
                    <a:pt x="510184" y="782383"/>
                  </a:lnTo>
                  <a:lnTo>
                    <a:pt x="507174" y="767511"/>
                  </a:lnTo>
                  <a:lnTo>
                    <a:pt x="504964" y="764235"/>
                  </a:lnTo>
                  <a:lnTo>
                    <a:pt x="493471" y="747204"/>
                  </a:lnTo>
                  <a:lnTo>
                    <a:pt x="482803" y="740016"/>
                  </a:lnTo>
                  <a:lnTo>
                    <a:pt x="490588" y="706158"/>
                  </a:lnTo>
                  <a:lnTo>
                    <a:pt x="505828" y="663079"/>
                  </a:lnTo>
                  <a:lnTo>
                    <a:pt x="526084" y="620941"/>
                  </a:lnTo>
                  <a:lnTo>
                    <a:pt x="551180" y="580123"/>
                  </a:lnTo>
                  <a:lnTo>
                    <a:pt x="580923" y="540981"/>
                  </a:lnTo>
                  <a:lnTo>
                    <a:pt x="609358" y="501827"/>
                  </a:lnTo>
                  <a:lnTo>
                    <a:pt x="631545" y="459219"/>
                  </a:lnTo>
                  <a:lnTo>
                    <a:pt x="647255" y="413829"/>
                  </a:lnTo>
                  <a:lnTo>
                    <a:pt x="656221" y="366369"/>
                  </a:lnTo>
                  <a:lnTo>
                    <a:pt x="658228" y="317550"/>
                  </a:lnTo>
                  <a:close/>
                </a:path>
                <a:path w="840105" h="872489">
                  <a:moveTo>
                    <a:pt x="839584" y="304914"/>
                  </a:moveTo>
                  <a:lnTo>
                    <a:pt x="831583" y="296913"/>
                  </a:lnTo>
                  <a:lnTo>
                    <a:pt x="757389" y="296913"/>
                  </a:lnTo>
                  <a:lnTo>
                    <a:pt x="749376" y="304914"/>
                  </a:lnTo>
                  <a:lnTo>
                    <a:pt x="749376" y="324675"/>
                  </a:lnTo>
                  <a:lnTo>
                    <a:pt x="757389" y="332676"/>
                  </a:lnTo>
                  <a:lnTo>
                    <a:pt x="821702" y="332676"/>
                  </a:lnTo>
                  <a:lnTo>
                    <a:pt x="831583" y="332676"/>
                  </a:lnTo>
                  <a:lnTo>
                    <a:pt x="839584" y="324675"/>
                  </a:lnTo>
                  <a:lnTo>
                    <a:pt x="839584" y="304914"/>
                  </a:lnTo>
                  <a:close/>
                </a:path>
              </a:pathLst>
            </a:custGeom>
            <a:solidFill>
              <a:srgbClr val="9FCFCA"/>
            </a:solidFill>
          </p:spPr>
          <p:txBody>
            <a:bodyPr wrap="square" lIns="0" tIns="0" rIns="0" bIns="0" rtlCol="0"/>
            <a:lstStyle/>
            <a:p>
              <a:endParaRPr sz="2400"/>
            </a:p>
          </p:txBody>
        </p:sp>
        <p:pic>
          <p:nvPicPr>
            <p:cNvPr id="45" name="object 6">
              <a:extLst>
                <a:ext uri="{FF2B5EF4-FFF2-40B4-BE49-F238E27FC236}">
                  <a16:creationId xmlns:a16="http://schemas.microsoft.com/office/drawing/2014/main" id="{138763C0-AAE1-2A48-B7BC-54A935E883EA}"/>
                </a:ext>
              </a:extLst>
            </p:cNvPr>
            <p:cNvPicPr/>
            <p:nvPr/>
          </p:nvPicPr>
          <p:blipFill>
            <a:blip r:embed="rId4" cstate="print"/>
            <a:stretch>
              <a:fillRect/>
            </a:stretch>
          </p:blipFill>
          <p:spPr>
            <a:xfrm>
              <a:off x="13876116" y="860505"/>
              <a:ext cx="74256" cy="74250"/>
            </a:xfrm>
            <a:prstGeom prst="rect">
              <a:avLst/>
            </a:prstGeom>
          </p:spPr>
        </p:pic>
        <p:sp>
          <p:nvSpPr>
            <p:cNvPr id="46" name="object 7">
              <a:extLst>
                <a:ext uri="{FF2B5EF4-FFF2-40B4-BE49-F238E27FC236}">
                  <a16:creationId xmlns:a16="http://schemas.microsoft.com/office/drawing/2014/main" id="{A5472295-4DFD-6876-BBE9-5291C81723E6}"/>
                </a:ext>
              </a:extLst>
            </p:cNvPr>
            <p:cNvSpPr/>
            <p:nvPr/>
          </p:nvSpPr>
          <p:spPr>
            <a:xfrm>
              <a:off x="13563250" y="723593"/>
              <a:ext cx="36195" cy="90805"/>
            </a:xfrm>
            <a:custGeom>
              <a:avLst/>
              <a:gdLst/>
              <a:ahLst/>
              <a:cxnLst/>
              <a:rect l="l" t="t" r="r" b="b"/>
              <a:pathLst>
                <a:path w="36194" h="90805">
                  <a:moveTo>
                    <a:pt x="27762" y="0"/>
                  </a:moveTo>
                  <a:lnTo>
                    <a:pt x="8000" y="0"/>
                  </a:lnTo>
                  <a:lnTo>
                    <a:pt x="0" y="8000"/>
                  </a:lnTo>
                  <a:lnTo>
                    <a:pt x="0" y="82207"/>
                  </a:lnTo>
                  <a:lnTo>
                    <a:pt x="8000" y="90208"/>
                  </a:lnTo>
                  <a:lnTo>
                    <a:pt x="17881" y="90208"/>
                  </a:lnTo>
                  <a:lnTo>
                    <a:pt x="27749" y="90208"/>
                  </a:lnTo>
                  <a:lnTo>
                    <a:pt x="35763" y="82207"/>
                  </a:lnTo>
                  <a:lnTo>
                    <a:pt x="35763" y="8000"/>
                  </a:lnTo>
                  <a:lnTo>
                    <a:pt x="27762" y="0"/>
                  </a:lnTo>
                  <a:close/>
                </a:path>
              </a:pathLst>
            </a:custGeom>
            <a:solidFill>
              <a:srgbClr val="9FCFCA"/>
            </a:solidFill>
          </p:spPr>
          <p:txBody>
            <a:bodyPr wrap="square" lIns="0" tIns="0" rIns="0" bIns="0" rtlCol="0"/>
            <a:lstStyle/>
            <a:p>
              <a:endParaRPr sz="2400"/>
            </a:p>
          </p:txBody>
        </p:sp>
        <p:pic>
          <p:nvPicPr>
            <p:cNvPr id="47" name="object 8">
              <a:extLst>
                <a:ext uri="{FF2B5EF4-FFF2-40B4-BE49-F238E27FC236}">
                  <a16:creationId xmlns:a16="http://schemas.microsoft.com/office/drawing/2014/main" id="{6FB994A4-5466-2632-62E5-20518F65F1F9}"/>
                </a:ext>
              </a:extLst>
            </p:cNvPr>
            <p:cNvPicPr/>
            <p:nvPr/>
          </p:nvPicPr>
          <p:blipFill>
            <a:blip r:embed="rId5" cstate="print"/>
            <a:stretch>
              <a:fillRect/>
            </a:stretch>
          </p:blipFill>
          <p:spPr>
            <a:xfrm>
              <a:off x="13218003" y="875228"/>
              <a:ext cx="74244" cy="74263"/>
            </a:xfrm>
            <a:prstGeom prst="rect">
              <a:avLst/>
            </a:prstGeom>
          </p:spPr>
        </p:pic>
        <p:sp>
          <p:nvSpPr>
            <p:cNvPr id="48" name="object 9">
              <a:extLst>
                <a:ext uri="{FF2B5EF4-FFF2-40B4-BE49-F238E27FC236}">
                  <a16:creationId xmlns:a16="http://schemas.microsoft.com/office/drawing/2014/main" id="{B1E1BDC0-E394-307E-BC32-BDBE782EA547}"/>
                </a:ext>
              </a:extLst>
            </p:cNvPr>
            <p:cNvSpPr/>
            <p:nvPr/>
          </p:nvSpPr>
          <p:spPr>
            <a:xfrm>
              <a:off x="13081082" y="1226564"/>
              <a:ext cx="90805" cy="36195"/>
            </a:xfrm>
            <a:custGeom>
              <a:avLst/>
              <a:gdLst/>
              <a:ahLst/>
              <a:cxnLst/>
              <a:rect l="l" t="t" r="r" b="b"/>
              <a:pathLst>
                <a:path w="90805" h="36194">
                  <a:moveTo>
                    <a:pt x="82194" y="0"/>
                  </a:moveTo>
                  <a:lnTo>
                    <a:pt x="8013" y="0"/>
                  </a:lnTo>
                  <a:lnTo>
                    <a:pt x="0" y="8001"/>
                  </a:lnTo>
                  <a:lnTo>
                    <a:pt x="0" y="27762"/>
                  </a:lnTo>
                  <a:lnTo>
                    <a:pt x="8013" y="35763"/>
                  </a:lnTo>
                  <a:lnTo>
                    <a:pt x="72326" y="35763"/>
                  </a:lnTo>
                  <a:lnTo>
                    <a:pt x="82194" y="35763"/>
                  </a:lnTo>
                  <a:lnTo>
                    <a:pt x="90208" y="27762"/>
                  </a:lnTo>
                  <a:lnTo>
                    <a:pt x="90208" y="8001"/>
                  </a:lnTo>
                  <a:lnTo>
                    <a:pt x="82194" y="0"/>
                  </a:lnTo>
                  <a:close/>
                </a:path>
              </a:pathLst>
            </a:custGeom>
            <a:solidFill>
              <a:srgbClr val="9FCFCA"/>
            </a:solidFill>
          </p:spPr>
          <p:txBody>
            <a:bodyPr wrap="square" lIns="0" tIns="0" rIns="0" bIns="0" rtlCol="0"/>
            <a:lstStyle/>
            <a:p>
              <a:endParaRPr sz="2400"/>
            </a:p>
          </p:txBody>
        </p:sp>
        <p:pic>
          <p:nvPicPr>
            <p:cNvPr id="49" name="object 10">
              <a:extLst>
                <a:ext uri="{FF2B5EF4-FFF2-40B4-BE49-F238E27FC236}">
                  <a16:creationId xmlns:a16="http://schemas.microsoft.com/office/drawing/2014/main" id="{D76B1878-8AEB-5FA1-75EF-71A5449A584A}"/>
                </a:ext>
              </a:extLst>
            </p:cNvPr>
            <p:cNvPicPr/>
            <p:nvPr/>
          </p:nvPicPr>
          <p:blipFill>
            <a:blip r:embed="rId6" cstate="print"/>
            <a:stretch>
              <a:fillRect/>
            </a:stretch>
          </p:blipFill>
          <p:spPr>
            <a:xfrm>
              <a:off x="13232731" y="1533305"/>
              <a:ext cx="74244" cy="74247"/>
            </a:xfrm>
            <a:prstGeom prst="rect">
              <a:avLst/>
            </a:prstGeom>
          </p:spPr>
        </p:pic>
        <p:pic>
          <p:nvPicPr>
            <p:cNvPr id="50" name="object 11">
              <a:extLst>
                <a:ext uri="{FF2B5EF4-FFF2-40B4-BE49-F238E27FC236}">
                  <a16:creationId xmlns:a16="http://schemas.microsoft.com/office/drawing/2014/main" id="{BF86431E-1988-D93D-23EF-A73D460B0127}"/>
                </a:ext>
              </a:extLst>
            </p:cNvPr>
            <p:cNvPicPr/>
            <p:nvPr/>
          </p:nvPicPr>
          <p:blipFill>
            <a:blip r:embed="rId7" cstate="print"/>
            <a:stretch>
              <a:fillRect/>
            </a:stretch>
          </p:blipFill>
          <p:spPr>
            <a:xfrm>
              <a:off x="13890843" y="1518570"/>
              <a:ext cx="74256" cy="74263"/>
            </a:xfrm>
            <a:prstGeom prst="rect">
              <a:avLst/>
            </a:prstGeom>
          </p:spPr>
        </p:pic>
        <p:pic>
          <p:nvPicPr>
            <p:cNvPr id="51" name="object 12">
              <a:extLst>
                <a:ext uri="{FF2B5EF4-FFF2-40B4-BE49-F238E27FC236}">
                  <a16:creationId xmlns:a16="http://schemas.microsoft.com/office/drawing/2014/main" id="{84721F3E-DFDE-28E6-715B-66A10C09AC07}"/>
                </a:ext>
              </a:extLst>
            </p:cNvPr>
            <p:cNvPicPr/>
            <p:nvPr/>
          </p:nvPicPr>
          <p:blipFill>
            <a:blip r:embed="rId8" cstate="print"/>
            <a:stretch>
              <a:fillRect/>
            </a:stretch>
          </p:blipFill>
          <p:spPr>
            <a:xfrm>
              <a:off x="13470155" y="1745181"/>
              <a:ext cx="239966" cy="137858"/>
            </a:xfrm>
            <a:prstGeom prst="rect">
              <a:avLst/>
            </a:prstGeom>
          </p:spPr>
        </p:pic>
        <p:sp>
          <p:nvSpPr>
            <p:cNvPr id="52" name="object 13">
              <a:extLst>
                <a:ext uri="{FF2B5EF4-FFF2-40B4-BE49-F238E27FC236}">
                  <a16:creationId xmlns:a16="http://schemas.microsoft.com/office/drawing/2014/main" id="{6C3F154D-C3E9-8AE7-F906-61CE2D9EDB48}"/>
                </a:ext>
              </a:extLst>
            </p:cNvPr>
            <p:cNvSpPr/>
            <p:nvPr/>
          </p:nvSpPr>
          <p:spPr>
            <a:xfrm>
              <a:off x="13378602" y="1024446"/>
              <a:ext cx="426084" cy="426084"/>
            </a:xfrm>
            <a:custGeom>
              <a:avLst/>
              <a:gdLst/>
              <a:ahLst/>
              <a:cxnLst/>
              <a:rect l="l" t="t" r="r" b="b"/>
              <a:pathLst>
                <a:path w="426084" h="426084">
                  <a:moveTo>
                    <a:pt x="212953" y="0"/>
                  </a:moveTo>
                  <a:lnTo>
                    <a:pt x="164184" y="5634"/>
                  </a:lnTo>
                  <a:lnTo>
                    <a:pt x="119383" y="21680"/>
                  </a:lnTo>
                  <a:lnTo>
                    <a:pt x="79840" y="46847"/>
                  </a:lnTo>
                  <a:lnTo>
                    <a:pt x="46842" y="79848"/>
                  </a:lnTo>
                  <a:lnTo>
                    <a:pt x="21677" y="119393"/>
                  </a:lnTo>
                  <a:lnTo>
                    <a:pt x="5634" y="164196"/>
                  </a:lnTo>
                  <a:lnTo>
                    <a:pt x="0" y="212966"/>
                  </a:lnTo>
                  <a:lnTo>
                    <a:pt x="5634" y="261735"/>
                  </a:lnTo>
                  <a:lnTo>
                    <a:pt x="21677" y="306536"/>
                  </a:lnTo>
                  <a:lnTo>
                    <a:pt x="46842" y="346079"/>
                  </a:lnTo>
                  <a:lnTo>
                    <a:pt x="79840" y="379077"/>
                  </a:lnTo>
                  <a:lnTo>
                    <a:pt x="119383" y="404242"/>
                  </a:lnTo>
                  <a:lnTo>
                    <a:pt x="164184" y="420285"/>
                  </a:lnTo>
                  <a:lnTo>
                    <a:pt x="212953" y="425919"/>
                  </a:lnTo>
                  <a:lnTo>
                    <a:pt x="261723" y="420285"/>
                  </a:lnTo>
                  <a:lnTo>
                    <a:pt x="306523" y="404242"/>
                  </a:lnTo>
                  <a:lnTo>
                    <a:pt x="328657" y="390156"/>
                  </a:lnTo>
                  <a:lnTo>
                    <a:pt x="212953" y="390156"/>
                  </a:lnTo>
                  <a:lnTo>
                    <a:pt x="165904" y="383817"/>
                  </a:lnTo>
                  <a:lnTo>
                    <a:pt x="123592" y="365932"/>
                  </a:lnTo>
                  <a:lnTo>
                    <a:pt x="87720" y="338204"/>
                  </a:lnTo>
                  <a:lnTo>
                    <a:pt x="59990" y="302332"/>
                  </a:lnTo>
                  <a:lnTo>
                    <a:pt x="42103" y="260019"/>
                  </a:lnTo>
                  <a:lnTo>
                    <a:pt x="35763" y="212966"/>
                  </a:lnTo>
                  <a:lnTo>
                    <a:pt x="42103" y="165911"/>
                  </a:lnTo>
                  <a:lnTo>
                    <a:pt x="59990" y="123596"/>
                  </a:lnTo>
                  <a:lnTo>
                    <a:pt x="87720" y="87722"/>
                  </a:lnTo>
                  <a:lnTo>
                    <a:pt x="123592" y="59990"/>
                  </a:lnTo>
                  <a:lnTo>
                    <a:pt x="165904" y="42103"/>
                  </a:lnTo>
                  <a:lnTo>
                    <a:pt x="212953" y="35763"/>
                  </a:lnTo>
                  <a:lnTo>
                    <a:pt x="328651" y="35763"/>
                  </a:lnTo>
                  <a:lnTo>
                    <a:pt x="306523" y="21680"/>
                  </a:lnTo>
                  <a:lnTo>
                    <a:pt x="261723" y="5634"/>
                  </a:lnTo>
                  <a:lnTo>
                    <a:pt x="212953" y="0"/>
                  </a:lnTo>
                  <a:close/>
                </a:path>
                <a:path w="426084" h="426084">
                  <a:moveTo>
                    <a:pt x="328651" y="35763"/>
                  </a:moveTo>
                  <a:lnTo>
                    <a:pt x="212953" y="35763"/>
                  </a:lnTo>
                  <a:lnTo>
                    <a:pt x="260002" y="42103"/>
                  </a:lnTo>
                  <a:lnTo>
                    <a:pt x="302314" y="59990"/>
                  </a:lnTo>
                  <a:lnTo>
                    <a:pt x="338186" y="87722"/>
                  </a:lnTo>
                  <a:lnTo>
                    <a:pt x="365917" y="123596"/>
                  </a:lnTo>
                  <a:lnTo>
                    <a:pt x="383803" y="165911"/>
                  </a:lnTo>
                  <a:lnTo>
                    <a:pt x="390144" y="212966"/>
                  </a:lnTo>
                  <a:lnTo>
                    <a:pt x="383803" y="260019"/>
                  </a:lnTo>
                  <a:lnTo>
                    <a:pt x="365917" y="302332"/>
                  </a:lnTo>
                  <a:lnTo>
                    <a:pt x="338186" y="338204"/>
                  </a:lnTo>
                  <a:lnTo>
                    <a:pt x="302314" y="365932"/>
                  </a:lnTo>
                  <a:lnTo>
                    <a:pt x="260002" y="383817"/>
                  </a:lnTo>
                  <a:lnTo>
                    <a:pt x="212953" y="390156"/>
                  </a:lnTo>
                  <a:lnTo>
                    <a:pt x="328657" y="390156"/>
                  </a:lnTo>
                  <a:lnTo>
                    <a:pt x="379064" y="346079"/>
                  </a:lnTo>
                  <a:lnTo>
                    <a:pt x="404229" y="306536"/>
                  </a:lnTo>
                  <a:lnTo>
                    <a:pt x="420273" y="261735"/>
                  </a:lnTo>
                  <a:lnTo>
                    <a:pt x="425907" y="212966"/>
                  </a:lnTo>
                  <a:lnTo>
                    <a:pt x="420273" y="164196"/>
                  </a:lnTo>
                  <a:lnTo>
                    <a:pt x="404229" y="119393"/>
                  </a:lnTo>
                  <a:lnTo>
                    <a:pt x="379064" y="79848"/>
                  </a:lnTo>
                  <a:lnTo>
                    <a:pt x="346066" y="46847"/>
                  </a:lnTo>
                  <a:lnTo>
                    <a:pt x="328651" y="35763"/>
                  </a:lnTo>
                  <a:close/>
                </a:path>
              </a:pathLst>
            </a:custGeom>
            <a:solidFill>
              <a:srgbClr val="9FCFCA"/>
            </a:solidFill>
          </p:spPr>
          <p:txBody>
            <a:bodyPr wrap="square" lIns="0" tIns="0" rIns="0" bIns="0" rtlCol="0"/>
            <a:lstStyle/>
            <a:p>
              <a:endParaRPr sz="2400"/>
            </a:p>
          </p:txBody>
        </p:sp>
        <p:pic>
          <p:nvPicPr>
            <p:cNvPr id="53" name="object 14">
              <a:extLst>
                <a:ext uri="{FF2B5EF4-FFF2-40B4-BE49-F238E27FC236}">
                  <a16:creationId xmlns:a16="http://schemas.microsoft.com/office/drawing/2014/main" id="{A93D2906-0802-94F3-E105-151555ADB353}"/>
                </a:ext>
              </a:extLst>
            </p:cNvPr>
            <p:cNvPicPr/>
            <p:nvPr/>
          </p:nvPicPr>
          <p:blipFill>
            <a:blip r:embed="rId9" cstate="print"/>
            <a:stretch>
              <a:fillRect/>
            </a:stretch>
          </p:blipFill>
          <p:spPr>
            <a:xfrm>
              <a:off x="13484495" y="1158119"/>
              <a:ext cx="214134" cy="158565"/>
            </a:xfrm>
            <a:prstGeom prst="rect">
              <a:avLst/>
            </a:prstGeom>
          </p:spPr>
        </p:pic>
      </p:grpSp>
      <p:grpSp>
        <p:nvGrpSpPr>
          <p:cNvPr id="32" name="Group 31">
            <a:extLst>
              <a:ext uri="{FF2B5EF4-FFF2-40B4-BE49-F238E27FC236}">
                <a16:creationId xmlns:a16="http://schemas.microsoft.com/office/drawing/2014/main" id="{A6E71A7D-2584-4E63-5B4C-5D41E4A1FEFF}"/>
              </a:ext>
            </a:extLst>
          </p:cNvPr>
          <p:cNvGrpSpPr/>
          <p:nvPr/>
        </p:nvGrpSpPr>
        <p:grpSpPr>
          <a:xfrm>
            <a:off x="1" y="1198099"/>
            <a:ext cx="4081780" cy="1051984"/>
            <a:chOff x="0" y="898574"/>
            <a:chExt cx="3061335" cy="788988"/>
          </a:xfrm>
        </p:grpSpPr>
        <p:sp>
          <p:nvSpPr>
            <p:cNvPr id="15" name="object 15">
              <a:extLst>
                <a:ext uri="{FF2B5EF4-FFF2-40B4-BE49-F238E27FC236}">
                  <a16:creationId xmlns:a16="http://schemas.microsoft.com/office/drawing/2014/main" id="{96DE517F-27AA-D2F3-3531-18DDB1FFD37B}"/>
                </a:ext>
              </a:extLst>
            </p:cNvPr>
            <p:cNvSpPr/>
            <p:nvPr/>
          </p:nvSpPr>
          <p:spPr>
            <a:xfrm>
              <a:off x="0" y="898574"/>
              <a:ext cx="3061335" cy="788988"/>
            </a:xfrm>
            <a:custGeom>
              <a:avLst/>
              <a:gdLst/>
              <a:ahLst/>
              <a:cxnLst/>
              <a:rect l="l" t="t" r="r" b="b"/>
              <a:pathLst>
                <a:path w="6122670" h="1577975">
                  <a:moveTo>
                    <a:pt x="5343434" y="59"/>
                  </a:moveTo>
                  <a:lnTo>
                    <a:pt x="0" y="0"/>
                  </a:lnTo>
                  <a:lnTo>
                    <a:pt x="0" y="1577644"/>
                  </a:lnTo>
                  <a:lnTo>
                    <a:pt x="5333749" y="1577644"/>
                  </a:lnTo>
                  <a:lnTo>
                    <a:pt x="5391784" y="1575503"/>
                  </a:lnTo>
                  <a:lnTo>
                    <a:pt x="5449497" y="1569097"/>
                  </a:lnTo>
                  <a:lnTo>
                    <a:pt x="5506585" y="1558472"/>
                  </a:lnTo>
                  <a:lnTo>
                    <a:pt x="5562730" y="1543672"/>
                  </a:lnTo>
                  <a:lnTo>
                    <a:pt x="5617642" y="1524782"/>
                  </a:lnTo>
                  <a:lnTo>
                    <a:pt x="5671011" y="1501902"/>
                  </a:lnTo>
                  <a:lnTo>
                    <a:pt x="5722558" y="1475158"/>
                  </a:lnTo>
                  <a:lnTo>
                    <a:pt x="5772001" y="1444701"/>
                  </a:lnTo>
                  <a:lnTo>
                    <a:pt x="5819058" y="1410684"/>
                  </a:lnTo>
                  <a:lnTo>
                    <a:pt x="5863492" y="1373289"/>
                  </a:lnTo>
                  <a:lnTo>
                    <a:pt x="5905052" y="1332744"/>
                  </a:lnTo>
                  <a:lnTo>
                    <a:pt x="5943527" y="1289253"/>
                  </a:lnTo>
                  <a:lnTo>
                    <a:pt x="5978674" y="1243026"/>
                  </a:lnTo>
                  <a:lnTo>
                    <a:pt x="6010355" y="1194358"/>
                  </a:lnTo>
                  <a:lnTo>
                    <a:pt x="6038345" y="1143484"/>
                  </a:lnTo>
                  <a:lnTo>
                    <a:pt x="6062526" y="1090688"/>
                  </a:lnTo>
                  <a:lnTo>
                    <a:pt x="6082764" y="1036262"/>
                  </a:lnTo>
                  <a:lnTo>
                    <a:pt x="6098937" y="980478"/>
                  </a:lnTo>
                  <a:lnTo>
                    <a:pt x="6110962" y="923677"/>
                  </a:lnTo>
                  <a:lnTo>
                    <a:pt x="6118774" y="866140"/>
                  </a:lnTo>
                  <a:lnTo>
                    <a:pt x="6122334" y="808177"/>
                  </a:lnTo>
                  <a:lnTo>
                    <a:pt x="6122512" y="779137"/>
                  </a:lnTo>
                  <a:lnTo>
                    <a:pt x="6121619" y="750112"/>
                  </a:lnTo>
                  <a:lnTo>
                    <a:pt x="6116639" y="692261"/>
                  </a:lnTo>
                  <a:lnTo>
                    <a:pt x="6107421" y="634923"/>
                  </a:lnTo>
                  <a:lnTo>
                    <a:pt x="6094003" y="578431"/>
                  </a:lnTo>
                  <a:lnTo>
                    <a:pt x="6076458" y="523074"/>
                  </a:lnTo>
                  <a:lnTo>
                    <a:pt x="6054898" y="469163"/>
                  </a:lnTo>
                  <a:lnTo>
                    <a:pt x="6029430" y="416979"/>
                  </a:lnTo>
                  <a:lnTo>
                    <a:pt x="6000191" y="366804"/>
                  </a:lnTo>
                  <a:lnTo>
                    <a:pt x="5967340" y="318922"/>
                  </a:lnTo>
                  <a:lnTo>
                    <a:pt x="5931059" y="273583"/>
                  </a:lnTo>
                  <a:lnTo>
                    <a:pt x="5891533" y="231038"/>
                  </a:lnTo>
                  <a:lnTo>
                    <a:pt x="5848988" y="191519"/>
                  </a:lnTo>
                  <a:lnTo>
                    <a:pt x="5803649" y="155232"/>
                  </a:lnTo>
                  <a:lnTo>
                    <a:pt x="5755772" y="122381"/>
                  </a:lnTo>
                  <a:lnTo>
                    <a:pt x="5705593" y="93141"/>
                  </a:lnTo>
                  <a:lnTo>
                    <a:pt x="5653418" y="67673"/>
                  </a:lnTo>
                  <a:lnTo>
                    <a:pt x="5599497" y="46113"/>
                  </a:lnTo>
                  <a:lnTo>
                    <a:pt x="5544141" y="28568"/>
                  </a:lnTo>
                  <a:lnTo>
                    <a:pt x="5487648" y="15151"/>
                  </a:lnTo>
                  <a:lnTo>
                    <a:pt x="5430317" y="5932"/>
                  </a:lnTo>
                  <a:lnTo>
                    <a:pt x="5372459" y="952"/>
                  </a:lnTo>
                  <a:lnTo>
                    <a:pt x="5343434" y="59"/>
                  </a:lnTo>
                  <a:close/>
                </a:path>
              </a:pathLst>
            </a:custGeom>
            <a:solidFill>
              <a:srgbClr val="134678"/>
            </a:solidFill>
          </p:spPr>
          <p:txBody>
            <a:bodyPr wrap="square" lIns="0" tIns="0" rIns="0" bIns="0" rtlCol="0"/>
            <a:lstStyle/>
            <a:p>
              <a:endParaRPr sz="1200"/>
            </a:p>
          </p:txBody>
        </p:sp>
        <p:grpSp>
          <p:nvGrpSpPr>
            <p:cNvPr id="17" name="object 17">
              <a:extLst>
                <a:ext uri="{FF2B5EF4-FFF2-40B4-BE49-F238E27FC236}">
                  <a16:creationId xmlns:a16="http://schemas.microsoft.com/office/drawing/2014/main" id="{91BDB990-C588-B290-01E2-C46AF82C2A8C}"/>
                </a:ext>
              </a:extLst>
            </p:cNvPr>
            <p:cNvGrpSpPr/>
            <p:nvPr/>
          </p:nvGrpSpPr>
          <p:grpSpPr>
            <a:xfrm>
              <a:off x="2301363" y="960963"/>
              <a:ext cx="664210" cy="664210"/>
              <a:chOff x="4620812" y="2518942"/>
              <a:chExt cx="1328420" cy="1328420"/>
            </a:xfrm>
          </p:grpSpPr>
          <p:sp>
            <p:nvSpPr>
              <p:cNvPr id="18" name="object 18">
                <a:extLst>
                  <a:ext uri="{FF2B5EF4-FFF2-40B4-BE49-F238E27FC236}">
                    <a16:creationId xmlns:a16="http://schemas.microsoft.com/office/drawing/2014/main" id="{90B92EF5-A424-223A-1A63-BBF694CA79DA}"/>
                  </a:ext>
                </a:extLst>
              </p:cNvPr>
              <p:cNvSpPr/>
              <p:nvPr/>
            </p:nvSpPr>
            <p:spPr>
              <a:xfrm>
                <a:off x="4620812" y="2518942"/>
                <a:ext cx="1328420" cy="1328420"/>
              </a:xfrm>
              <a:custGeom>
                <a:avLst/>
                <a:gdLst/>
                <a:ahLst/>
                <a:cxnLst/>
                <a:rect l="l" t="t" r="r" b="b"/>
                <a:pathLst>
                  <a:path w="1328420" h="1328420">
                    <a:moveTo>
                      <a:pt x="664159" y="0"/>
                    </a:moveTo>
                    <a:lnTo>
                      <a:pt x="616728" y="1667"/>
                    </a:lnTo>
                    <a:lnTo>
                      <a:pt x="570197" y="6595"/>
                    </a:lnTo>
                    <a:lnTo>
                      <a:pt x="524678" y="14670"/>
                    </a:lnTo>
                    <a:lnTo>
                      <a:pt x="480284" y="25781"/>
                    </a:lnTo>
                    <a:lnTo>
                      <a:pt x="437127" y="39815"/>
                    </a:lnTo>
                    <a:lnTo>
                      <a:pt x="395320" y="56660"/>
                    </a:lnTo>
                    <a:lnTo>
                      <a:pt x="354975" y="76203"/>
                    </a:lnTo>
                    <a:lnTo>
                      <a:pt x="316205" y="98331"/>
                    </a:lnTo>
                    <a:lnTo>
                      <a:pt x="279121" y="122934"/>
                    </a:lnTo>
                    <a:lnTo>
                      <a:pt x="243836" y="149897"/>
                    </a:lnTo>
                    <a:lnTo>
                      <a:pt x="210463" y="179109"/>
                    </a:lnTo>
                    <a:lnTo>
                      <a:pt x="179114" y="210458"/>
                    </a:lnTo>
                    <a:lnTo>
                      <a:pt x="149901" y="243831"/>
                    </a:lnTo>
                    <a:lnTo>
                      <a:pt x="122937" y="279115"/>
                    </a:lnTo>
                    <a:lnTo>
                      <a:pt x="98334" y="316199"/>
                    </a:lnTo>
                    <a:lnTo>
                      <a:pt x="76205" y="354970"/>
                    </a:lnTo>
                    <a:lnTo>
                      <a:pt x="56662" y="395315"/>
                    </a:lnTo>
                    <a:lnTo>
                      <a:pt x="39816" y="437122"/>
                    </a:lnTo>
                    <a:lnTo>
                      <a:pt x="25782" y="480280"/>
                    </a:lnTo>
                    <a:lnTo>
                      <a:pt x="14671" y="524674"/>
                    </a:lnTo>
                    <a:lnTo>
                      <a:pt x="6595" y="570194"/>
                    </a:lnTo>
                    <a:lnTo>
                      <a:pt x="1667" y="616726"/>
                    </a:lnTo>
                    <a:lnTo>
                      <a:pt x="0" y="664159"/>
                    </a:lnTo>
                    <a:lnTo>
                      <a:pt x="1667" y="711590"/>
                    </a:lnTo>
                    <a:lnTo>
                      <a:pt x="6595" y="758121"/>
                    </a:lnTo>
                    <a:lnTo>
                      <a:pt x="14671" y="803640"/>
                    </a:lnTo>
                    <a:lnTo>
                      <a:pt x="25782" y="848034"/>
                    </a:lnTo>
                    <a:lnTo>
                      <a:pt x="39816" y="891192"/>
                    </a:lnTo>
                    <a:lnTo>
                      <a:pt x="56662" y="932999"/>
                    </a:lnTo>
                    <a:lnTo>
                      <a:pt x="76205" y="973345"/>
                    </a:lnTo>
                    <a:lnTo>
                      <a:pt x="98334" y="1012116"/>
                    </a:lnTo>
                    <a:lnTo>
                      <a:pt x="122937" y="1049201"/>
                    </a:lnTo>
                    <a:lnTo>
                      <a:pt x="149901" y="1084486"/>
                    </a:lnTo>
                    <a:lnTo>
                      <a:pt x="179114" y="1117860"/>
                    </a:lnTo>
                    <a:lnTo>
                      <a:pt x="210463" y="1149210"/>
                    </a:lnTo>
                    <a:lnTo>
                      <a:pt x="243836" y="1178424"/>
                    </a:lnTo>
                    <a:lnTo>
                      <a:pt x="279121" y="1205389"/>
                    </a:lnTo>
                    <a:lnTo>
                      <a:pt x="316205" y="1229992"/>
                    </a:lnTo>
                    <a:lnTo>
                      <a:pt x="354975" y="1252122"/>
                    </a:lnTo>
                    <a:lnTo>
                      <a:pt x="395320" y="1271666"/>
                    </a:lnTo>
                    <a:lnTo>
                      <a:pt x="437127" y="1288512"/>
                    </a:lnTo>
                    <a:lnTo>
                      <a:pt x="480284" y="1302547"/>
                    </a:lnTo>
                    <a:lnTo>
                      <a:pt x="524678" y="1313659"/>
                    </a:lnTo>
                    <a:lnTo>
                      <a:pt x="570197" y="1321735"/>
                    </a:lnTo>
                    <a:lnTo>
                      <a:pt x="616728" y="1326663"/>
                    </a:lnTo>
                    <a:lnTo>
                      <a:pt x="664159" y="1328331"/>
                    </a:lnTo>
                    <a:lnTo>
                      <a:pt x="711591" y="1326663"/>
                    </a:lnTo>
                    <a:lnTo>
                      <a:pt x="758124" y="1321735"/>
                    </a:lnTo>
                    <a:lnTo>
                      <a:pt x="803644" y="1313659"/>
                    </a:lnTo>
                    <a:lnTo>
                      <a:pt x="848039" y="1302547"/>
                    </a:lnTo>
                    <a:lnTo>
                      <a:pt x="891197" y="1288512"/>
                    </a:lnTo>
                    <a:lnTo>
                      <a:pt x="933005" y="1271666"/>
                    </a:lnTo>
                    <a:lnTo>
                      <a:pt x="973350" y="1252122"/>
                    </a:lnTo>
                    <a:lnTo>
                      <a:pt x="1012122" y="1229992"/>
                    </a:lnTo>
                    <a:lnTo>
                      <a:pt x="1049206" y="1205389"/>
                    </a:lnTo>
                    <a:lnTo>
                      <a:pt x="1084492" y="1178424"/>
                    </a:lnTo>
                    <a:lnTo>
                      <a:pt x="1117865" y="1149210"/>
                    </a:lnTo>
                    <a:lnTo>
                      <a:pt x="1149215" y="1117860"/>
                    </a:lnTo>
                    <a:lnTo>
                      <a:pt x="1178428" y="1084486"/>
                    </a:lnTo>
                    <a:lnTo>
                      <a:pt x="1205392" y="1049201"/>
                    </a:lnTo>
                    <a:lnTo>
                      <a:pt x="1229995" y="1012116"/>
                    </a:lnTo>
                    <a:lnTo>
                      <a:pt x="1252125" y="973345"/>
                    </a:lnTo>
                    <a:lnTo>
                      <a:pt x="1271668" y="932999"/>
                    </a:lnTo>
                    <a:lnTo>
                      <a:pt x="1288514" y="891192"/>
                    </a:lnTo>
                    <a:lnTo>
                      <a:pt x="1302548" y="848034"/>
                    </a:lnTo>
                    <a:lnTo>
                      <a:pt x="1313659" y="803640"/>
                    </a:lnTo>
                    <a:lnTo>
                      <a:pt x="1321735" y="758121"/>
                    </a:lnTo>
                    <a:lnTo>
                      <a:pt x="1326663" y="711590"/>
                    </a:lnTo>
                    <a:lnTo>
                      <a:pt x="1328331" y="664159"/>
                    </a:lnTo>
                    <a:lnTo>
                      <a:pt x="1326663" y="616726"/>
                    </a:lnTo>
                    <a:lnTo>
                      <a:pt x="1321735" y="570194"/>
                    </a:lnTo>
                    <a:lnTo>
                      <a:pt x="1313659" y="524674"/>
                    </a:lnTo>
                    <a:lnTo>
                      <a:pt x="1302548" y="480280"/>
                    </a:lnTo>
                    <a:lnTo>
                      <a:pt x="1288514" y="437122"/>
                    </a:lnTo>
                    <a:lnTo>
                      <a:pt x="1271668" y="395315"/>
                    </a:lnTo>
                    <a:lnTo>
                      <a:pt x="1252125" y="354970"/>
                    </a:lnTo>
                    <a:lnTo>
                      <a:pt x="1229995" y="316199"/>
                    </a:lnTo>
                    <a:lnTo>
                      <a:pt x="1205392" y="279115"/>
                    </a:lnTo>
                    <a:lnTo>
                      <a:pt x="1178428" y="243831"/>
                    </a:lnTo>
                    <a:lnTo>
                      <a:pt x="1149215" y="210458"/>
                    </a:lnTo>
                    <a:lnTo>
                      <a:pt x="1117865" y="179109"/>
                    </a:lnTo>
                    <a:lnTo>
                      <a:pt x="1084492" y="149897"/>
                    </a:lnTo>
                    <a:lnTo>
                      <a:pt x="1049206" y="122934"/>
                    </a:lnTo>
                    <a:lnTo>
                      <a:pt x="1012122" y="98331"/>
                    </a:lnTo>
                    <a:lnTo>
                      <a:pt x="973350" y="76203"/>
                    </a:lnTo>
                    <a:lnTo>
                      <a:pt x="933005" y="56660"/>
                    </a:lnTo>
                    <a:lnTo>
                      <a:pt x="891197" y="39815"/>
                    </a:lnTo>
                    <a:lnTo>
                      <a:pt x="848039" y="25781"/>
                    </a:lnTo>
                    <a:lnTo>
                      <a:pt x="803644" y="14670"/>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19" name="object 19">
                <a:extLst>
                  <a:ext uri="{FF2B5EF4-FFF2-40B4-BE49-F238E27FC236}">
                    <a16:creationId xmlns:a16="http://schemas.microsoft.com/office/drawing/2014/main" id="{B4C607C1-F137-D25C-4F85-B3442DC026FA}"/>
                  </a:ext>
                </a:extLst>
              </p:cNvPr>
              <p:cNvSpPr/>
              <p:nvPr/>
            </p:nvSpPr>
            <p:spPr>
              <a:xfrm>
                <a:off x="4762855" y="2659417"/>
                <a:ext cx="1044575" cy="1047750"/>
              </a:xfrm>
              <a:custGeom>
                <a:avLst/>
                <a:gdLst/>
                <a:ahLst/>
                <a:cxnLst/>
                <a:rect l="l" t="t" r="r" b="b"/>
                <a:pathLst>
                  <a:path w="1044575" h="1047750">
                    <a:moveTo>
                      <a:pt x="707783" y="523697"/>
                    </a:moveTo>
                    <a:lnTo>
                      <a:pt x="706361" y="502259"/>
                    </a:lnTo>
                    <a:lnTo>
                      <a:pt x="702627" y="476897"/>
                    </a:lnTo>
                    <a:lnTo>
                      <a:pt x="693077" y="457136"/>
                    </a:lnTo>
                    <a:lnTo>
                      <a:pt x="674192" y="452526"/>
                    </a:lnTo>
                    <a:lnTo>
                      <a:pt x="669505" y="454139"/>
                    </a:lnTo>
                    <a:lnTo>
                      <a:pt x="665645" y="457542"/>
                    </a:lnTo>
                    <a:lnTo>
                      <a:pt x="661301" y="466458"/>
                    </a:lnTo>
                    <a:lnTo>
                      <a:pt x="660984" y="471601"/>
                    </a:lnTo>
                    <a:lnTo>
                      <a:pt x="662609" y="476288"/>
                    </a:lnTo>
                    <a:lnTo>
                      <a:pt x="666026" y="487870"/>
                    </a:lnTo>
                    <a:lnTo>
                      <a:pt x="668464" y="499668"/>
                    </a:lnTo>
                    <a:lnTo>
                      <a:pt x="669925" y="511632"/>
                    </a:lnTo>
                    <a:lnTo>
                      <a:pt x="670382" y="523697"/>
                    </a:lnTo>
                    <a:lnTo>
                      <a:pt x="663994" y="565912"/>
                    </a:lnTo>
                    <a:lnTo>
                      <a:pt x="649287" y="601091"/>
                    </a:lnTo>
                    <a:lnTo>
                      <a:pt x="600976" y="650354"/>
                    </a:lnTo>
                    <a:lnTo>
                      <a:pt x="537552" y="671461"/>
                    </a:lnTo>
                    <a:lnTo>
                      <a:pt x="503948" y="671461"/>
                    </a:lnTo>
                    <a:lnTo>
                      <a:pt x="440524" y="650354"/>
                    </a:lnTo>
                    <a:lnTo>
                      <a:pt x="392226" y="601091"/>
                    </a:lnTo>
                    <a:lnTo>
                      <a:pt x="377520" y="565912"/>
                    </a:lnTo>
                    <a:lnTo>
                      <a:pt x="371119" y="523684"/>
                    </a:lnTo>
                    <a:lnTo>
                      <a:pt x="378790" y="476415"/>
                    </a:lnTo>
                    <a:lnTo>
                      <a:pt x="400050" y="435368"/>
                    </a:lnTo>
                    <a:lnTo>
                      <a:pt x="432435" y="402983"/>
                    </a:lnTo>
                    <a:lnTo>
                      <a:pt x="473481" y="381736"/>
                    </a:lnTo>
                    <a:lnTo>
                      <a:pt x="520750" y="374065"/>
                    </a:lnTo>
                    <a:lnTo>
                      <a:pt x="532866" y="374561"/>
                    </a:lnTo>
                    <a:lnTo>
                      <a:pt x="544880" y="376059"/>
                    </a:lnTo>
                    <a:lnTo>
                      <a:pt x="556729" y="378548"/>
                    </a:lnTo>
                    <a:lnTo>
                      <a:pt x="568337" y="382016"/>
                    </a:lnTo>
                    <a:lnTo>
                      <a:pt x="575703" y="383006"/>
                    </a:lnTo>
                    <a:lnTo>
                      <a:pt x="567512" y="341884"/>
                    </a:lnTo>
                    <a:lnTo>
                      <a:pt x="520750" y="336651"/>
                    </a:lnTo>
                    <a:lnTo>
                      <a:pt x="479552" y="341884"/>
                    </a:lnTo>
                    <a:lnTo>
                      <a:pt x="412584" y="370382"/>
                    </a:lnTo>
                    <a:lnTo>
                      <a:pt x="366229" y="417334"/>
                    </a:lnTo>
                    <a:lnTo>
                      <a:pt x="340487" y="476021"/>
                    </a:lnTo>
                    <a:lnTo>
                      <a:pt x="335330" y="507657"/>
                    </a:lnTo>
                    <a:lnTo>
                      <a:pt x="335330" y="539724"/>
                    </a:lnTo>
                    <a:lnTo>
                      <a:pt x="350786" y="601764"/>
                    </a:lnTo>
                    <a:lnTo>
                      <a:pt x="386842" y="655421"/>
                    </a:lnTo>
                    <a:lnTo>
                      <a:pt x="443496" y="693978"/>
                    </a:lnTo>
                    <a:lnTo>
                      <a:pt x="520750" y="710730"/>
                    </a:lnTo>
                    <a:lnTo>
                      <a:pt x="570445" y="703999"/>
                    </a:lnTo>
                    <a:lnTo>
                      <a:pt x="615111" y="685126"/>
                    </a:lnTo>
                    <a:lnTo>
                      <a:pt x="652945" y="655878"/>
                    </a:lnTo>
                    <a:lnTo>
                      <a:pt x="682193" y="618045"/>
                    </a:lnTo>
                    <a:lnTo>
                      <a:pt x="701065" y="573392"/>
                    </a:lnTo>
                    <a:lnTo>
                      <a:pt x="707783" y="523697"/>
                    </a:lnTo>
                    <a:close/>
                  </a:path>
                  <a:path w="1044575" h="1047750">
                    <a:moveTo>
                      <a:pt x="876084" y="528764"/>
                    </a:moveTo>
                    <a:lnTo>
                      <a:pt x="873785" y="483209"/>
                    </a:lnTo>
                    <a:lnTo>
                      <a:pt x="865619" y="438162"/>
                    </a:lnTo>
                    <a:lnTo>
                      <a:pt x="851585" y="394195"/>
                    </a:lnTo>
                    <a:lnTo>
                      <a:pt x="831684" y="351904"/>
                    </a:lnTo>
                    <a:lnTo>
                      <a:pt x="808939" y="342061"/>
                    </a:lnTo>
                    <a:lnTo>
                      <a:pt x="802678" y="345528"/>
                    </a:lnTo>
                    <a:lnTo>
                      <a:pt x="795794" y="357035"/>
                    </a:lnTo>
                    <a:lnTo>
                      <a:pt x="795693" y="364197"/>
                    </a:lnTo>
                    <a:lnTo>
                      <a:pt x="798969" y="370039"/>
                    </a:lnTo>
                    <a:lnTo>
                      <a:pt x="817994" y="409257"/>
                    </a:lnTo>
                    <a:lnTo>
                      <a:pt x="830795" y="449503"/>
                    </a:lnTo>
                    <a:lnTo>
                      <a:pt x="837666" y="490258"/>
                    </a:lnTo>
                    <a:lnTo>
                      <a:pt x="838911" y="531037"/>
                    </a:lnTo>
                    <a:lnTo>
                      <a:pt x="834809" y="571360"/>
                    </a:lnTo>
                    <a:lnTo>
                      <a:pt x="825665" y="610692"/>
                    </a:lnTo>
                    <a:lnTo>
                      <a:pt x="811758" y="648576"/>
                    </a:lnTo>
                    <a:lnTo>
                      <a:pt x="793381" y="684491"/>
                    </a:lnTo>
                    <a:lnTo>
                      <a:pt x="770839" y="717943"/>
                    </a:lnTo>
                    <a:lnTo>
                      <a:pt x="744410" y="748449"/>
                    </a:lnTo>
                    <a:lnTo>
                      <a:pt x="714400" y="775500"/>
                    </a:lnTo>
                    <a:lnTo>
                      <a:pt x="681101" y="798614"/>
                    </a:lnTo>
                    <a:lnTo>
                      <a:pt x="644779" y="817270"/>
                    </a:lnTo>
                    <a:lnTo>
                      <a:pt x="605764" y="830999"/>
                    </a:lnTo>
                    <a:lnTo>
                      <a:pt x="564311" y="839292"/>
                    </a:lnTo>
                    <a:lnTo>
                      <a:pt x="520750" y="841654"/>
                    </a:lnTo>
                    <a:lnTo>
                      <a:pt x="473786" y="838161"/>
                    </a:lnTo>
                    <a:lnTo>
                      <a:pt x="428967" y="828103"/>
                    </a:lnTo>
                    <a:lnTo>
                      <a:pt x="386778" y="811999"/>
                    </a:lnTo>
                    <a:lnTo>
                      <a:pt x="347700" y="790321"/>
                    </a:lnTo>
                    <a:lnTo>
                      <a:pt x="312242" y="763549"/>
                    </a:lnTo>
                    <a:lnTo>
                      <a:pt x="280885" y="732193"/>
                    </a:lnTo>
                    <a:lnTo>
                      <a:pt x="254127" y="696734"/>
                    </a:lnTo>
                    <a:lnTo>
                      <a:pt x="232448" y="657669"/>
                    </a:lnTo>
                    <a:lnTo>
                      <a:pt x="216331" y="615480"/>
                    </a:lnTo>
                    <a:lnTo>
                      <a:pt x="206286" y="570649"/>
                    </a:lnTo>
                    <a:lnTo>
                      <a:pt x="202793" y="523697"/>
                    </a:lnTo>
                    <a:lnTo>
                      <a:pt x="205155" y="480123"/>
                    </a:lnTo>
                    <a:lnTo>
                      <a:pt x="213461" y="438683"/>
                    </a:lnTo>
                    <a:lnTo>
                      <a:pt x="227190" y="399656"/>
                    </a:lnTo>
                    <a:lnTo>
                      <a:pt x="245846" y="363347"/>
                    </a:lnTo>
                    <a:lnTo>
                      <a:pt x="268960" y="330034"/>
                    </a:lnTo>
                    <a:lnTo>
                      <a:pt x="296011" y="300024"/>
                    </a:lnTo>
                    <a:lnTo>
                      <a:pt x="326517" y="273596"/>
                    </a:lnTo>
                    <a:lnTo>
                      <a:pt x="359968" y="251053"/>
                    </a:lnTo>
                    <a:lnTo>
                      <a:pt x="395871" y="232676"/>
                    </a:lnTo>
                    <a:lnTo>
                      <a:pt x="433755" y="218770"/>
                    </a:lnTo>
                    <a:lnTo>
                      <a:pt x="473087" y="209626"/>
                    </a:lnTo>
                    <a:lnTo>
                      <a:pt x="513397" y="205524"/>
                    </a:lnTo>
                    <a:lnTo>
                      <a:pt x="554177" y="206768"/>
                    </a:lnTo>
                    <a:lnTo>
                      <a:pt x="594944" y="213652"/>
                    </a:lnTo>
                    <a:lnTo>
                      <a:pt x="635177" y="226453"/>
                    </a:lnTo>
                    <a:lnTo>
                      <a:pt x="674408" y="245478"/>
                    </a:lnTo>
                    <a:lnTo>
                      <a:pt x="678751" y="247891"/>
                    </a:lnTo>
                    <a:lnTo>
                      <a:pt x="683869" y="248488"/>
                    </a:lnTo>
                    <a:lnTo>
                      <a:pt x="693407" y="245745"/>
                    </a:lnTo>
                    <a:lnTo>
                      <a:pt x="697433" y="242531"/>
                    </a:lnTo>
                    <a:lnTo>
                      <a:pt x="699833" y="238188"/>
                    </a:lnTo>
                    <a:lnTo>
                      <a:pt x="702233" y="233845"/>
                    </a:lnTo>
                    <a:lnTo>
                      <a:pt x="651967" y="193548"/>
                    </a:lnTo>
                    <a:lnTo>
                      <a:pt x="609473" y="179641"/>
                    </a:lnTo>
                    <a:lnTo>
                      <a:pt x="565556" y="171196"/>
                    </a:lnTo>
                    <a:lnTo>
                      <a:pt x="520750" y="168338"/>
                    </a:lnTo>
                    <a:lnTo>
                      <a:pt x="477939" y="172034"/>
                    </a:lnTo>
                    <a:lnTo>
                      <a:pt x="437896" y="179311"/>
                    </a:lnTo>
                    <a:lnTo>
                      <a:pt x="400608" y="189941"/>
                    </a:lnTo>
                    <a:lnTo>
                      <a:pt x="334327" y="220268"/>
                    </a:lnTo>
                    <a:lnTo>
                      <a:pt x="279082" y="261099"/>
                    </a:lnTo>
                    <a:lnTo>
                      <a:pt x="234899" y="310540"/>
                    </a:lnTo>
                    <a:lnTo>
                      <a:pt x="201752" y="366661"/>
                    </a:lnTo>
                    <a:lnTo>
                      <a:pt x="179654" y="427570"/>
                    </a:lnTo>
                    <a:lnTo>
                      <a:pt x="168605" y="491337"/>
                    </a:lnTo>
                    <a:lnTo>
                      <a:pt x="167233" y="523697"/>
                    </a:lnTo>
                    <a:lnTo>
                      <a:pt x="168605" y="556056"/>
                    </a:lnTo>
                    <a:lnTo>
                      <a:pt x="179654" y="619836"/>
                    </a:lnTo>
                    <a:lnTo>
                      <a:pt x="201752" y="680732"/>
                    </a:lnTo>
                    <a:lnTo>
                      <a:pt x="234899" y="736854"/>
                    </a:lnTo>
                    <a:lnTo>
                      <a:pt x="279082" y="786295"/>
                    </a:lnTo>
                    <a:lnTo>
                      <a:pt x="334327" y="827125"/>
                    </a:lnTo>
                    <a:lnTo>
                      <a:pt x="400608" y="857453"/>
                    </a:lnTo>
                    <a:lnTo>
                      <a:pt x="437896" y="868083"/>
                    </a:lnTo>
                    <a:lnTo>
                      <a:pt x="477939" y="875360"/>
                    </a:lnTo>
                    <a:lnTo>
                      <a:pt x="520750" y="879055"/>
                    </a:lnTo>
                    <a:lnTo>
                      <a:pt x="567397" y="876007"/>
                    </a:lnTo>
                    <a:lnTo>
                      <a:pt x="612660" y="867016"/>
                    </a:lnTo>
                    <a:lnTo>
                      <a:pt x="656031" y="852373"/>
                    </a:lnTo>
                    <a:lnTo>
                      <a:pt x="697014" y="832345"/>
                    </a:lnTo>
                    <a:lnTo>
                      <a:pt x="735088" y="807250"/>
                    </a:lnTo>
                    <a:lnTo>
                      <a:pt x="769772" y="777354"/>
                    </a:lnTo>
                    <a:lnTo>
                      <a:pt x="800531" y="742950"/>
                    </a:lnTo>
                    <a:lnTo>
                      <a:pt x="826871" y="704342"/>
                    </a:lnTo>
                    <a:lnTo>
                      <a:pt x="847915" y="662597"/>
                    </a:lnTo>
                    <a:lnTo>
                      <a:pt x="863142" y="619036"/>
                    </a:lnTo>
                    <a:lnTo>
                      <a:pt x="872540" y="574230"/>
                    </a:lnTo>
                    <a:lnTo>
                      <a:pt x="876084" y="528764"/>
                    </a:lnTo>
                    <a:close/>
                  </a:path>
                  <a:path w="1044575" h="1047750">
                    <a:moveTo>
                      <a:pt x="1016762" y="153758"/>
                    </a:moveTo>
                    <a:lnTo>
                      <a:pt x="1011732" y="140144"/>
                    </a:lnTo>
                    <a:lnTo>
                      <a:pt x="1005522" y="135394"/>
                    </a:lnTo>
                    <a:lnTo>
                      <a:pt x="998296" y="134734"/>
                    </a:lnTo>
                    <a:lnTo>
                      <a:pt x="954887" y="131419"/>
                    </a:lnTo>
                    <a:lnTo>
                      <a:pt x="954887" y="168922"/>
                    </a:lnTo>
                    <a:lnTo>
                      <a:pt x="853605" y="270192"/>
                    </a:lnTo>
                    <a:lnTo>
                      <a:pt x="779894" y="264553"/>
                    </a:lnTo>
                    <a:lnTo>
                      <a:pt x="774255" y="190842"/>
                    </a:lnTo>
                    <a:lnTo>
                      <a:pt x="875525" y="89560"/>
                    </a:lnTo>
                    <a:lnTo>
                      <a:pt x="878890" y="137655"/>
                    </a:lnTo>
                    <a:lnTo>
                      <a:pt x="885520" y="159067"/>
                    </a:lnTo>
                    <a:lnTo>
                      <a:pt x="906995" y="165582"/>
                    </a:lnTo>
                    <a:lnTo>
                      <a:pt x="954887" y="168922"/>
                    </a:lnTo>
                    <a:lnTo>
                      <a:pt x="954887" y="131419"/>
                    </a:lnTo>
                    <a:lnTo>
                      <a:pt x="916012" y="128435"/>
                    </a:lnTo>
                    <a:lnTo>
                      <a:pt x="913028" y="89560"/>
                    </a:lnTo>
                    <a:lnTo>
                      <a:pt x="909713" y="46151"/>
                    </a:lnTo>
                    <a:lnTo>
                      <a:pt x="909053" y="38925"/>
                    </a:lnTo>
                    <a:lnTo>
                      <a:pt x="904303" y="32727"/>
                    </a:lnTo>
                    <a:lnTo>
                      <a:pt x="890689" y="27686"/>
                    </a:lnTo>
                    <a:lnTo>
                      <a:pt x="883043" y="29298"/>
                    </a:lnTo>
                    <a:lnTo>
                      <a:pt x="877836" y="34353"/>
                    </a:lnTo>
                    <a:lnTo>
                      <a:pt x="737857" y="174332"/>
                    </a:lnTo>
                    <a:lnTo>
                      <a:pt x="735876" y="179692"/>
                    </a:lnTo>
                    <a:lnTo>
                      <a:pt x="743165" y="274840"/>
                    </a:lnTo>
                    <a:lnTo>
                      <a:pt x="507542" y="510463"/>
                    </a:lnTo>
                    <a:lnTo>
                      <a:pt x="503593" y="516648"/>
                    </a:lnTo>
                    <a:lnTo>
                      <a:pt x="502323" y="523608"/>
                    </a:lnTo>
                    <a:lnTo>
                      <a:pt x="503732" y="530555"/>
                    </a:lnTo>
                    <a:lnTo>
                      <a:pt x="507809" y="536638"/>
                    </a:lnTo>
                    <a:lnTo>
                      <a:pt x="513892" y="540715"/>
                    </a:lnTo>
                    <a:lnTo>
                      <a:pt x="520839" y="542124"/>
                    </a:lnTo>
                    <a:lnTo>
                      <a:pt x="527799" y="540854"/>
                    </a:lnTo>
                    <a:lnTo>
                      <a:pt x="533984" y="536905"/>
                    </a:lnTo>
                    <a:lnTo>
                      <a:pt x="769607" y="301282"/>
                    </a:lnTo>
                    <a:lnTo>
                      <a:pt x="864755" y="308571"/>
                    </a:lnTo>
                    <a:lnTo>
                      <a:pt x="870115" y="306590"/>
                    </a:lnTo>
                    <a:lnTo>
                      <a:pt x="875423" y="301282"/>
                    </a:lnTo>
                    <a:lnTo>
                      <a:pt x="906513" y="270192"/>
                    </a:lnTo>
                    <a:lnTo>
                      <a:pt x="1010094" y="166611"/>
                    </a:lnTo>
                    <a:lnTo>
                      <a:pt x="1015149" y="161404"/>
                    </a:lnTo>
                    <a:lnTo>
                      <a:pt x="1016762" y="153758"/>
                    </a:lnTo>
                    <a:close/>
                  </a:path>
                  <a:path w="1044575" h="1047750">
                    <a:moveTo>
                      <a:pt x="1044371" y="514718"/>
                    </a:moveTo>
                    <a:lnTo>
                      <a:pt x="1041298" y="466356"/>
                    </a:lnTo>
                    <a:lnTo>
                      <a:pt x="1033754" y="418350"/>
                    </a:lnTo>
                    <a:lnTo>
                      <a:pt x="1021702" y="371017"/>
                    </a:lnTo>
                    <a:lnTo>
                      <a:pt x="1005154" y="324662"/>
                    </a:lnTo>
                    <a:lnTo>
                      <a:pt x="984097" y="279628"/>
                    </a:lnTo>
                    <a:lnTo>
                      <a:pt x="965962" y="269887"/>
                    </a:lnTo>
                    <a:lnTo>
                      <a:pt x="958875" y="271995"/>
                    </a:lnTo>
                    <a:lnTo>
                      <a:pt x="953160" y="276694"/>
                    </a:lnTo>
                    <a:lnTo>
                      <a:pt x="949782" y="282981"/>
                    </a:lnTo>
                    <a:lnTo>
                      <a:pt x="948994" y="290080"/>
                    </a:lnTo>
                    <a:lnTo>
                      <a:pt x="951052" y="297167"/>
                    </a:lnTo>
                    <a:lnTo>
                      <a:pt x="971016" y="339966"/>
                    </a:lnTo>
                    <a:lnTo>
                      <a:pt x="986688" y="384340"/>
                    </a:lnTo>
                    <a:lnTo>
                      <a:pt x="997966" y="429971"/>
                    </a:lnTo>
                    <a:lnTo>
                      <a:pt x="1004773" y="476529"/>
                    </a:lnTo>
                    <a:lnTo>
                      <a:pt x="1007033" y="523684"/>
                    </a:lnTo>
                    <a:lnTo>
                      <a:pt x="1003858" y="566674"/>
                    </a:lnTo>
                    <a:lnTo>
                      <a:pt x="998042" y="607644"/>
                    </a:lnTo>
                    <a:lnTo>
                      <a:pt x="989698" y="646633"/>
                    </a:lnTo>
                    <a:lnTo>
                      <a:pt x="978979" y="683615"/>
                    </a:lnTo>
                    <a:lnTo>
                      <a:pt x="950861" y="751586"/>
                    </a:lnTo>
                    <a:lnTo>
                      <a:pt x="914704" y="811555"/>
                    </a:lnTo>
                    <a:lnTo>
                      <a:pt x="871512" y="863536"/>
                    </a:lnTo>
                    <a:lnTo>
                      <a:pt x="822274" y="907516"/>
                    </a:lnTo>
                    <a:lnTo>
                      <a:pt x="768007" y="943495"/>
                    </a:lnTo>
                    <a:lnTo>
                      <a:pt x="709714" y="971486"/>
                    </a:lnTo>
                    <a:lnTo>
                      <a:pt x="648398" y="991476"/>
                    </a:lnTo>
                    <a:lnTo>
                      <a:pt x="585076" y="1003465"/>
                    </a:lnTo>
                    <a:lnTo>
                      <a:pt x="520750" y="1007465"/>
                    </a:lnTo>
                    <a:lnTo>
                      <a:pt x="488530" y="1006462"/>
                    </a:lnTo>
                    <a:lnTo>
                      <a:pt x="424573" y="998474"/>
                    </a:lnTo>
                    <a:lnTo>
                      <a:pt x="362140" y="982472"/>
                    </a:lnTo>
                    <a:lnTo>
                      <a:pt x="302209" y="958481"/>
                    </a:lnTo>
                    <a:lnTo>
                      <a:pt x="245808" y="926503"/>
                    </a:lnTo>
                    <a:lnTo>
                      <a:pt x="193929" y="886523"/>
                    </a:lnTo>
                    <a:lnTo>
                      <a:pt x="147586" y="838542"/>
                    </a:lnTo>
                    <a:lnTo>
                      <a:pt x="107772" y="782574"/>
                    </a:lnTo>
                    <a:lnTo>
                      <a:pt x="75514" y="718604"/>
                    </a:lnTo>
                    <a:lnTo>
                      <a:pt x="51803" y="646633"/>
                    </a:lnTo>
                    <a:lnTo>
                      <a:pt x="43472" y="607644"/>
                    </a:lnTo>
                    <a:lnTo>
                      <a:pt x="37655" y="566674"/>
                    </a:lnTo>
                    <a:lnTo>
                      <a:pt x="34467" y="523684"/>
                    </a:lnTo>
                    <a:lnTo>
                      <a:pt x="36144" y="477354"/>
                    </a:lnTo>
                    <a:lnTo>
                      <a:pt x="42176" y="432498"/>
                    </a:lnTo>
                    <a:lnTo>
                      <a:pt x="52311" y="389293"/>
                    </a:lnTo>
                    <a:lnTo>
                      <a:pt x="66332" y="347878"/>
                    </a:lnTo>
                    <a:lnTo>
                      <a:pt x="83985" y="308381"/>
                    </a:lnTo>
                    <a:lnTo>
                      <a:pt x="105029" y="270967"/>
                    </a:lnTo>
                    <a:lnTo>
                      <a:pt x="129222" y="235775"/>
                    </a:lnTo>
                    <a:lnTo>
                      <a:pt x="156324" y="202946"/>
                    </a:lnTo>
                    <a:lnTo>
                      <a:pt x="186080" y="172631"/>
                    </a:lnTo>
                    <a:lnTo>
                      <a:pt x="218274" y="144970"/>
                    </a:lnTo>
                    <a:lnTo>
                      <a:pt x="252641" y="120116"/>
                    </a:lnTo>
                    <a:lnTo>
                      <a:pt x="288950" y="98209"/>
                    </a:lnTo>
                    <a:lnTo>
                      <a:pt x="326961" y="79400"/>
                    </a:lnTo>
                    <a:lnTo>
                      <a:pt x="366433" y="63817"/>
                    </a:lnTo>
                    <a:lnTo>
                      <a:pt x="407111" y="51638"/>
                    </a:lnTo>
                    <a:lnTo>
                      <a:pt x="448767" y="42976"/>
                    </a:lnTo>
                    <a:lnTo>
                      <a:pt x="491147" y="37985"/>
                    </a:lnTo>
                    <a:lnTo>
                      <a:pt x="534022" y="36817"/>
                    </a:lnTo>
                    <a:lnTo>
                      <a:pt x="577151" y="39624"/>
                    </a:lnTo>
                    <a:lnTo>
                      <a:pt x="620280" y="46532"/>
                    </a:lnTo>
                    <a:lnTo>
                      <a:pt x="663168" y="57708"/>
                    </a:lnTo>
                    <a:lnTo>
                      <a:pt x="705586" y="73279"/>
                    </a:lnTo>
                    <a:lnTo>
                      <a:pt x="747280" y="93395"/>
                    </a:lnTo>
                    <a:lnTo>
                      <a:pt x="754405" y="95516"/>
                    </a:lnTo>
                    <a:lnTo>
                      <a:pt x="718705" y="38823"/>
                    </a:lnTo>
                    <a:lnTo>
                      <a:pt x="670902" y="21945"/>
                    </a:lnTo>
                    <a:lnTo>
                      <a:pt x="621741" y="9791"/>
                    </a:lnTo>
                    <a:lnTo>
                      <a:pt x="571576" y="2451"/>
                    </a:lnTo>
                    <a:lnTo>
                      <a:pt x="520750" y="0"/>
                    </a:lnTo>
                    <a:lnTo>
                      <a:pt x="477354" y="3124"/>
                    </a:lnTo>
                    <a:lnTo>
                      <a:pt x="435851" y="8737"/>
                    </a:lnTo>
                    <a:lnTo>
                      <a:pt x="396227" y="16751"/>
                    </a:lnTo>
                    <a:lnTo>
                      <a:pt x="358495" y="27038"/>
                    </a:lnTo>
                    <a:lnTo>
                      <a:pt x="288683" y="54000"/>
                    </a:lnTo>
                    <a:lnTo>
                      <a:pt x="226415" y="88734"/>
                    </a:lnTo>
                    <a:lnTo>
                      <a:pt x="171704" y="130352"/>
                    </a:lnTo>
                    <a:lnTo>
                      <a:pt x="124536" y="177977"/>
                    </a:lnTo>
                    <a:lnTo>
                      <a:pt x="84912" y="230720"/>
                    </a:lnTo>
                    <a:lnTo>
                      <a:pt x="52832" y="287680"/>
                    </a:lnTo>
                    <a:lnTo>
                      <a:pt x="28308" y="347967"/>
                    </a:lnTo>
                    <a:lnTo>
                      <a:pt x="11328" y="410705"/>
                    </a:lnTo>
                    <a:lnTo>
                      <a:pt x="1892" y="474992"/>
                    </a:lnTo>
                    <a:lnTo>
                      <a:pt x="0" y="507441"/>
                    </a:lnTo>
                    <a:lnTo>
                      <a:pt x="0" y="539953"/>
                    </a:lnTo>
                    <a:lnTo>
                      <a:pt x="5664" y="604685"/>
                    </a:lnTo>
                    <a:lnTo>
                      <a:pt x="18872" y="668312"/>
                    </a:lnTo>
                    <a:lnTo>
                      <a:pt x="39624" y="729932"/>
                    </a:lnTo>
                    <a:lnTo>
                      <a:pt x="67932" y="788670"/>
                    </a:lnTo>
                    <a:lnTo>
                      <a:pt x="103784" y="843635"/>
                    </a:lnTo>
                    <a:lnTo>
                      <a:pt x="147180" y="893927"/>
                    </a:lnTo>
                    <a:lnTo>
                      <a:pt x="198120" y="938657"/>
                    </a:lnTo>
                    <a:lnTo>
                      <a:pt x="256603" y="976947"/>
                    </a:lnTo>
                    <a:lnTo>
                      <a:pt x="322643" y="1007910"/>
                    </a:lnTo>
                    <a:lnTo>
                      <a:pt x="396227" y="1030643"/>
                    </a:lnTo>
                    <a:lnTo>
                      <a:pt x="435851" y="1038644"/>
                    </a:lnTo>
                    <a:lnTo>
                      <a:pt x="477354" y="1044270"/>
                    </a:lnTo>
                    <a:lnTo>
                      <a:pt x="520750" y="1047381"/>
                    </a:lnTo>
                    <a:lnTo>
                      <a:pt x="570407" y="1045032"/>
                    </a:lnTo>
                    <a:lnTo>
                      <a:pt x="619137" y="1038072"/>
                    </a:lnTo>
                    <a:lnTo>
                      <a:pt x="666623" y="1026668"/>
                    </a:lnTo>
                    <a:lnTo>
                      <a:pt x="712622" y="1010983"/>
                    </a:lnTo>
                    <a:lnTo>
                      <a:pt x="756843" y="991158"/>
                    </a:lnTo>
                    <a:lnTo>
                      <a:pt x="798995" y="967359"/>
                    </a:lnTo>
                    <a:lnTo>
                      <a:pt x="838809" y="939749"/>
                    </a:lnTo>
                    <a:lnTo>
                      <a:pt x="876007" y="908481"/>
                    </a:lnTo>
                    <a:lnTo>
                      <a:pt x="910310" y="873709"/>
                    </a:lnTo>
                    <a:lnTo>
                      <a:pt x="941438" y="835583"/>
                    </a:lnTo>
                    <a:lnTo>
                      <a:pt x="969111" y="794283"/>
                    </a:lnTo>
                    <a:lnTo>
                      <a:pt x="992759" y="750557"/>
                    </a:lnTo>
                    <a:lnTo>
                      <a:pt x="1011974" y="705243"/>
                    </a:lnTo>
                    <a:lnTo>
                      <a:pt x="1026756" y="658685"/>
                    </a:lnTo>
                    <a:lnTo>
                      <a:pt x="1037082" y="611200"/>
                    </a:lnTo>
                    <a:lnTo>
                      <a:pt x="1042962" y="563105"/>
                    </a:lnTo>
                    <a:lnTo>
                      <a:pt x="1044371" y="514718"/>
                    </a:lnTo>
                    <a:close/>
                  </a:path>
                </a:pathLst>
              </a:custGeom>
              <a:solidFill>
                <a:srgbClr val="134578"/>
              </a:solidFill>
            </p:spPr>
            <p:txBody>
              <a:bodyPr wrap="square" lIns="0" tIns="0" rIns="0" bIns="0" rtlCol="0"/>
              <a:lstStyle/>
              <a:p>
                <a:endParaRPr sz="1200"/>
              </a:p>
            </p:txBody>
          </p:sp>
        </p:grpSp>
        <p:sp>
          <p:nvSpPr>
            <p:cNvPr id="28" name="Title 1">
              <a:extLst>
                <a:ext uri="{FF2B5EF4-FFF2-40B4-BE49-F238E27FC236}">
                  <a16:creationId xmlns:a16="http://schemas.microsoft.com/office/drawing/2014/main" id="{11E1E23B-1EAB-0DC9-0D16-A39B67E6689F}"/>
                </a:ext>
              </a:extLst>
            </p:cNvPr>
            <p:cNvSpPr txBox="1">
              <a:spLocks/>
            </p:cNvSpPr>
            <p:nvPr/>
          </p:nvSpPr>
          <p:spPr>
            <a:xfrm>
              <a:off x="257175" y="898574"/>
              <a:ext cx="2053232" cy="78898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Achievements</a:t>
              </a:r>
            </a:p>
          </p:txBody>
        </p:sp>
      </p:grpSp>
      <p:grpSp>
        <p:nvGrpSpPr>
          <p:cNvPr id="33" name="Group 32">
            <a:extLst>
              <a:ext uri="{FF2B5EF4-FFF2-40B4-BE49-F238E27FC236}">
                <a16:creationId xmlns:a16="http://schemas.microsoft.com/office/drawing/2014/main" id="{4AE26145-5869-9C23-48AB-61B44761D6B7}"/>
              </a:ext>
            </a:extLst>
          </p:cNvPr>
          <p:cNvGrpSpPr/>
          <p:nvPr/>
        </p:nvGrpSpPr>
        <p:grpSpPr>
          <a:xfrm>
            <a:off x="-1" y="3303290"/>
            <a:ext cx="4081780" cy="992717"/>
            <a:chOff x="0" y="2966328"/>
            <a:chExt cx="3061335" cy="744538"/>
          </a:xfrm>
        </p:grpSpPr>
        <p:sp>
          <p:nvSpPr>
            <p:cNvPr id="16" name="object 16">
              <a:extLst>
                <a:ext uri="{FF2B5EF4-FFF2-40B4-BE49-F238E27FC236}">
                  <a16:creationId xmlns:a16="http://schemas.microsoft.com/office/drawing/2014/main" id="{D2B02E04-403A-1ED9-B88C-0E8353C62447}"/>
                </a:ext>
              </a:extLst>
            </p:cNvPr>
            <p:cNvSpPr/>
            <p:nvPr/>
          </p:nvSpPr>
          <p:spPr>
            <a:xfrm>
              <a:off x="0" y="2966328"/>
              <a:ext cx="3061335" cy="744538"/>
            </a:xfrm>
            <a:custGeom>
              <a:avLst/>
              <a:gdLst/>
              <a:ahLst/>
              <a:cxnLst/>
              <a:rect l="l" t="t" r="r" b="b"/>
              <a:pathLst>
                <a:path w="6122670" h="1489075">
                  <a:moveTo>
                    <a:pt x="5387256" y="56"/>
                  </a:moveTo>
                  <a:lnTo>
                    <a:pt x="0" y="0"/>
                  </a:lnTo>
                  <a:lnTo>
                    <a:pt x="0" y="1488909"/>
                  </a:lnTo>
                  <a:lnTo>
                    <a:pt x="5378114" y="1488909"/>
                  </a:lnTo>
                  <a:lnTo>
                    <a:pt x="5405525" y="1488411"/>
                  </a:lnTo>
                  <a:lnTo>
                    <a:pt x="5460176" y="1484365"/>
                  </a:lnTo>
                  <a:lnTo>
                    <a:pt x="5514379" y="1476336"/>
                  </a:lnTo>
                  <a:lnTo>
                    <a:pt x="5567857" y="1464321"/>
                  </a:lnTo>
                  <a:lnTo>
                    <a:pt x="5620299" y="1448410"/>
                  </a:lnTo>
                  <a:lnTo>
                    <a:pt x="5671431" y="1428694"/>
                  </a:lnTo>
                  <a:lnTo>
                    <a:pt x="5720969" y="1405257"/>
                  </a:lnTo>
                  <a:lnTo>
                    <a:pt x="5768650" y="1378248"/>
                  </a:lnTo>
                  <a:lnTo>
                    <a:pt x="5814222" y="1347803"/>
                  </a:lnTo>
                  <a:lnTo>
                    <a:pt x="5857424" y="1314087"/>
                  </a:lnTo>
                  <a:lnTo>
                    <a:pt x="5898026" y="1277283"/>
                  </a:lnTo>
                  <a:lnTo>
                    <a:pt x="5935819" y="1237588"/>
                  </a:lnTo>
                  <a:lnTo>
                    <a:pt x="5970584" y="1195228"/>
                  </a:lnTo>
                  <a:lnTo>
                    <a:pt x="6002141" y="1150425"/>
                  </a:lnTo>
                  <a:lnTo>
                    <a:pt x="6030311" y="1103417"/>
                  </a:lnTo>
                  <a:lnTo>
                    <a:pt x="6054953" y="1054466"/>
                  </a:lnTo>
                  <a:lnTo>
                    <a:pt x="6075923" y="1003837"/>
                  </a:lnTo>
                  <a:lnTo>
                    <a:pt x="6093116" y="951793"/>
                  </a:lnTo>
                  <a:lnTo>
                    <a:pt x="6106427" y="898636"/>
                  </a:lnTo>
                  <a:lnTo>
                    <a:pt x="6115799" y="844642"/>
                  </a:lnTo>
                  <a:lnTo>
                    <a:pt x="6121171" y="790106"/>
                  </a:lnTo>
                  <a:lnTo>
                    <a:pt x="6122519" y="735314"/>
                  </a:lnTo>
                  <a:lnTo>
                    <a:pt x="6121674" y="707923"/>
                  </a:lnTo>
                  <a:lnTo>
                    <a:pt x="6116976" y="653322"/>
                  </a:lnTo>
                  <a:lnTo>
                    <a:pt x="6108263" y="599211"/>
                  </a:lnTo>
                  <a:lnTo>
                    <a:pt x="6095605" y="545896"/>
                  </a:lnTo>
                  <a:lnTo>
                    <a:pt x="6079053" y="493649"/>
                  </a:lnTo>
                  <a:lnTo>
                    <a:pt x="6058702" y="442771"/>
                  </a:lnTo>
                  <a:lnTo>
                    <a:pt x="6034666" y="393522"/>
                  </a:lnTo>
                  <a:lnTo>
                    <a:pt x="6007075" y="346173"/>
                  </a:lnTo>
                  <a:lnTo>
                    <a:pt x="5976068" y="300977"/>
                  </a:lnTo>
                  <a:lnTo>
                    <a:pt x="5941829" y="258200"/>
                  </a:lnTo>
                  <a:lnTo>
                    <a:pt x="5904529" y="218046"/>
                  </a:lnTo>
                  <a:lnTo>
                    <a:pt x="5864375" y="180746"/>
                  </a:lnTo>
                  <a:lnTo>
                    <a:pt x="5821598" y="146507"/>
                  </a:lnTo>
                  <a:lnTo>
                    <a:pt x="5776397" y="115500"/>
                  </a:lnTo>
                  <a:lnTo>
                    <a:pt x="5729053" y="87909"/>
                  </a:lnTo>
                  <a:lnTo>
                    <a:pt x="5679804" y="63866"/>
                  </a:lnTo>
                  <a:lnTo>
                    <a:pt x="5628927" y="43522"/>
                  </a:lnTo>
                  <a:lnTo>
                    <a:pt x="5576672" y="26970"/>
                  </a:lnTo>
                  <a:lnTo>
                    <a:pt x="5523351" y="14300"/>
                  </a:lnTo>
                  <a:lnTo>
                    <a:pt x="5469246" y="5597"/>
                  </a:lnTo>
                  <a:lnTo>
                    <a:pt x="5414652" y="901"/>
                  </a:lnTo>
                  <a:lnTo>
                    <a:pt x="5387256" y="56"/>
                  </a:lnTo>
                  <a:close/>
                </a:path>
              </a:pathLst>
            </a:custGeom>
            <a:solidFill>
              <a:srgbClr val="CA4644"/>
            </a:solidFill>
          </p:spPr>
          <p:txBody>
            <a:bodyPr wrap="square" lIns="0" tIns="0" rIns="0" bIns="0" rtlCol="0"/>
            <a:lstStyle/>
            <a:p>
              <a:endParaRPr sz="1200"/>
            </a:p>
          </p:txBody>
        </p:sp>
        <p:grpSp>
          <p:nvGrpSpPr>
            <p:cNvPr id="20" name="object 20">
              <a:extLst>
                <a:ext uri="{FF2B5EF4-FFF2-40B4-BE49-F238E27FC236}">
                  <a16:creationId xmlns:a16="http://schemas.microsoft.com/office/drawing/2014/main" id="{1FE6A34F-762D-85E5-B3DD-88BAEBDB5E2F}"/>
                </a:ext>
              </a:extLst>
            </p:cNvPr>
            <p:cNvGrpSpPr/>
            <p:nvPr/>
          </p:nvGrpSpPr>
          <p:grpSpPr>
            <a:xfrm>
              <a:off x="2310406" y="3006474"/>
              <a:ext cx="664210" cy="664210"/>
              <a:chOff x="4620812" y="6557291"/>
              <a:chExt cx="1328420" cy="1328420"/>
            </a:xfrm>
          </p:grpSpPr>
          <p:sp>
            <p:nvSpPr>
              <p:cNvPr id="21" name="object 21">
                <a:extLst>
                  <a:ext uri="{FF2B5EF4-FFF2-40B4-BE49-F238E27FC236}">
                    <a16:creationId xmlns:a16="http://schemas.microsoft.com/office/drawing/2014/main" id="{92095376-D8EC-8FF0-68EC-8C37E889B3F9}"/>
                  </a:ext>
                </a:extLst>
              </p:cNvPr>
              <p:cNvSpPr/>
              <p:nvPr/>
            </p:nvSpPr>
            <p:spPr>
              <a:xfrm>
                <a:off x="4620812" y="6557291"/>
                <a:ext cx="1328420" cy="1328420"/>
              </a:xfrm>
              <a:custGeom>
                <a:avLst/>
                <a:gdLst/>
                <a:ahLst/>
                <a:cxnLst/>
                <a:rect l="l" t="t" r="r" b="b"/>
                <a:pathLst>
                  <a:path w="1328420" h="1328420">
                    <a:moveTo>
                      <a:pt x="664159" y="0"/>
                    </a:moveTo>
                    <a:lnTo>
                      <a:pt x="616728" y="1667"/>
                    </a:lnTo>
                    <a:lnTo>
                      <a:pt x="570197" y="6595"/>
                    </a:lnTo>
                    <a:lnTo>
                      <a:pt x="524678" y="14671"/>
                    </a:lnTo>
                    <a:lnTo>
                      <a:pt x="480284" y="25782"/>
                    </a:lnTo>
                    <a:lnTo>
                      <a:pt x="437127" y="39816"/>
                    </a:lnTo>
                    <a:lnTo>
                      <a:pt x="395320" y="56662"/>
                    </a:lnTo>
                    <a:lnTo>
                      <a:pt x="354975" y="76205"/>
                    </a:lnTo>
                    <a:lnTo>
                      <a:pt x="316205" y="98334"/>
                    </a:lnTo>
                    <a:lnTo>
                      <a:pt x="279121" y="122937"/>
                    </a:lnTo>
                    <a:lnTo>
                      <a:pt x="243836" y="149901"/>
                    </a:lnTo>
                    <a:lnTo>
                      <a:pt x="210463" y="179114"/>
                    </a:lnTo>
                    <a:lnTo>
                      <a:pt x="179114" y="210463"/>
                    </a:lnTo>
                    <a:lnTo>
                      <a:pt x="149901" y="243836"/>
                    </a:lnTo>
                    <a:lnTo>
                      <a:pt x="122937" y="279121"/>
                    </a:lnTo>
                    <a:lnTo>
                      <a:pt x="98334" y="316205"/>
                    </a:lnTo>
                    <a:lnTo>
                      <a:pt x="76205" y="354975"/>
                    </a:lnTo>
                    <a:lnTo>
                      <a:pt x="56662" y="395320"/>
                    </a:lnTo>
                    <a:lnTo>
                      <a:pt x="39816" y="437127"/>
                    </a:lnTo>
                    <a:lnTo>
                      <a:pt x="25782" y="480284"/>
                    </a:lnTo>
                    <a:lnTo>
                      <a:pt x="14671" y="524678"/>
                    </a:lnTo>
                    <a:lnTo>
                      <a:pt x="6595" y="570197"/>
                    </a:lnTo>
                    <a:lnTo>
                      <a:pt x="1667" y="616728"/>
                    </a:lnTo>
                    <a:lnTo>
                      <a:pt x="0" y="664159"/>
                    </a:lnTo>
                    <a:lnTo>
                      <a:pt x="1667" y="711591"/>
                    </a:lnTo>
                    <a:lnTo>
                      <a:pt x="6595" y="758124"/>
                    </a:lnTo>
                    <a:lnTo>
                      <a:pt x="14671" y="803644"/>
                    </a:lnTo>
                    <a:lnTo>
                      <a:pt x="25782" y="848039"/>
                    </a:lnTo>
                    <a:lnTo>
                      <a:pt x="39816" y="891197"/>
                    </a:lnTo>
                    <a:lnTo>
                      <a:pt x="56662" y="933005"/>
                    </a:lnTo>
                    <a:lnTo>
                      <a:pt x="76205" y="973350"/>
                    </a:lnTo>
                    <a:lnTo>
                      <a:pt x="98334" y="1012122"/>
                    </a:lnTo>
                    <a:lnTo>
                      <a:pt x="122937" y="1049206"/>
                    </a:lnTo>
                    <a:lnTo>
                      <a:pt x="149901" y="1084492"/>
                    </a:lnTo>
                    <a:lnTo>
                      <a:pt x="179114" y="1117865"/>
                    </a:lnTo>
                    <a:lnTo>
                      <a:pt x="210463" y="1149215"/>
                    </a:lnTo>
                    <a:lnTo>
                      <a:pt x="243836" y="1178428"/>
                    </a:lnTo>
                    <a:lnTo>
                      <a:pt x="279121" y="1205392"/>
                    </a:lnTo>
                    <a:lnTo>
                      <a:pt x="316205" y="1229995"/>
                    </a:lnTo>
                    <a:lnTo>
                      <a:pt x="354975" y="1252125"/>
                    </a:lnTo>
                    <a:lnTo>
                      <a:pt x="395320" y="1271668"/>
                    </a:lnTo>
                    <a:lnTo>
                      <a:pt x="437127" y="1288514"/>
                    </a:lnTo>
                    <a:lnTo>
                      <a:pt x="480284" y="1302548"/>
                    </a:lnTo>
                    <a:lnTo>
                      <a:pt x="524678" y="1313659"/>
                    </a:lnTo>
                    <a:lnTo>
                      <a:pt x="570197" y="1321735"/>
                    </a:lnTo>
                    <a:lnTo>
                      <a:pt x="616728" y="1326663"/>
                    </a:lnTo>
                    <a:lnTo>
                      <a:pt x="664159" y="1328331"/>
                    </a:lnTo>
                    <a:lnTo>
                      <a:pt x="711591" y="1326663"/>
                    </a:lnTo>
                    <a:lnTo>
                      <a:pt x="758124" y="1321735"/>
                    </a:lnTo>
                    <a:lnTo>
                      <a:pt x="803644" y="1313659"/>
                    </a:lnTo>
                    <a:lnTo>
                      <a:pt x="848039" y="1302548"/>
                    </a:lnTo>
                    <a:lnTo>
                      <a:pt x="891197" y="1288514"/>
                    </a:lnTo>
                    <a:lnTo>
                      <a:pt x="933005" y="1271668"/>
                    </a:lnTo>
                    <a:lnTo>
                      <a:pt x="973350" y="1252125"/>
                    </a:lnTo>
                    <a:lnTo>
                      <a:pt x="1012122" y="1229995"/>
                    </a:lnTo>
                    <a:lnTo>
                      <a:pt x="1049206" y="1205392"/>
                    </a:lnTo>
                    <a:lnTo>
                      <a:pt x="1084492" y="1178428"/>
                    </a:lnTo>
                    <a:lnTo>
                      <a:pt x="1117865" y="1149215"/>
                    </a:lnTo>
                    <a:lnTo>
                      <a:pt x="1149215" y="1117865"/>
                    </a:lnTo>
                    <a:lnTo>
                      <a:pt x="1178428" y="1084492"/>
                    </a:lnTo>
                    <a:lnTo>
                      <a:pt x="1205392" y="1049206"/>
                    </a:lnTo>
                    <a:lnTo>
                      <a:pt x="1229995" y="1012122"/>
                    </a:lnTo>
                    <a:lnTo>
                      <a:pt x="1252125" y="973350"/>
                    </a:lnTo>
                    <a:lnTo>
                      <a:pt x="1271668" y="933005"/>
                    </a:lnTo>
                    <a:lnTo>
                      <a:pt x="1288514" y="891197"/>
                    </a:lnTo>
                    <a:lnTo>
                      <a:pt x="1302548" y="848039"/>
                    </a:lnTo>
                    <a:lnTo>
                      <a:pt x="1313659" y="803644"/>
                    </a:lnTo>
                    <a:lnTo>
                      <a:pt x="1321735" y="758124"/>
                    </a:lnTo>
                    <a:lnTo>
                      <a:pt x="1326663" y="711591"/>
                    </a:lnTo>
                    <a:lnTo>
                      <a:pt x="1328331" y="664159"/>
                    </a:lnTo>
                    <a:lnTo>
                      <a:pt x="1326663" y="616728"/>
                    </a:lnTo>
                    <a:lnTo>
                      <a:pt x="1321735" y="570197"/>
                    </a:lnTo>
                    <a:lnTo>
                      <a:pt x="1313659" y="524678"/>
                    </a:lnTo>
                    <a:lnTo>
                      <a:pt x="1302548" y="480284"/>
                    </a:lnTo>
                    <a:lnTo>
                      <a:pt x="1288514" y="437127"/>
                    </a:lnTo>
                    <a:lnTo>
                      <a:pt x="1271668" y="395320"/>
                    </a:lnTo>
                    <a:lnTo>
                      <a:pt x="1252125" y="354975"/>
                    </a:lnTo>
                    <a:lnTo>
                      <a:pt x="1229995" y="316205"/>
                    </a:lnTo>
                    <a:lnTo>
                      <a:pt x="1205392" y="279121"/>
                    </a:lnTo>
                    <a:lnTo>
                      <a:pt x="1178428" y="243836"/>
                    </a:lnTo>
                    <a:lnTo>
                      <a:pt x="1149215" y="210463"/>
                    </a:lnTo>
                    <a:lnTo>
                      <a:pt x="1117865" y="179114"/>
                    </a:lnTo>
                    <a:lnTo>
                      <a:pt x="1084492" y="149901"/>
                    </a:lnTo>
                    <a:lnTo>
                      <a:pt x="1049206" y="122937"/>
                    </a:lnTo>
                    <a:lnTo>
                      <a:pt x="1012122" y="98334"/>
                    </a:lnTo>
                    <a:lnTo>
                      <a:pt x="973350" y="76205"/>
                    </a:lnTo>
                    <a:lnTo>
                      <a:pt x="933005" y="56662"/>
                    </a:lnTo>
                    <a:lnTo>
                      <a:pt x="891197" y="39816"/>
                    </a:lnTo>
                    <a:lnTo>
                      <a:pt x="848039" y="25782"/>
                    </a:lnTo>
                    <a:lnTo>
                      <a:pt x="803644" y="14671"/>
                    </a:lnTo>
                    <a:lnTo>
                      <a:pt x="758124" y="6595"/>
                    </a:lnTo>
                    <a:lnTo>
                      <a:pt x="711591" y="1667"/>
                    </a:lnTo>
                    <a:lnTo>
                      <a:pt x="664159" y="0"/>
                    </a:lnTo>
                    <a:close/>
                  </a:path>
                </a:pathLst>
              </a:custGeom>
              <a:solidFill>
                <a:srgbClr val="FFFFFF"/>
              </a:solidFill>
            </p:spPr>
            <p:txBody>
              <a:bodyPr wrap="square" lIns="0" tIns="0" rIns="0" bIns="0" rtlCol="0"/>
              <a:lstStyle/>
              <a:p>
                <a:endParaRPr sz="1200"/>
              </a:p>
            </p:txBody>
          </p:sp>
          <p:sp>
            <p:nvSpPr>
              <p:cNvPr id="22" name="object 22">
                <a:extLst>
                  <a:ext uri="{FF2B5EF4-FFF2-40B4-BE49-F238E27FC236}">
                    <a16:creationId xmlns:a16="http://schemas.microsoft.com/office/drawing/2014/main" id="{33E7FB6D-3AAE-13DC-3763-2C7055E004DE}"/>
                  </a:ext>
                </a:extLst>
              </p:cNvPr>
              <p:cNvSpPr/>
              <p:nvPr/>
            </p:nvSpPr>
            <p:spPr>
              <a:xfrm>
                <a:off x="4838181" y="6749465"/>
                <a:ext cx="894080" cy="944244"/>
              </a:xfrm>
              <a:custGeom>
                <a:avLst/>
                <a:gdLst/>
                <a:ahLst/>
                <a:cxnLst/>
                <a:rect l="l" t="t" r="r" b="b"/>
                <a:pathLst>
                  <a:path w="894079" h="944245">
                    <a:moveTo>
                      <a:pt x="244957" y="530733"/>
                    </a:moveTo>
                    <a:lnTo>
                      <a:pt x="234162" y="532053"/>
                    </a:lnTo>
                    <a:lnTo>
                      <a:pt x="229463" y="535139"/>
                    </a:lnTo>
                    <a:lnTo>
                      <a:pt x="3171" y="917511"/>
                    </a:lnTo>
                    <a:lnTo>
                      <a:pt x="0" y="922947"/>
                    </a:lnTo>
                    <a:lnTo>
                      <a:pt x="36" y="929690"/>
                    </a:lnTo>
                    <a:lnTo>
                      <a:pt x="3119" y="935126"/>
                    </a:lnTo>
                    <a:lnTo>
                      <a:pt x="6289" y="940562"/>
                    </a:lnTo>
                    <a:lnTo>
                      <a:pt x="12039" y="943940"/>
                    </a:lnTo>
                    <a:lnTo>
                      <a:pt x="881456" y="943940"/>
                    </a:lnTo>
                    <a:lnTo>
                      <a:pt x="887260" y="940562"/>
                    </a:lnTo>
                    <a:lnTo>
                      <a:pt x="890422" y="935126"/>
                    </a:lnTo>
                    <a:lnTo>
                      <a:pt x="893495" y="929690"/>
                    </a:lnTo>
                    <a:lnTo>
                      <a:pt x="893432" y="922947"/>
                    </a:lnTo>
                    <a:lnTo>
                      <a:pt x="890269" y="917511"/>
                    </a:lnTo>
                    <a:lnTo>
                      <a:pt x="885190" y="908850"/>
                    </a:lnTo>
                    <a:lnTo>
                      <a:pt x="49174" y="908850"/>
                    </a:lnTo>
                    <a:lnTo>
                      <a:pt x="245389" y="577278"/>
                    </a:lnTo>
                    <a:lnTo>
                      <a:pt x="323584" y="577278"/>
                    </a:lnTo>
                    <a:lnTo>
                      <a:pt x="328110" y="569569"/>
                    </a:lnTo>
                    <a:lnTo>
                      <a:pt x="287388" y="569569"/>
                    </a:lnTo>
                    <a:lnTo>
                      <a:pt x="250380" y="532574"/>
                    </a:lnTo>
                    <a:lnTo>
                      <a:pt x="244957" y="530733"/>
                    </a:lnTo>
                    <a:close/>
                  </a:path>
                  <a:path w="894079" h="944245">
                    <a:moveTo>
                      <a:pt x="653262" y="513410"/>
                    </a:moveTo>
                    <a:lnTo>
                      <a:pt x="612724" y="513410"/>
                    </a:lnTo>
                    <a:lnTo>
                      <a:pt x="844613" y="908850"/>
                    </a:lnTo>
                    <a:lnTo>
                      <a:pt x="885190" y="908850"/>
                    </a:lnTo>
                    <a:lnTo>
                      <a:pt x="653262" y="513410"/>
                    </a:lnTo>
                    <a:close/>
                  </a:path>
                  <a:path w="894079" h="944245">
                    <a:moveTo>
                      <a:pt x="323584" y="577278"/>
                    </a:moveTo>
                    <a:lnTo>
                      <a:pt x="245389" y="577278"/>
                    </a:lnTo>
                    <a:lnTo>
                      <a:pt x="269036" y="600913"/>
                    </a:lnTo>
                    <a:lnTo>
                      <a:pt x="234822" y="659193"/>
                    </a:lnTo>
                    <a:lnTo>
                      <a:pt x="232473" y="663232"/>
                    </a:lnTo>
                    <a:lnTo>
                      <a:pt x="231813" y="668007"/>
                    </a:lnTo>
                    <a:lnTo>
                      <a:pt x="232994" y="672477"/>
                    </a:lnTo>
                    <a:lnTo>
                      <a:pt x="234162" y="677037"/>
                    </a:lnTo>
                    <a:lnTo>
                      <a:pt x="237032" y="680847"/>
                    </a:lnTo>
                    <a:lnTo>
                      <a:pt x="241058" y="683196"/>
                    </a:lnTo>
                    <a:lnTo>
                      <a:pt x="247659" y="685461"/>
                    </a:lnTo>
                    <a:lnTo>
                      <a:pt x="254384" y="685031"/>
                    </a:lnTo>
                    <a:lnTo>
                      <a:pt x="260446" y="682124"/>
                    </a:lnTo>
                    <a:lnTo>
                      <a:pt x="264993" y="677037"/>
                    </a:lnTo>
                    <a:lnTo>
                      <a:pt x="267693" y="672477"/>
                    </a:lnTo>
                    <a:lnTo>
                      <a:pt x="323584" y="577278"/>
                    </a:lnTo>
                    <a:close/>
                  </a:path>
                  <a:path w="894079" h="944245">
                    <a:moveTo>
                      <a:pt x="495198" y="0"/>
                    </a:moveTo>
                    <a:lnTo>
                      <a:pt x="277037" y="0"/>
                    </a:lnTo>
                    <a:lnTo>
                      <a:pt x="270725" y="4114"/>
                    </a:lnTo>
                    <a:lnTo>
                      <a:pt x="265137" y="16891"/>
                    </a:lnTo>
                    <a:lnTo>
                      <a:pt x="266318" y="24307"/>
                    </a:lnTo>
                    <a:lnTo>
                      <a:pt x="298030" y="59029"/>
                    </a:lnTo>
                    <a:lnTo>
                      <a:pt x="265658" y="109093"/>
                    </a:lnTo>
                    <a:lnTo>
                      <a:pt x="265429" y="115912"/>
                    </a:lnTo>
                    <a:lnTo>
                      <a:pt x="271602" y="127215"/>
                    </a:lnTo>
                    <a:lnTo>
                      <a:pt x="277469" y="130746"/>
                    </a:lnTo>
                    <a:lnTo>
                      <a:pt x="467893" y="130746"/>
                    </a:lnTo>
                    <a:lnTo>
                      <a:pt x="467893" y="261696"/>
                    </a:lnTo>
                    <a:lnTo>
                      <a:pt x="287388" y="569569"/>
                    </a:lnTo>
                    <a:lnTo>
                      <a:pt x="328110" y="569569"/>
                    </a:lnTo>
                    <a:lnTo>
                      <a:pt x="360133" y="515023"/>
                    </a:lnTo>
                    <a:lnTo>
                      <a:pt x="611040" y="515023"/>
                    </a:lnTo>
                    <a:lnTo>
                      <a:pt x="612724" y="513410"/>
                    </a:lnTo>
                    <a:lnTo>
                      <a:pt x="653262" y="513410"/>
                    </a:lnTo>
                    <a:lnTo>
                      <a:pt x="650164" y="508127"/>
                    </a:lnTo>
                    <a:lnTo>
                      <a:pt x="402120" y="508127"/>
                    </a:lnTo>
                    <a:lnTo>
                      <a:pt x="378548" y="483527"/>
                    </a:lnTo>
                    <a:lnTo>
                      <a:pt x="486752" y="298919"/>
                    </a:lnTo>
                    <a:lnTo>
                      <a:pt x="527463" y="298919"/>
                    </a:lnTo>
                    <a:lnTo>
                      <a:pt x="503046" y="257289"/>
                    </a:lnTo>
                    <a:lnTo>
                      <a:pt x="503046" y="95580"/>
                    </a:lnTo>
                    <a:lnTo>
                      <a:pt x="316229" y="95580"/>
                    </a:lnTo>
                    <a:lnTo>
                      <a:pt x="339280" y="59982"/>
                    </a:lnTo>
                    <a:lnTo>
                      <a:pt x="338543" y="51168"/>
                    </a:lnTo>
                    <a:lnTo>
                      <a:pt x="323862" y="35090"/>
                    </a:lnTo>
                    <a:lnTo>
                      <a:pt x="503046" y="35090"/>
                    </a:lnTo>
                    <a:lnTo>
                      <a:pt x="503046" y="7861"/>
                    </a:lnTo>
                    <a:lnTo>
                      <a:pt x="495198" y="0"/>
                    </a:lnTo>
                    <a:close/>
                  </a:path>
                  <a:path w="894079" h="944245">
                    <a:moveTo>
                      <a:pt x="611040" y="515023"/>
                    </a:moveTo>
                    <a:lnTo>
                      <a:pt x="360133" y="515023"/>
                    </a:lnTo>
                    <a:lnTo>
                      <a:pt x="391769" y="548055"/>
                    </a:lnTo>
                    <a:lnTo>
                      <a:pt x="396747" y="550189"/>
                    </a:lnTo>
                    <a:lnTo>
                      <a:pt x="405091" y="550189"/>
                    </a:lnTo>
                    <a:lnTo>
                      <a:pt x="409600" y="548500"/>
                    </a:lnTo>
                    <a:lnTo>
                      <a:pt x="446379" y="515899"/>
                    </a:lnTo>
                    <a:lnTo>
                      <a:pt x="610125" y="515899"/>
                    </a:lnTo>
                    <a:lnTo>
                      <a:pt x="611040" y="515023"/>
                    </a:lnTo>
                    <a:close/>
                  </a:path>
                  <a:path w="894079" h="944245">
                    <a:moveTo>
                      <a:pt x="610125" y="515899"/>
                    </a:moveTo>
                    <a:lnTo>
                      <a:pt x="446379" y="515899"/>
                    </a:lnTo>
                    <a:lnTo>
                      <a:pt x="479917" y="548055"/>
                    </a:lnTo>
                    <a:lnTo>
                      <a:pt x="480500" y="548500"/>
                    </a:lnTo>
                    <a:lnTo>
                      <a:pt x="484924" y="550189"/>
                    </a:lnTo>
                    <a:lnTo>
                      <a:pt x="493645" y="550189"/>
                    </a:lnTo>
                    <a:lnTo>
                      <a:pt x="498541" y="548055"/>
                    </a:lnTo>
                    <a:lnTo>
                      <a:pt x="501878" y="544537"/>
                    </a:lnTo>
                    <a:lnTo>
                      <a:pt x="527354" y="517296"/>
                    </a:lnTo>
                    <a:lnTo>
                      <a:pt x="608666" y="517296"/>
                    </a:lnTo>
                    <a:lnTo>
                      <a:pt x="610125" y="515899"/>
                    </a:lnTo>
                    <a:close/>
                  </a:path>
                  <a:path w="894079" h="944245">
                    <a:moveTo>
                      <a:pt x="608666" y="517296"/>
                    </a:moveTo>
                    <a:lnTo>
                      <a:pt x="527354" y="517296"/>
                    </a:lnTo>
                    <a:lnTo>
                      <a:pt x="555028" y="544906"/>
                    </a:lnTo>
                    <a:lnTo>
                      <a:pt x="560727" y="548686"/>
                    </a:lnTo>
                    <a:lnTo>
                      <a:pt x="568231" y="550189"/>
                    </a:lnTo>
                    <a:lnTo>
                      <a:pt x="566188" y="550189"/>
                    </a:lnTo>
                    <a:lnTo>
                      <a:pt x="573830" y="548813"/>
                    </a:lnTo>
                    <a:lnTo>
                      <a:pt x="579615" y="545122"/>
                    </a:lnTo>
                    <a:lnTo>
                      <a:pt x="608666" y="517296"/>
                    </a:lnTo>
                    <a:close/>
                  </a:path>
                  <a:path w="894079" h="944245">
                    <a:moveTo>
                      <a:pt x="447090" y="474510"/>
                    </a:moveTo>
                    <a:lnTo>
                      <a:pt x="440723" y="475546"/>
                    </a:lnTo>
                    <a:lnTo>
                      <a:pt x="435076" y="478904"/>
                    </a:lnTo>
                    <a:lnTo>
                      <a:pt x="402120" y="508127"/>
                    </a:lnTo>
                    <a:lnTo>
                      <a:pt x="650164" y="508127"/>
                    </a:lnTo>
                    <a:lnTo>
                      <a:pt x="650030" y="507898"/>
                    </a:lnTo>
                    <a:lnTo>
                      <a:pt x="567575" y="507898"/>
                    </a:lnTo>
                    <a:lnTo>
                      <a:pt x="567220" y="507542"/>
                    </a:lnTo>
                    <a:lnTo>
                      <a:pt x="488226" y="507542"/>
                    </a:lnTo>
                    <a:lnTo>
                      <a:pt x="458863" y="479348"/>
                    </a:lnTo>
                    <a:lnTo>
                      <a:pt x="453337" y="475769"/>
                    </a:lnTo>
                    <a:lnTo>
                      <a:pt x="447090" y="474510"/>
                    </a:lnTo>
                    <a:close/>
                  </a:path>
                  <a:path w="894079" h="944245">
                    <a:moveTo>
                      <a:pt x="527463" y="298919"/>
                    </a:moveTo>
                    <a:lnTo>
                      <a:pt x="486752" y="298919"/>
                    </a:lnTo>
                    <a:lnTo>
                      <a:pt x="594296" y="482206"/>
                    </a:lnTo>
                    <a:lnTo>
                      <a:pt x="567575" y="507898"/>
                    </a:lnTo>
                    <a:lnTo>
                      <a:pt x="650030" y="507898"/>
                    </a:lnTo>
                    <a:lnTo>
                      <a:pt x="527463" y="298919"/>
                    </a:lnTo>
                    <a:close/>
                  </a:path>
                  <a:path w="894079" h="944245">
                    <a:moveTo>
                      <a:pt x="531643" y="474510"/>
                    </a:moveTo>
                    <a:lnTo>
                      <a:pt x="521842" y="474510"/>
                    </a:lnTo>
                    <a:lnTo>
                      <a:pt x="517220" y="476554"/>
                    </a:lnTo>
                    <a:lnTo>
                      <a:pt x="488226" y="507542"/>
                    </a:lnTo>
                    <a:lnTo>
                      <a:pt x="567220" y="507542"/>
                    </a:lnTo>
                    <a:lnTo>
                      <a:pt x="535939" y="476262"/>
                    </a:lnTo>
                    <a:lnTo>
                      <a:pt x="531643" y="474510"/>
                    </a:lnTo>
                    <a:close/>
                  </a:path>
                  <a:path w="894079" h="944245">
                    <a:moveTo>
                      <a:pt x="503046" y="35090"/>
                    </a:moveTo>
                    <a:lnTo>
                      <a:pt x="467956" y="35090"/>
                    </a:lnTo>
                    <a:lnTo>
                      <a:pt x="467956" y="95580"/>
                    </a:lnTo>
                    <a:lnTo>
                      <a:pt x="503046" y="95580"/>
                    </a:lnTo>
                    <a:lnTo>
                      <a:pt x="503046" y="35090"/>
                    </a:lnTo>
                    <a:close/>
                  </a:path>
                </a:pathLst>
              </a:custGeom>
              <a:solidFill>
                <a:srgbClr val="CA4644"/>
              </a:solidFill>
            </p:spPr>
            <p:txBody>
              <a:bodyPr wrap="square" lIns="0" tIns="0" rIns="0" bIns="0" rtlCol="0"/>
              <a:lstStyle/>
              <a:p>
                <a:endParaRPr sz="1200"/>
              </a:p>
            </p:txBody>
          </p:sp>
          <p:pic>
            <p:nvPicPr>
              <p:cNvPr id="23" name="object 23">
                <a:extLst>
                  <a:ext uri="{FF2B5EF4-FFF2-40B4-BE49-F238E27FC236}">
                    <a16:creationId xmlns:a16="http://schemas.microsoft.com/office/drawing/2014/main" id="{80D599DB-A389-A657-FEE1-2FDFDA242409}"/>
                  </a:ext>
                </a:extLst>
              </p:cNvPr>
              <p:cNvPicPr/>
              <p:nvPr/>
            </p:nvPicPr>
            <p:blipFill>
              <a:blip r:embed="rId10" cstate="print"/>
              <a:stretch>
                <a:fillRect/>
              </a:stretch>
            </p:blipFill>
            <p:spPr>
              <a:xfrm>
                <a:off x="4993771" y="7470396"/>
                <a:ext cx="75152" cy="100418"/>
              </a:xfrm>
              <a:prstGeom prst="rect">
                <a:avLst/>
              </a:prstGeom>
            </p:spPr>
          </p:pic>
          <p:pic>
            <p:nvPicPr>
              <p:cNvPr id="24" name="object 24">
                <a:extLst>
                  <a:ext uri="{FF2B5EF4-FFF2-40B4-BE49-F238E27FC236}">
                    <a16:creationId xmlns:a16="http://schemas.microsoft.com/office/drawing/2014/main" id="{D2F62D91-38F7-9D97-BED3-16676657E579}"/>
                  </a:ext>
                </a:extLst>
              </p:cNvPr>
              <p:cNvPicPr/>
              <p:nvPr/>
            </p:nvPicPr>
            <p:blipFill>
              <a:blip r:embed="rId11" cstate="print"/>
              <a:stretch>
                <a:fillRect/>
              </a:stretch>
            </p:blipFill>
            <p:spPr>
              <a:xfrm>
                <a:off x="5449268" y="7404091"/>
                <a:ext cx="147507" cy="216559"/>
              </a:xfrm>
              <a:prstGeom prst="rect">
                <a:avLst/>
              </a:prstGeom>
            </p:spPr>
          </p:pic>
        </p:grpSp>
        <p:sp>
          <p:nvSpPr>
            <p:cNvPr id="29" name="Title 1">
              <a:extLst>
                <a:ext uri="{FF2B5EF4-FFF2-40B4-BE49-F238E27FC236}">
                  <a16:creationId xmlns:a16="http://schemas.microsoft.com/office/drawing/2014/main" id="{CF8FD0F6-B32A-6FC5-20B2-2DC810DA3EE2}"/>
                </a:ext>
              </a:extLst>
            </p:cNvPr>
            <p:cNvSpPr txBox="1">
              <a:spLocks/>
            </p:cNvSpPr>
            <p:nvPr/>
          </p:nvSpPr>
          <p:spPr>
            <a:xfrm>
              <a:off x="179168" y="2966328"/>
              <a:ext cx="2053232" cy="744538"/>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Challenges</a:t>
              </a:r>
            </a:p>
          </p:txBody>
        </p:sp>
      </p:grpSp>
      <p:sp>
        <p:nvSpPr>
          <p:cNvPr id="36" name="TextBox 35">
            <a:extLst>
              <a:ext uri="{FF2B5EF4-FFF2-40B4-BE49-F238E27FC236}">
                <a16:creationId xmlns:a16="http://schemas.microsoft.com/office/drawing/2014/main" id="{68F42A85-30ED-5ECD-836C-AE0BB8A3E192}"/>
              </a:ext>
            </a:extLst>
          </p:cNvPr>
          <p:cNvSpPr txBox="1"/>
          <p:nvPr/>
        </p:nvSpPr>
        <p:spPr>
          <a:xfrm>
            <a:off x="8632042" y="1724092"/>
            <a:ext cx="3559695" cy="3529684"/>
          </a:xfrm>
          <a:prstGeom prst="rect">
            <a:avLst/>
          </a:prstGeom>
          <a:noFill/>
        </p:spPr>
        <p:txBody>
          <a:bodyPr wrap="square" lIns="91440" tIns="45720" rIns="91440" bIns="45720" anchor="t">
            <a:spAutoFit/>
          </a:bodyPr>
          <a:lstStyle/>
          <a:p>
            <a:pPr marL="380365" indent="-380365">
              <a:buFont typeface="Arial" panose="020B0604020202020204" pitchFamily="34" charset="0"/>
              <a:buChar char="•"/>
            </a:pPr>
            <a:r>
              <a:rPr lang="en-US" sz="1867"/>
              <a:t>Need for tool-agnostic transformation logic between data collection and tabulation</a:t>
            </a:r>
            <a:endParaRPr lang="en-US"/>
          </a:p>
          <a:p>
            <a:pPr marL="380365" indent="-380365">
              <a:buFont typeface="Arial" panose="020B0604020202020204" pitchFamily="34" charset="0"/>
              <a:buChar char="•"/>
            </a:pPr>
            <a:endParaRPr lang="en-US" sz="1867"/>
          </a:p>
          <a:p>
            <a:pPr marL="380365" indent="-380365">
              <a:buFont typeface="Arial" panose="020B0604020202020204" pitchFamily="34" charset="0"/>
              <a:buChar char="•"/>
            </a:pPr>
            <a:r>
              <a:rPr lang="en-US" sz="1867"/>
              <a:t>Need to develop an ingestion filter for non-standard source data</a:t>
            </a:r>
          </a:p>
          <a:p>
            <a:pPr marL="380365" indent="-380365">
              <a:buFont typeface="Arial" panose="020B0604020202020204" pitchFamily="34" charset="0"/>
              <a:buChar char="•"/>
            </a:pPr>
            <a:endParaRPr lang="en-US" sz="1850"/>
          </a:p>
          <a:p>
            <a:pPr marL="380365" indent="-380365">
              <a:buFont typeface="Arial" panose="020B0604020202020204" pitchFamily="34" charset="0"/>
              <a:buChar char="•"/>
            </a:pPr>
            <a:r>
              <a:rPr lang="en-US" sz="1850">
                <a:ea typeface="+mn-lt"/>
                <a:cs typeface="+mn-lt"/>
              </a:rPr>
              <a:t>Need to demonstrate the data flow through the entire pipeline</a:t>
            </a:r>
          </a:p>
        </p:txBody>
      </p:sp>
      <p:sp>
        <p:nvSpPr>
          <p:cNvPr id="37" name="Title 1">
            <a:extLst>
              <a:ext uri="{FF2B5EF4-FFF2-40B4-BE49-F238E27FC236}">
                <a16:creationId xmlns:a16="http://schemas.microsoft.com/office/drawing/2014/main" id="{2E1F23B3-97A8-2983-E215-B47ED971F5B3}"/>
              </a:ext>
            </a:extLst>
          </p:cNvPr>
          <p:cNvSpPr txBox="1">
            <a:spLocks/>
          </p:cNvSpPr>
          <p:nvPr/>
        </p:nvSpPr>
        <p:spPr>
          <a:xfrm>
            <a:off x="9706979" y="256335"/>
            <a:ext cx="2737643" cy="1051984"/>
          </a:xfrm>
          <a:prstGeom prst="rect">
            <a:avLst/>
          </a:prstGeom>
        </p:spPr>
        <p:txBody>
          <a:bodyPr vert="horz" lIns="0" tIns="0" rIns="0" bIns="0" rtlCol="0" anchor="ctr">
            <a:normAutofit/>
          </a:bodyPr>
          <a:lstStyle>
            <a:lvl1pPr algn="l" defTabSz="685800" rtl="0" eaLnBrk="1" latinLnBrk="0" hangingPunct="1">
              <a:lnSpc>
                <a:spcPct val="90000"/>
              </a:lnSpc>
              <a:spcBef>
                <a:spcPct val="0"/>
              </a:spcBef>
              <a:buNone/>
              <a:defRPr sz="2400" b="1" kern="1200">
                <a:solidFill>
                  <a:schemeClr val="tx1"/>
                </a:solidFill>
                <a:latin typeface="+mj-lt"/>
                <a:ea typeface="+mj-ea"/>
                <a:cs typeface="+mj-cs"/>
              </a:defRPr>
            </a:lvl1pPr>
          </a:lstStyle>
          <a:p>
            <a:r>
              <a:rPr lang="en-US" sz="3200" b="0">
                <a:solidFill>
                  <a:schemeClr val="bg1"/>
                </a:solidFill>
              </a:rPr>
              <a:t>Insights</a:t>
            </a:r>
          </a:p>
        </p:txBody>
      </p:sp>
      <p:sp>
        <p:nvSpPr>
          <p:cNvPr id="31" name="TextBox 30">
            <a:extLst>
              <a:ext uri="{FF2B5EF4-FFF2-40B4-BE49-F238E27FC236}">
                <a16:creationId xmlns:a16="http://schemas.microsoft.com/office/drawing/2014/main" id="{BDD412E7-957E-4234-9CCD-FDA99B0540D5}"/>
              </a:ext>
            </a:extLst>
          </p:cNvPr>
          <p:cNvSpPr txBox="1"/>
          <p:nvPr/>
        </p:nvSpPr>
        <p:spPr>
          <a:xfrm>
            <a:off x="458528" y="2407857"/>
            <a:ext cx="7075747" cy="666977"/>
          </a:xfrm>
          <a:prstGeom prst="rect">
            <a:avLst/>
          </a:prstGeom>
          <a:noFill/>
        </p:spPr>
        <p:txBody>
          <a:bodyPr wrap="square">
            <a:spAutoFit/>
          </a:bodyPr>
          <a:lstStyle/>
          <a:p>
            <a:pPr marL="380990" indent="-380990">
              <a:buFont typeface="Arial" panose="020B0604020202020204" pitchFamily="34" charset="0"/>
              <a:buChar char="•"/>
            </a:pPr>
            <a:r>
              <a:rPr lang="en-US" sz="1867"/>
              <a:t>Generation of multiple SDTM datasets using the SDTM.OAK open-source R package</a:t>
            </a:r>
          </a:p>
        </p:txBody>
      </p:sp>
      <p:sp>
        <p:nvSpPr>
          <p:cNvPr id="34" name="TextBox 33">
            <a:extLst>
              <a:ext uri="{FF2B5EF4-FFF2-40B4-BE49-F238E27FC236}">
                <a16:creationId xmlns:a16="http://schemas.microsoft.com/office/drawing/2014/main" id="{8D2D6CCD-DC08-EA93-487F-4C7B0F0FF136}"/>
              </a:ext>
            </a:extLst>
          </p:cNvPr>
          <p:cNvSpPr txBox="1"/>
          <p:nvPr/>
        </p:nvSpPr>
        <p:spPr>
          <a:xfrm>
            <a:off x="400714" y="4515905"/>
            <a:ext cx="7897477" cy="954300"/>
          </a:xfrm>
          <a:prstGeom prst="rect">
            <a:avLst/>
          </a:prstGeom>
          <a:noFill/>
        </p:spPr>
        <p:txBody>
          <a:bodyPr wrap="square" lIns="91440" tIns="45720" rIns="91440" bIns="45720" anchor="t">
            <a:spAutoFit/>
          </a:bodyPr>
          <a:lstStyle/>
          <a:p>
            <a:pPr marL="380365" indent="-380365">
              <a:buFont typeface="Arial" panose="020B0604020202020204" pitchFamily="34" charset="0"/>
              <a:buChar char="•"/>
            </a:pPr>
            <a:r>
              <a:rPr lang="en-US" sz="1850"/>
              <a:t>Dealing with non-standard , non-tabular data</a:t>
            </a:r>
          </a:p>
          <a:p>
            <a:pPr marL="380365" indent="-380365">
              <a:buFont typeface="Arial" panose="020B0604020202020204" pitchFamily="34" charset="0"/>
              <a:buChar char="•"/>
            </a:pPr>
            <a:r>
              <a:rPr lang="en-US" sz="1867"/>
              <a:t>Limited source data</a:t>
            </a:r>
          </a:p>
          <a:p>
            <a:pPr marL="380990" indent="-380990">
              <a:buFont typeface="Arial" panose="020B0604020202020204" pitchFamily="34" charset="0"/>
              <a:buChar char="•"/>
            </a:pPr>
            <a:endParaRPr lang="en-US" sz="1867"/>
          </a:p>
        </p:txBody>
      </p:sp>
      <p:sp>
        <p:nvSpPr>
          <p:cNvPr id="2" name="Title 1">
            <a:extLst>
              <a:ext uri="{FF2B5EF4-FFF2-40B4-BE49-F238E27FC236}">
                <a16:creationId xmlns:a16="http://schemas.microsoft.com/office/drawing/2014/main" id="{8F0D452D-2D3E-A9CB-0458-05CF2DC36340}"/>
              </a:ext>
            </a:extLst>
          </p:cNvPr>
          <p:cNvSpPr>
            <a:spLocks noGrp="1"/>
          </p:cNvSpPr>
          <p:nvPr>
            <p:ph type="title"/>
          </p:nvPr>
        </p:nvSpPr>
        <p:spPr>
          <a:xfrm>
            <a:off x="400714" y="56389"/>
            <a:ext cx="11645363" cy="1228992"/>
          </a:xfrm>
        </p:spPr>
        <p:txBody>
          <a:bodyPr>
            <a:normAutofit/>
          </a:bodyPr>
          <a:lstStyle/>
          <a:p>
            <a:r>
              <a:rPr lang="en-US" sz="2400"/>
              <a:t>Run – Generate SDTM datasets from source</a:t>
            </a:r>
          </a:p>
        </p:txBody>
      </p:sp>
    </p:spTree>
    <p:extLst>
      <p:ext uri="{BB962C8B-B14F-4D97-AF65-F5344CB8AC3E}">
        <p14:creationId xmlns:p14="http://schemas.microsoft.com/office/powerpoint/2010/main" val="3703266553"/>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8D655-E716-3606-5240-40C50F168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08B89-3BAD-7445-2AF7-9596B67A3AAA}"/>
              </a:ext>
            </a:extLst>
          </p:cNvPr>
          <p:cNvSpPr>
            <a:spLocks noGrp="1"/>
          </p:cNvSpPr>
          <p:nvPr>
            <p:ph type="title"/>
          </p:nvPr>
        </p:nvSpPr>
        <p:spPr>
          <a:xfrm>
            <a:off x="301711" y="69469"/>
            <a:ext cx="11645363" cy="1228992"/>
          </a:xfrm>
        </p:spPr>
        <p:txBody>
          <a:bodyPr/>
          <a:lstStyle/>
          <a:p>
            <a:r>
              <a:rPr lang="en-US" dirty="0"/>
              <a:t>Run - SDTM Datasets with SDTM.OAK</a:t>
            </a:r>
          </a:p>
        </p:txBody>
      </p:sp>
      <p:sp>
        <p:nvSpPr>
          <p:cNvPr id="4" name="Slide Number Placeholder 3">
            <a:extLst>
              <a:ext uri="{FF2B5EF4-FFF2-40B4-BE49-F238E27FC236}">
                <a16:creationId xmlns:a16="http://schemas.microsoft.com/office/drawing/2014/main" id="{5F7F9C7E-8C64-DA76-C1F6-69B851D9026A}"/>
              </a:ext>
            </a:extLst>
          </p:cNvPr>
          <p:cNvSpPr>
            <a:spLocks noGrp="1"/>
          </p:cNvSpPr>
          <p:nvPr>
            <p:ph type="sldNum" sz="quarter" idx="12"/>
          </p:nvPr>
        </p:nvSpPr>
        <p:spPr/>
        <p:txBody>
          <a:bodyPr/>
          <a:lstStyle/>
          <a:p>
            <a:fld id="{EB4FF9C4-EEBF-D24D-8A4E-C0B9CCE3F975}" type="slidenum">
              <a:rPr lang="en-US" smtClean="0"/>
              <a:t>18</a:t>
            </a:fld>
            <a:endParaRPr lang="en-US" dirty="0"/>
          </a:p>
        </p:txBody>
      </p:sp>
      <p:sp>
        <p:nvSpPr>
          <p:cNvPr id="5" name="Footer Placeholder 4">
            <a:extLst>
              <a:ext uri="{FF2B5EF4-FFF2-40B4-BE49-F238E27FC236}">
                <a16:creationId xmlns:a16="http://schemas.microsoft.com/office/drawing/2014/main" id="{D683F37E-2233-9B87-687C-BC6355282F3A}"/>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endParaRPr lang="en-US" dirty="0"/>
          </a:p>
        </p:txBody>
      </p:sp>
      <p:sp>
        <p:nvSpPr>
          <p:cNvPr id="6" name="Rectangle: Rounded Corners 5">
            <a:extLst>
              <a:ext uri="{FF2B5EF4-FFF2-40B4-BE49-F238E27FC236}">
                <a16:creationId xmlns:a16="http://schemas.microsoft.com/office/drawing/2014/main" id="{1A51074C-102D-B035-78A3-FF588D671413}"/>
              </a:ext>
            </a:extLst>
          </p:cNvPr>
          <p:cNvSpPr/>
          <p:nvPr/>
        </p:nvSpPr>
        <p:spPr>
          <a:xfrm>
            <a:off x="911448" y="3019827"/>
            <a:ext cx="2023977" cy="551479"/>
          </a:xfrm>
          <a:prstGeom prst="round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SDTM Data Specs, VLM</a:t>
            </a:r>
            <a:endParaRPr lang="en-US">
              <a:solidFill>
                <a:prstClr val="black"/>
              </a:solidFill>
              <a:latin typeface="Aptos" panose="020B0004020202020204"/>
            </a:endParaRPr>
          </a:p>
        </p:txBody>
      </p:sp>
      <p:sp>
        <p:nvSpPr>
          <p:cNvPr id="7" name="Rectangle: Rounded Corners 6">
            <a:extLst>
              <a:ext uri="{FF2B5EF4-FFF2-40B4-BE49-F238E27FC236}">
                <a16:creationId xmlns:a16="http://schemas.microsoft.com/office/drawing/2014/main" id="{842BFF28-D979-3984-2CA1-B103975C680C}"/>
              </a:ext>
            </a:extLst>
          </p:cNvPr>
          <p:cNvSpPr/>
          <p:nvPr/>
        </p:nvSpPr>
        <p:spPr>
          <a:xfrm>
            <a:off x="895405" y="3801881"/>
            <a:ext cx="2044031" cy="551479"/>
          </a:xfrm>
          <a:prstGeom prst="round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Controlled Terminology</a:t>
            </a:r>
            <a:endParaRPr lang="en-US">
              <a:solidFill>
                <a:prstClr val="black"/>
              </a:solidFill>
              <a:latin typeface="Aptos" panose="020B0004020202020204"/>
            </a:endParaRPr>
          </a:p>
        </p:txBody>
      </p:sp>
      <p:sp>
        <p:nvSpPr>
          <p:cNvPr id="8" name="Rectangle 7">
            <a:extLst>
              <a:ext uri="{FF2B5EF4-FFF2-40B4-BE49-F238E27FC236}">
                <a16:creationId xmlns:a16="http://schemas.microsoft.com/office/drawing/2014/main" id="{BF02BEFE-BEAB-3FD5-71BE-28F330DA8328}"/>
              </a:ext>
            </a:extLst>
          </p:cNvPr>
          <p:cNvSpPr/>
          <p:nvPr/>
        </p:nvSpPr>
        <p:spPr>
          <a:xfrm>
            <a:off x="668110" y="1372180"/>
            <a:ext cx="2513516" cy="4233368"/>
          </a:xfrm>
          <a:prstGeom prst="rect">
            <a:avLst/>
          </a:prstGeom>
          <a:noFill/>
          <a:ln>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9" name="TextBox 8">
            <a:extLst>
              <a:ext uri="{FF2B5EF4-FFF2-40B4-BE49-F238E27FC236}">
                <a16:creationId xmlns:a16="http://schemas.microsoft.com/office/drawing/2014/main" id="{52B28F1F-7177-1E20-16D4-C61B69559189}"/>
              </a:ext>
            </a:extLst>
          </p:cNvPr>
          <p:cNvSpPr txBox="1"/>
          <p:nvPr/>
        </p:nvSpPr>
        <p:spPr>
          <a:xfrm>
            <a:off x="775045" y="1460165"/>
            <a:ext cx="2312783" cy="369332"/>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377"/>
            <a:r>
              <a:rPr lang="en-US" b="1">
                <a:solidFill>
                  <a:prstClr val="black"/>
                </a:solidFill>
                <a:latin typeface="Aptos" panose="020B0004020202020204"/>
              </a:rPr>
              <a:t>Metadata</a:t>
            </a:r>
          </a:p>
        </p:txBody>
      </p:sp>
      <p:sp>
        <p:nvSpPr>
          <p:cNvPr id="10" name="Rectangle: Rounded Corners 9">
            <a:extLst>
              <a:ext uri="{FF2B5EF4-FFF2-40B4-BE49-F238E27FC236}">
                <a16:creationId xmlns:a16="http://schemas.microsoft.com/office/drawing/2014/main" id="{02CD560F-41BD-8B8B-0BCB-A7610955F6B5}"/>
              </a:ext>
            </a:extLst>
          </p:cNvPr>
          <p:cNvSpPr/>
          <p:nvPr/>
        </p:nvSpPr>
        <p:spPr>
          <a:xfrm>
            <a:off x="895403" y="4555858"/>
            <a:ext cx="2044031" cy="551479"/>
          </a:xfrm>
          <a:prstGeom prst="round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SDTM.OAK Algorithms</a:t>
            </a:r>
            <a:endParaRPr lang="en-US">
              <a:solidFill>
                <a:prstClr val="black"/>
              </a:solidFill>
              <a:latin typeface="Aptos" panose="020B0004020202020204"/>
            </a:endParaRPr>
          </a:p>
        </p:txBody>
      </p:sp>
      <p:sp>
        <p:nvSpPr>
          <p:cNvPr id="11" name="Rectangle: Rounded Corners 10">
            <a:extLst>
              <a:ext uri="{FF2B5EF4-FFF2-40B4-BE49-F238E27FC236}">
                <a16:creationId xmlns:a16="http://schemas.microsoft.com/office/drawing/2014/main" id="{91E3854C-DBB0-B668-D156-35EB5B1FA788}"/>
              </a:ext>
            </a:extLst>
          </p:cNvPr>
          <p:cNvSpPr/>
          <p:nvPr/>
        </p:nvSpPr>
        <p:spPr>
          <a:xfrm>
            <a:off x="903425" y="2261837"/>
            <a:ext cx="2023977" cy="551479"/>
          </a:xfrm>
          <a:prstGeom prst="roundRect">
            <a:avLst/>
          </a:prstGeom>
        </p:spPr>
        <p:style>
          <a:lnRef idx="1">
            <a:schemeClr val="accent1"/>
          </a:lnRef>
          <a:fillRef idx="2">
            <a:schemeClr val="accent1"/>
          </a:fillRef>
          <a:effectRef idx="1">
            <a:schemeClr val="accent1"/>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Data Collection Specs</a:t>
            </a:r>
            <a:endParaRPr lang="en-US">
              <a:solidFill>
                <a:prstClr val="black"/>
              </a:solidFill>
              <a:latin typeface="Aptos" panose="020B0004020202020204"/>
            </a:endParaRPr>
          </a:p>
        </p:txBody>
      </p:sp>
      <p:sp>
        <p:nvSpPr>
          <p:cNvPr id="12" name="Rectangle: Rounded Corners 11">
            <a:extLst>
              <a:ext uri="{FF2B5EF4-FFF2-40B4-BE49-F238E27FC236}">
                <a16:creationId xmlns:a16="http://schemas.microsoft.com/office/drawing/2014/main" id="{0C277662-097A-3549-E139-CDD3B25C52D0}"/>
              </a:ext>
            </a:extLst>
          </p:cNvPr>
          <p:cNvSpPr/>
          <p:nvPr/>
        </p:nvSpPr>
        <p:spPr>
          <a:xfrm>
            <a:off x="3919342" y="1988951"/>
            <a:ext cx="1550735" cy="968573"/>
          </a:xfrm>
          <a:prstGeom prst="roundRect">
            <a:avLst/>
          </a:prstGeom>
          <a:solidFill>
            <a:schemeClr val="accent4">
              <a:lumMod val="20000"/>
              <a:lumOff val="80000"/>
            </a:schemeClr>
          </a:solidFill>
          <a:ln>
            <a:solidFill>
              <a:srgbClr val="FFC000"/>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Map Pseudo Variable to SDTM Variable</a:t>
            </a:r>
            <a:endParaRPr lang="en-US">
              <a:solidFill>
                <a:prstClr val="black"/>
              </a:solidFill>
              <a:latin typeface="Aptos" panose="020B0004020202020204"/>
            </a:endParaRPr>
          </a:p>
        </p:txBody>
      </p:sp>
      <p:sp>
        <p:nvSpPr>
          <p:cNvPr id="13" name="Rectangle: Rounded Corners 12">
            <a:extLst>
              <a:ext uri="{FF2B5EF4-FFF2-40B4-BE49-F238E27FC236}">
                <a16:creationId xmlns:a16="http://schemas.microsoft.com/office/drawing/2014/main" id="{F413F4E8-7F83-6086-364E-73053C53B3C7}"/>
              </a:ext>
            </a:extLst>
          </p:cNvPr>
          <p:cNvSpPr/>
          <p:nvPr/>
        </p:nvSpPr>
        <p:spPr>
          <a:xfrm>
            <a:off x="5732097" y="1988950"/>
            <a:ext cx="1326147" cy="980605"/>
          </a:xfrm>
          <a:prstGeom prst="roundRect">
            <a:avLst/>
          </a:prstGeom>
          <a:solidFill>
            <a:schemeClr val="accent4">
              <a:lumMod val="20000"/>
              <a:lumOff val="80000"/>
            </a:schemeClr>
          </a:solidFill>
          <a:ln>
            <a:solidFill>
              <a:srgbClr val="FFC000"/>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Assign OAK Algorithm</a:t>
            </a:r>
            <a:endParaRPr lang="en-US" b="1">
              <a:solidFill>
                <a:prstClr val="black"/>
              </a:solidFill>
              <a:latin typeface="Aptos" panose="020B0004020202020204"/>
            </a:endParaRPr>
          </a:p>
        </p:txBody>
      </p:sp>
      <p:sp>
        <p:nvSpPr>
          <p:cNvPr id="14" name="Rectangle: Rounded Corners 13">
            <a:extLst>
              <a:ext uri="{FF2B5EF4-FFF2-40B4-BE49-F238E27FC236}">
                <a16:creationId xmlns:a16="http://schemas.microsoft.com/office/drawing/2014/main" id="{DEB99446-4677-6A22-9197-05B6B26C2738}"/>
              </a:ext>
            </a:extLst>
          </p:cNvPr>
          <p:cNvSpPr/>
          <p:nvPr/>
        </p:nvSpPr>
        <p:spPr>
          <a:xfrm>
            <a:off x="7356362" y="1988950"/>
            <a:ext cx="1342188" cy="972583"/>
          </a:xfrm>
          <a:prstGeom prst="roundRect">
            <a:avLst/>
          </a:prstGeom>
          <a:solidFill>
            <a:schemeClr val="accent4">
              <a:lumMod val="20000"/>
              <a:lumOff val="80000"/>
            </a:schemeClr>
          </a:solidFill>
          <a:ln>
            <a:solidFill>
              <a:srgbClr val="FFC000"/>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Assign Parameters</a:t>
            </a:r>
            <a:endParaRPr lang="en-US">
              <a:solidFill>
                <a:prstClr val="black"/>
              </a:solidFill>
              <a:latin typeface="Aptos" panose="020B0004020202020204"/>
            </a:endParaRPr>
          </a:p>
        </p:txBody>
      </p:sp>
      <p:sp>
        <p:nvSpPr>
          <p:cNvPr id="15" name="Rectangle 14">
            <a:extLst>
              <a:ext uri="{FF2B5EF4-FFF2-40B4-BE49-F238E27FC236}">
                <a16:creationId xmlns:a16="http://schemas.microsoft.com/office/drawing/2014/main" id="{355FD8DC-4DE7-92C1-421C-650B340FFC24}"/>
              </a:ext>
            </a:extLst>
          </p:cNvPr>
          <p:cNvSpPr/>
          <p:nvPr/>
        </p:nvSpPr>
        <p:spPr>
          <a:xfrm>
            <a:off x="3760226" y="1372181"/>
            <a:ext cx="8344820" cy="1790319"/>
          </a:xfrm>
          <a:prstGeom prst="rect">
            <a:avLst/>
          </a:prstGeom>
          <a:noFill/>
          <a:ln>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16" name="TextBox 15">
            <a:extLst>
              <a:ext uri="{FF2B5EF4-FFF2-40B4-BE49-F238E27FC236}">
                <a16:creationId xmlns:a16="http://schemas.microsoft.com/office/drawing/2014/main" id="{7E28B716-6CAE-12B9-28D1-056423BDAEB1}"/>
              </a:ext>
            </a:extLst>
          </p:cNvPr>
          <p:cNvSpPr txBox="1"/>
          <p:nvPr/>
        </p:nvSpPr>
        <p:spPr>
          <a:xfrm>
            <a:off x="3867157" y="1466326"/>
            <a:ext cx="3118899" cy="369332"/>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377"/>
            <a:r>
              <a:rPr lang="en-US" b="1">
                <a:solidFill>
                  <a:prstClr val="black"/>
                </a:solidFill>
                <a:latin typeface="Aptos" panose="020B0004020202020204"/>
              </a:rPr>
              <a:t>Metadata-Driven Mapping</a:t>
            </a:r>
          </a:p>
        </p:txBody>
      </p:sp>
      <p:sp>
        <p:nvSpPr>
          <p:cNvPr id="17" name="Rectangle: Rounded Corners 16">
            <a:extLst>
              <a:ext uri="{FF2B5EF4-FFF2-40B4-BE49-F238E27FC236}">
                <a16:creationId xmlns:a16="http://schemas.microsoft.com/office/drawing/2014/main" id="{510F827B-8F9C-5848-0E7D-8302988B864D}"/>
              </a:ext>
            </a:extLst>
          </p:cNvPr>
          <p:cNvSpPr/>
          <p:nvPr/>
        </p:nvSpPr>
        <p:spPr>
          <a:xfrm>
            <a:off x="9012707" y="1976917"/>
            <a:ext cx="1342188" cy="972583"/>
          </a:xfrm>
          <a:prstGeom prst="roundRect">
            <a:avLst/>
          </a:prstGeom>
          <a:solidFill>
            <a:schemeClr val="accent4">
              <a:lumMod val="20000"/>
              <a:lumOff val="80000"/>
            </a:schemeClr>
          </a:solidFill>
          <a:ln>
            <a:solidFill>
              <a:srgbClr val="FFC000"/>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Assign Controlled Terminology </a:t>
            </a:r>
            <a:endParaRPr lang="en-US" sz="1400" b="1">
              <a:solidFill>
                <a:prstClr val="black"/>
              </a:solidFill>
              <a:latin typeface="Aptos" panose="020B0004020202020204"/>
            </a:endParaRPr>
          </a:p>
        </p:txBody>
      </p:sp>
      <p:sp>
        <p:nvSpPr>
          <p:cNvPr id="18" name="Rectangle: Rounded Corners 17">
            <a:extLst>
              <a:ext uri="{FF2B5EF4-FFF2-40B4-BE49-F238E27FC236}">
                <a16:creationId xmlns:a16="http://schemas.microsoft.com/office/drawing/2014/main" id="{019E2E1E-42E9-E236-F764-2B11F669BD5B}"/>
              </a:ext>
            </a:extLst>
          </p:cNvPr>
          <p:cNvSpPr/>
          <p:nvPr/>
        </p:nvSpPr>
        <p:spPr>
          <a:xfrm>
            <a:off x="10604886" y="1976917"/>
            <a:ext cx="1342188" cy="972583"/>
          </a:xfrm>
          <a:prstGeom prst="roundRect">
            <a:avLst/>
          </a:prstGeom>
          <a:solidFill>
            <a:schemeClr val="accent4">
              <a:lumMod val="20000"/>
              <a:lumOff val="80000"/>
            </a:schemeClr>
          </a:solidFill>
          <a:ln>
            <a:solidFill>
              <a:srgbClr val="FFC000"/>
            </a:solidFill>
          </a:ln>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Build R Code</a:t>
            </a:r>
            <a:endParaRPr lang="en-US">
              <a:solidFill>
                <a:prstClr val="black"/>
              </a:solidFill>
              <a:latin typeface="Aptos" panose="020B0004020202020204"/>
            </a:endParaRPr>
          </a:p>
        </p:txBody>
      </p:sp>
      <p:sp>
        <p:nvSpPr>
          <p:cNvPr id="19" name="Rectangle: Rounded Corners 18">
            <a:extLst>
              <a:ext uri="{FF2B5EF4-FFF2-40B4-BE49-F238E27FC236}">
                <a16:creationId xmlns:a16="http://schemas.microsoft.com/office/drawing/2014/main" id="{6D0E3155-CA85-798D-B0F4-69B575CBF549}"/>
              </a:ext>
            </a:extLst>
          </p:cNvPr>
          <p:cNvSpPr/>
          <p:nvPr/>
        </p:nvSpPr>
        <p:spPr>
          <a:xfrm>
            <a:off x="10384953" y="3847354"/>
            <a:ext cx="1342188" cy="776068"/>
          </a:xfrm>
          <a:prstGeom prst="roundRect">
            <a:avLst/>
          </a:prstGeom>
        </p:spPr>
        <p:style>
          <a:lnRef idx="1">
            <a:schemeClr val="accent6"/>
          </a:lnRef>
          <a:fillRef idx="2">
            <a:schemeClr val="accent6"/>
          </a:fillRef>
          <a:effectRef idx="1">
            <a:schemeClr val="accent6"/>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Run and Output SDTM Dataset</a:t>
            </a:r>
            <a:endParaRPr lang="en-US">
              <a:solidFill>
                <a:prstClr val="black"/>
              </a:solidFill>
              <a:latin typeface="Aptos" panose="020B0004020202020204"/>
            </a:endParaRPr>
          </a:p>
        </p:txBody>
      </p:sp>
      <p:sp>
        <p:nvSpPr>
          <p:cNvPr id="20" name="Arrow: Right 19">
            <a:extLst>
              <a:ext uri="{FF2B5EF4-FFF2-40B4-BE49-F238E27FC236}">
                <a16:creationId xmlns:a16="http://schemas.microsoft.com/office/drawing/2014/main" id="{76E18DE7-1C75-52BB-F2DB-590A54D0F587}"/>
              </a:ext>
            </a:extLst>
          </p:cNvPr>
          <p:cNvSpPr/>
          <p:nvPr/>
        </p:nvSpPr>
        <p:spPr>
          <a:xfrm>
            <a:off x="5500134" y="2383636"/>
            <a:ext cx="20278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1" name="Arrow: Right 20">
            <a:extLst>
              <a:ext uri="{FF2B5EF4-FFF2-40B4-BE49-F238E27FC236}">
                <a16:creationId xmlns:a16="http://schemas.microsoft.com/office/drawing/2014/main" id="{1794DBA0-EB68-1150-FAB9-CB5181824C4E}"/>
              </a:ext>
            </a:extLst>
          </p:cNvPr>
          <p:cNvSpPr/>
          <p:nvPr/>
        </p:nvSpPr>
        <p:spPr>
          <a:xfrm>
            <a:off x="7120386" y="2383636"/>
            <a:ext cx="20278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2" name="Arrow: Right 21">
            <a:extLst>
              <a:ext uri="{FF2B5EF4-FFF2-40B4-BE49-F238E27FC236}">
                <a16:creationId xmlns:a16="http://schemas.microsoft.com/office/drawing/2014/main" id="{E66B5C1D-6CD9-5818-944C-2AA93D18BDB2}"/>
              </a:ext>
            </a:extLst>
          </p:cNvPr>
          <p:cNvSpPr/>
          <p:nvPr/>
        </p:nvSpPr>
        <p:spPr>
          <a:xfrm>
            <a:off x="8756679" y="2383635"/>
            <a:ext cx="20278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3" name="Arrow: Right 22">
            <a:extLst>
              <a:ext uri="{FF2B5EF4-FFF2-40B4-BE49-F238E27FC236}">
                <a16:creationId xmlns:a16="http://schemas.microsoft.com/office/drawing/2014/main" id="{04CC8142-5941-DA82-B314-03231CDC68DA}"/>
              </a:ext>
            </a:extLst>
          </p:cNvPr>
          <p:cNvSpPr/>
          <p:nvPr/>
        </p:nvSpPr>
        <p:spPr>
          <a:xfrm>
            <a:off x="10384953" y="2383633"/>
            <a:ext cx="19075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4" name="Arrow: Right 23">
            <a:extLst>
              <a:ext uri="{FF2B5EF4-FFF2-40B4-BE49-F238E27FC236}">
                <a16:creationId xmlns:a16="http://schemas.microsoft.com/office/drawing/2014/main" id="{AF8DD788-0ADD-6172-E523-8F3CC985CE48}"/>
              </a:ext>
            </a:extLst>
          </p:cNvPr>
          <p:cNvSpPr/>
          <p:nvPr/>
        </p:nvSpPr>
        <p:spPr>
          <a:xfrm rot="5400000">
            <a:off x="10872435" y="3298777"/>
            <a:ext cx="367223" cy="279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5" name="Arrow: Right 24">
            <a:extLst>
              <a:ext uri="{FF2B5EF4-FFF2-40B4-BE49-F238E27FC236}">
                <a16:creationId xmlns:a16="http://schemas.microsoft.com/office/drawing/2014/main" id="{20773491-028F-D080-9D81-F1F33A705C6A}"/>
              </a:ext>
            </a:extLst>
          </p:cNvPr>
          <p:cNvSpPr/>
          <p:nvPr/>
        </p:nvSpPr>
        <p:spPr>
          <a:xfrm>
            <a:off x="3266270" y="1507307"/>
            <a:ext cx="431388" cy="279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6" name="Arrow: Right 25">
            <a:extLst>
              <a:ext uri="{FF2B5EF4-FFF2-40B4-BE49-F238E27FC236}">
                <a16:creationId xmlns:a16="http://schemas.microsoft.com/office/drawing/2014/main" id="{9FBEBDC9-24C0-26C4-AA4A-264358F676F2}"/>
              </a:ext>
            </a:extLst>
          </p:cNvPr>
          <p:cNvSpPr/>
          <p:nvPr/>
        </p:nvSpPr>
        <p:spPr>
          <a:xfrm>
            <a:off x="3266270" y="1928413"/>
            <a:ext cx="431388" cy="279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8" name="Arrow: Right 27">
            <a:extLst>
              <a:ext uri="{FF2B5EF4-FFF2-40B4-BE49-F238E27FC236}">
                <a16:creationId xmlns:a16="http://schemas.microsoft.com/office/drawing/2014/main" id="{A5010F50-2C88-EF18-5D0A-2CDED84E8558}"/>
              </a:ext>
            </a:extLst>
          </p:cNvPr>
          <p:cNvSpPr/>
          <p:nvPr/>
        </p:nvSpPr>
        <p:spPr>
          <a:xfrm>
            <a:off x="3266270" y="2357538"/>
            <a:ext cx="431388" cy="279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29" name="Arrow: Right 28">
            <a:extLst>
              <a:ext uri="{FF2B5EF4-FFF2-40B4-BE49-F238E27FC236}">
                <a16:creationId xmlns:a16="http://schemas.microsoft.com/office/drawing/2014/main" id="{F54E2C55-D282-5271-3199-FA3BCFA964E9}"/>
              </a:ext>
            </a:extLst>
          </p:cNvPr>
          <p:cNvSpPr/>
          <p:nvPr/>
        </p:nvSpPr>
        <p:spPr>
          <a:xfrm>
            <a:off x="3266270" y="2778645"/>
            <a:ext cx="431388" cy="2793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30" name="Rectangle: Rounded Corners 3">
            <a:extLst>
              <a:ext uri="{FF2B5EF4-FFF2-40B4-BE49-F238E27FC236}">
                <a16:creationId xmlns:a16="http://schemas.microsoft.com/office/drawing/2014/main" id="{85A36F67-3C47-B6AE-9B60-8DA3558B2FCE}"/>
              </a:ext>
            </a:extLst>
          </p:cNvPr>
          <p:cNvSpPr/>
          <p:nvPr/>
        </p:nvSpPr>
        <p:spPr>
          <a:xfrm>
            <a:off x="436143" y="5774997"/>
            <a:ext cx="11490357" cy="268891"/>
          </a:xfrm>
          <a:prstGeom prst="plaque">
            <a:avLst/>
          </a:prstGeom>
        </p:spPr>
        <p:style>
          <a:lnRef idx="1">
            <a:schemeClr val="accent2"/>
          </a:lnRef>
          <a:fillRef idx="2">
            <a:schemeClr val="accent2"/>
          </a:fillRef>
          <a:effectRef idx="1">
            <a:schemeClr val="accent2"/>
          </a:effectRef>
          <a:fontRef idx="minor">
            <a:schemeClr val="dk1"/>
          </a:fontRef>
        </p:style>
        <p:txBody>
          <a:bodyPr lIns="91440" tIns="45720" rIns="91440" bIns="45720" rtlCol="0" anchor="ctr"/>
          <a:lstStyle/>
          <a:p>
            <a:pPr algn="ctr" defTabSz="914377"/>
            <a:r>
              <a:rPr lang="en-US" sz="1600" b="1" dirty="0">
                <a:solidFill>
                  <a:srgbClr val="000000"/>
                </a:solidFill>
                <a:latin typeface="Aptos" panose="020B0004020202020204"/>
                <a:ea typeface="+mn-lt"/>
                <a:cs typeface="+mn-lt"/>
              </a:rPr>
              <a:t>Agentic AI and ML framework</a:t>
            </a:r>
            <a:endParaRPr lang="en-US" sz="1600" i="1" dirty="0">
              <a:solidFill>
                <a:prstClr val="black"/>
              </a:solidFill>
              <a:latin typeface="Aptos" panose="020B0004020202020204"/>
            </a:endParaRPr>
          </a:p>
        </p:txBody>
      </p:sp>
      <p:sp>
        <p:nvSpPr>
          <p:cNvPr id="31" name="Rectangle: Rounded Corners 30">
            <a:extLst>
              <a:ext uri="{FF2B5EF4-FFF2-40B4-BE49-F238E27FC236}">
                <a16:creationId xmlns:a16="http://schemas.microsoft.com/office/drawing/2014/main" id="{8B9F2E67-672D-BB15-7B9A-3262B298A112}"/>
              </a:ext>
            </a:extLst>
          </p:cNvPr>
          <p:cNvSpPr/>
          <p:nvPr/>
        </p:nvSpPr>
        <p:spPr>
          <a:xfrm>
            <a:off x="3843142" y="4247013"/>
            <a:ext cx="1843503" cy="99263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defTabSz="914377"/>
            <a:r>
              <a:rPr lang="en-US" sz="1400" b="1">
                <a:solidFill>
                  <a:srgbClr val="000000"/>
                </a:solidFill>
                <a:latin typeface="Aptos" panose="020B0004020202020204"/>
                <a:ea typeface="+mn-lt"/>
                <a:cs typeface="+mn-lt"/>
              </a:rPr>
              <a:t>Prep/Categorize for Intermediate Structure</a:t>
            </a:r>
            <a:endParaRPr lang="en-US" sz="1400" b="1">
              <a:solidFill>
                <a:prstClr val="black"/>
              </a:solidFill>
              <a:latin typeface="Aptos" panose="020B0004020202020204"/>
            </a:endParaRPr>
          </a:p>
        </p:txBody>
      </p:sp>
      <p:sp>
        <p:nvSpPr>
          <p:cNvPr id="32" name="Rectangle: Rounded Corners 31">
            <a:extLst>
              <a:ext uri="{FF2B5EF4-FFF2-40B4-BE49-F238E27FC236}">
                <a16:creationId xmlns:a16="http://schemas.microsoft.com/office/drawing/2014/main" id="{E14BE21D-8AF0-BF57-1C89-B898912F5377}"/>
              </a:ext>
            </a:extLst>
          </p:cNvPr>
          <p:cNvSpPr/>
          <p:nvPr/>
        </p:nvSpPr>
        <p:spPr>
          <a:xfrm>
            <a:off x="6097057" y="4247013"/>
            <a:ext cx="1578809" cy="996647"/>
          </a:xfrm>
          <a:prstGeom prst="roundRect">
            <a:avLst/>
          </a:prstGeom>
        </p:spPr>
        <p:style>
          <a:lnRef idx="1">
            <a:schemeClr val="accent4"/>
          </a:lnRef>
          <a:fillRef idx="2">
            <a:schemeClr val="accent4"/>
          </a:fillRef>
          <a:effectRef idx="1">
            <a:schemeClr val="accent4"/>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Assign Pseudo Variable Names and Types</a:t>
            </a:r>
            <a:endParaRPr lang="en-US" b="1">
              <a:solidFill>
                <a:prstClr val="black"/>
              </a:solidFill>
              <a:latin typeface="Aptos" panose="020B0004020202020204"/>
            </a:endParaRPr>
          </a:p>
        </p:txBody>
      </p:sp>
      <p:sp>
        <p:nvSpPr>
          <p:cNvPr id="33" name="Rectangle: Rounded Corners 32">
            <a:extLst>
              <a:ext uri="{FF2B5EF4-FFF2-40B4-BE49-F238E27FC236}">
                <a16:creationId xmlns:a16="http://schemas.microsoft.com/office/drawing/2014/main" id="{624434BB-1DFD-33F3-2D6C-3BF8B493D81B}"/>
              </a:ext>
            </a:extLst>
          </p:cNvPr>
          <p:cNvSpPr/>
          <p:nvPr/>
        </p:nvSpPr>
        <p:spPr>
          <a:xfrm>
            <a:off x="8102320" y="4247011"/>
            <a:ext cx="1594851" cy="996647"/>
          </a:xfrm>
          <a:prstGeom prst="roundRect">
            <a:avLst/>
          </a:prstGeom>
        </p:spPr>
        <p:style>
          <a:lnRef idx="1">
            <a:schemeClr val="accent4"/>
          </a:lnRef>
          <a:fillRef idx="2">
            <a:schemeClr val="accent4"/>
          </a:fillRef>
          <a:effectRef idx="1">
            <a:schemeClr val="accent4"/>
          </a:effectRef>
          <a:fontRef idx="minor">
            <a:schemeClr val="dk1"/>
          </a:fontRef>
        </p:style>
        <p:txBody>
          <a:bodyPr lIns="91440" tIns="45720" rIns="91440" bIns="45720" rtlCol="0" anchor="ctr"/>
          <a:lstStyle/>
          <a:p>
            <a:pPr algn="ctr" defTabSz="914377"/>
            <a:r>
              <a:rPr lang="en-US" sz="1400" b="1">
                <a:solidFill>
                  <a:srgbClr val="000000"/>
                </a:solidFill>
                <a:latin typeface="Aptos" panose="020B0004020202020204"/>
                <a:ea typeface="+mn-lt"/>
                <a:cs typeface="+mn-lt"/>
              </a:rPr>
              <a:t>Output </a:t>
            </a:r>
            <a:endParaRPr lang="en-US" b="1">
              <a:solidFill>
                <a:srgbClr val="000000"/>
              </a:solidFill>
              <a:latin typeface="Aptos" panose="020B0004020202020204"/>
              <a:ea typeface="+mn-lt"/>
              <a:cs typeface="+mn-lt"/>
            </a:endParaRPr>
          </a:p>
          <a:p>
            <a:pPr algn="ctr" defTabSz="914377"/>
            <a:r>
              <a:rPr lang="en-US" sz="1400" b="1">
                <a:solidFill>
                  <a:srgbClr val="000000"/>
                </a:solidFill>
                <a:latin typeface="Aptos" panose="020B0004020202020204"/>
                <a:ea typeface="+mn-lt"/>
                <a:cs typeface="+mn-lt"/>
              </a:rPr>
              <a:t>Intermediate Dataset</a:t>
            </a:r>
            <a:endParaRPr lang="en-US" b="1">
              <a:solidFill>
                <a:prstClr val="black"/>
              </a:solidFill>
              <a:latin typeface="Aptos" panose="020B0004020202020204"/>
            </a:endParaRPr>
          </a:p>
        </p:txBody>
      </p:sp>
      <p:sp>
        <p:nvSpPr>
          <p:cNvPr id="34" name="Rectangle 33">
            <a:extLst>
              <a:ext uri="{FF2B5EF4-FFF2-40B4-BE49-F238E27FC236}">
                <a16:creationId xmlns:a16="http://schemas.microsoft.com/office/drawing/2014/main" id="{D79D3C23-B4B3-9714-2A26-234B10A04321}"/>
              </a:ext>
            </a:extLst>
          </p:cNvPr>
          <p:cNvSpPr/>
          <p:nvPr/>
        </p:nvSpPr>
        <p:spPr>
          <a:xfrm>
            <a:off x="3760224" y="3670348"/>
            <a:ext cx="6026739" cy="1806361"/>
          </a:xfrm>
          <a:prstGeom prst="rect">
            <a:avLst/>
          </a:prstGeom>
          <a:noFill/>
          <a:ln>
            <a:prstDash val="dash"/>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35" name="TextBox 34">
            <a:extLst>
              <a:ext uri="{FF2B5EF4-FFF2-40B4-BE49-F238E27FC236}">
                <a16:creationId xmlns:a16="http://schemas.microsoft.com/office/drawing/2014/main" id="{6520A2F7-1082-FCB2-B253-6A9CC2444674}"/>
              </a:ext>
            </a:extLst>
          </p:cNvPr>
          <p:cNvSpPr txBox="1"/>
          <p:nvPr/>
        </p:nvSpPr>
        <p:spPr>
          <a:xfrm>
            <a:off x="3823043" y="3756472"/>
            <a:ext cx="5874127" cy="338554"/>
          </a:xfrm>
          <a:prstGeom prst="rect">
            <a:avLst/>
          </a:prstGeom>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377"/>
            <a:r>
              <a:rPr lang="en-US" sz="1600" b="1">
                <a:solidFill>
                  <a:prstClr val="black"/>
                </a:solidFill>
                <a:latin typeface="Aptos" panose="020B0004020202020204"/>
              </a:rPr>
              <a:t>Intermediate Data Structure (Non-Std/Complex Mapping)</a:t>
            </a:r>
          </a:p>
        </p:txBody>
      </p:sp>
      <p:sp>
        <p:nvSpPr>
          <p:cNvPr id="36" name="Arrow: Right 35">
            <a:extLst>
              <a:ext uri="{FF2B5EF4-FFF2-40B4-BE49-F238E27FC236}">
                <a16:creationId xmlns:a16="http://schemas.microsoft.com/office/drawing/2014/main" id="{49513923-3CAB-ADB1-EA9E-A85754E84787}"/>
              </a:ext>
            </a:extLst>
          </p:cNvPr>
          <p:cNvSpPr/>
          <p:nvPr/>
        </p:nvSpPr>
        <p:spPr>
          <a:xfrm>
            <a:off x="5712691" y="4673783"/>
            <a:ext cx="35518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37" name="Arrow: Right 36">
            <a:extLst>
              <a:ext uri="{FF2B5EF4-FFF2-40B4-BE49-F238E27FC236}">
                <a16:creationId xmlns:a16="http://schemas.microsoft.com/office/drawing/2014/main" id="{A5E89699-E6E7-5199-B66B-41DDB95CE845}"/>
              </a:ext>
            </a:extLst>
          </p:cNvPr>
          <p:cNvSpPr/>
          <p:nvPr/>
        </p:nvSpPr>
        <p:spPr>
          <a:xfrm>
            <a:off x="7709931" y="4673781"/>
            <a:ext cx="355189" cy="1710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38" name="Arrow: Right 37">
            <a:extLst>
              <a:ext uri="{FF2B5EF4-FFF2-40B4-BE49-F238E27FC236}">
                <a16:creationId xmlns:a16="http://schemas.microsoft.com/office/drawing/2014/main" id="{3957D1FA-0FA3-AB2C-BD3C-597BEBE62EC7}"/>
              </a:ext>
            </a:extLst>
          </p:cNvPr>
          <p:cNvSpPr/>
          <p:nvPr/>
        </p:nvSpPr>
        <p:spPr>
          <a:xfrm rot="5400000">
            <a:off x="6351239" y="3264305"/>
            <a:ext cx="367223" cy="279359"/>
          </a:xfrm>
          <a:prstGeom prst="rightArrow">
            <a:avLst/>
          </a:prstGeom>
          <a:solidFill>
            <a:schemeClr val="tx2">
              <a:lumMod val="10000"/>
              <a:lumOff val="90000"/>
            </a:schemeClr>
          </a:solidFill>
          <a:ln>
            <a:solidFill>
              <a:schemeClr val="accent1">
                <a:shade val="1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39" name="Arrow: Right 38">
            <a:extLst>
              <a:ext uri="{FF2B5EF4-FFF2-40B4-BE49-F238E27FC236}">
                <a16:creationId xmlns:a16="http://schemas.microsoft.com/office/drawing/2014/main" id="{889FB4D3-8214-B246-102E-477D5AB9622B}"/>
              </a:ext>
            </a:extLst>
          </p:cNvPr>
          <p:cNvSpPr/>
          <p:nvPr/>
        </p:nvSpPr>
        <p:spPr>
          <a:xfrm>
            <a:off x="9889182" y="4125805"/>
            <a:ext cx="431388" cy="279359"/>
          </a:xfrm>
          <a:prstGeom prst="rightArrow">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40" name="Arrow: Right 39">
            <a:extLst>
              <a:ext uri="{FF2B5EF4-FFF2-40B4-BE49-F238E27FC236}">
                <a16:creationId xmlns:a16="http://schemas.microsoft.com/office/drawing/2014/main" id="{B75A8306-5C1C-711F-33B8-4A71465D3729}"/>
              </a:ext>
            </a:extLst>
          </p:cNvPr>
          <p:cNvSpPr/>
          <p:nvPr/>
        </p:nvSpPr>
        <p:spPr>
          <a:xfrm rot="16200000">
            <a:off x="11118408" y="5548690"/>
            <a:ext cx="174483" cy="279359"/>
          </a:xfrm>
          <a:prstGeom prst="rightArrow">
            <a:avLst/>
          </a:prstGeom>
          <a:solidFill>
            <a:schemeClr val="accent2">
              <a:lumMod val="40000"/>
              <a:lumOff val="6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sp>
        <p:nvSpPr>
          <p:cNvPr id="41" name="Arrow: Right 40">
            <a:extLst>
              <a:ext uri="{FF2B5EF4-FFF2-40B4-BE49-F238E27FC236}">
                <a16:creationId xmlns:a16="http://schemas.microsoft.com/office/drawing/2014/main" id="{C9354DEB-D731-64DA-22B4-644E3A761CEE}"/>
              </a:ext>
            </a:extLst>
          </p:cNvPr>
          <p:cNvSpPr/>
          <p:nvPr/>
        </p:nvSpPr>
        <p:spPr>
          <a:xfrm rot="16200000">
            <a:off x="1704513" y="5579440"/>
            <a:ext cx="174483" cy="279359"/>
          </a:xfrm>
          <a:prstGeom prst="rightArrow">
            <a:avLst/>
          </a:prstGeom>
          <a:solidFill>
            <a:schemeClr val="accent2">
              <a:lumMod val="40000"/>
              <a:lumOff val="6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endParaRPr lang="en-US">
              <a:solidFill>
                <a:prstClr val="white"/>
              </a:solidFill>
              <a:latin typeface="Aptos" panose="020B0004020202020204"/>
            </a:endParaRPr>
          </a:p>
        </p:txBody>
      </p:sp>
      <p:pic>
        <p:nvPicPr>
          <p:cNvPr id="3" name="Picture 2">
            <a:extLst>
              <a:ext uri="{FF2B5EF4-FFF2-40B4-BE49-F238E27FC236}">
                <a16:creationId xmlns:a16="http://schemas.microsoft.com/office/drawing/2014/main" id="{66293903-4E83-C407-C32C-EF696530999C}"/>
              </a:ext>
            </a:extLst>
          </p:cNvPr>
          <p:cNvPicPr>
            <a:picLocks noChangeAspect="1"/>
          </p:cNvPicPr>
          <p:nvPr/>
        </p:nvPicPr>
        <p:blipFill>
          <a:blip r:embed="rId3"/>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228888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E07D-2F0D-F40F-FEBB-48BBCF67F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5A7AB-5571-43FF-11C2-1507974CC026}"/>
              </a:ext>
            </a:extLst>
          </p:cNvPr>
          <p:cNvSpPr>
            <a:spLocks noGrp="1"/>
          </p:cNvSpPr>
          <p:nvPr>
            <p:ph type="title"/>
          </p:nvPr>
        </p:nvSpPr>
        <p:spPr/>
        <p:txBody>
          <a:bodyPr/>
          <a:lstStyle/>
          <a:p>
            <a:r>
              <a:rPr lang="en-US" dirty="0"/>
              <a:t>Run – preparing source data</a:t>
            </a:r>
          </a:p>
        </p:txBody>
      </p:sp>
      <p:sp>
        <p:nvSpPr>
          <p:cNvPr id="9" name="Text Placeholder 8">
            <a:extLst>
              <a:ext uri="{FF2B5EF4-FFF2-40B4-BE49-F238E27FC236}">
                <a16:creationId xmlns:a16="http://schemas.microsoft.com/office/drawing/2014/main" id="{1601C4A8-78CE-8970-4CCC-7161D039E108}"/>
              </a:ext>
            </a:extLst>
          </p:cNvPr>
          <p:cNvSpPr>
            <a:spLocks noGrp="1"/>
          </p:cNvSpPr>
          <p:nvPr>
            <p:ph type="body" sz="half" idx="2"/>
          </p:nvPr>
        </p:nvSpPr>
        <p:spPr/>
        <p:txBody>
          <a:bodyPr/>
          <a:lstStyle/>
          <a:p>
            <a:pPr marL="228594" indent="-228594">
              <a:buClr>
                <a:srgbClr val="00B050"/>
              </a:buClr>
              <a:buFont typeface="Arial" panose="020B0604020202020204" pitchFamily="34" charset="0"/>
              <a:buChar char="•"/>
            </a:pPr>
            <a:r>
              <a:rPr lang="en-US" dirty="0"/>
              <a:t>Started with CDISC pilot data</a:t>
            </a:r>
          </a:p>
          <a:p>
            <a:pPr marL="228594" indent="-228594">
              <a:buClr>
                <a:srgbClr val="00B050"/>
              </a:buClr>
              <a:buFont typeface="Arial" panose="020B0604020202020204" pitchFamily="34" charset="0"/>
              <a:buChar char="•"/>
            </a:pPr>
            <a:endParaRPr lang="en-US" dirty="0"/>
          </a:p>
          <a:p>
            <a:pPr marL="228594" indent="-228594">
              <a:buClr>
                <a:srgbClr val="00B050"/>
              </a:buClr>
              <a:buFont typeface="Arial" panose="020B0604020202020204" pitchFamily="34" charset="0"/>
              <a:buChar char="•"/>
            </a:pPr>
            <a:r>
              <a:rPr lang="en-US" dirty="0"/>
              <a:t>Reverse engineered source data</a:t>
            </a:r>
          </a:p>
          <a:p>
            <a:pPr marL="228594" indent="-228594">
              <a:buClr>
                <a:srgbClr val="00B050"/>
              </a:buClr>
              <a:buFont typeface="Arial" panose="020B0604020202020204" pitchFamily="34" charset="0"/>
              <a:buChar char="•"/>
            </a:pPr>
            <a:endParaRPr lang="en-US" dirty="0"/>
          </a:p>
          <a:p>
            <a:pPr marL="228594" indent="-228594">
              <a:buClr>
                <a:srgbClr val="00B050"/>
              </a:buClr>
              <a:buFont typeface="Arial" panose="020B0604020202020204" pitchFamily="34" charset="0"/>
              <a:buChar char="•"/>
            </a:pPr>
            <a:r>
              <a:rPr lang="en-US" dirty="0"/>
              <a:t>Manual aligning with LZZT data</a:t>
            </a:r>
          </a:p>
          <a:p>
            <a:pPr marL="228594" indent="-228594">
              <a:buClr>
                <a:srgbClr val="00B050"/>
              </a:buClr>
              <a:buFont typeface="Arial" panose="020B0604020202020204" pitchFamily="34" charset="0"/>
              <a:buChar char="•"/>
            </a:pPr>
            <a:endParaRPr lang="en-US" dirty="0"/>
          </a:p>
          <a:p>
            <a:pPr marL="228594" indent="-228594">
              <a:buClr>
                <a:srgbClr val="00B050"/>
              </a:buClr>
              <a:buFont typeface="Arial" panose="020B0604020202020204" pitchFamily="34" charset="0"/>
              <a:buChar char="•"/>
            </a:pPr>
            <a:r>
              <a:rPr lang="en-US" dirty="0"/>
              <a:t>Created aligned FHIR messages</a:t>
            </a:r>
          </a:p>
          <a:p>
            <a:pPr marL="228594" indent="-228594">
              <a:buClr>
                <a:srgbClr val="00B050"/>
              </a:buClr>
              <a:buFont typeface="Arial" panose="020B0604020202020204" pitchFamily="34" charset="0"/>
              <a:buChar char="•"/>
            </a:pPr>
            <a:endParaRPr lang="en-US" dirty="0"/>
          </a:p>
          <a:p>
            <a:pPr marL="228594" indent="-228594">
              <a:buClr>
                <a:srgbClr val="00B050"/>
              </a:buClr>
              <a:buFont typeface="Arial" panose="020B0604020202020204" pitchFamily="34" charset="0"/>
              <a:buChar char="•"/>
            </a:pPr>
            <a:r>
              <a:rPr lang="en-US" dirty="0"/>
              <a:t>Lots of help from the Community</a:t>
            </a:r>
          </a:p>
          <a:p>
            <a:endParaRPr lang="en-US" dirty="0"/>
          </a:p>
        </p:txBody>
      </p:sp>
      <p:sp>
        <p:nvSpPr>
          <p:cNvPr id="4" name="Slide Number Placeholder 3">
            <a:extLst>
              <a:ext uri="{FF2B5EF4-FFF2-40B4-BE49-F238E27FC236}">
                <a16:creationId xmlns:a16="http://schemas.microsoft.com/office/drawing/2014/main" id="{491A9EA6-AB1A-0531-2AD3-229F40B43655}"/>
              </a:ext>
            </a:extLst>
          </p:cNvPr>
          <p:cNvSpPr>
            <a:spLocks noGrp="1"/>
          </p:cNvSpPr>
          <p:nvPr>
            <p:ph type="sldNum" sz="quarter" idx="12"/>
          </p:nvPr>
        </p:nvSpPr>
        <p:spPr/>
        <p:txBody>
          <a:bodyPr/>
          <a:lstStyle/>
          <a:p>
            <a:fld id="{EB4FF9C4-EEBF-D24D-8A4E-C0B9CCE3F975}" type="slidenum">
              <a:rPr lang="en-US" smtClean="0"/>
              <a:t>19</a:t>
            </a:fld>
            <a:endParaRPr lang="en-US"/>
          </a:p>
        </p:txBody>
      </p:sp>
      <p:pic>
        <p:nvPicPr>
          <p:cNvPr id="8" name="Picture 7">
            <a:extLst>
              <a:ext uri="{FF2B5EF4-FFF2-40B4-BE49-F238E27FC236}">
                <a16:creationId xmlns:a16="http://schemas.microsoft.com/office/drawing/2014/main" id="{C92681F9-2E91-893B-BB19-24379A3BE605}"/>
              </a:ext>
            </a:extLst>
          </p:cNvPr>
          <p:cNvPicPr>
            <a:picLocks noChangeAspect="1"/>
          </p:cNvPicPr>
          <p:nvPr/>
        </p:nvPicPr>
        <p:blipFill>
          <a:blip r:embed="rId3"/>
          <a:stretch>
            <a:fillRect/>
          </a:stretch>
        </p:blipFill>
        <p:spPr>
          <a:xfrm>
            <a:off x="5364634" y="1520843"/>
            <a:ext cx="6350327" cy="3717057"/>
          </a:xfrm>
          <a:prstGeom prst="rect">
            <a:avLst/>
          </a:prstGeom>
          <a:ln w="12700">
            <a:solidFill>
              <a:schemeClr val="accent1"/>
            </a:solidFill>
          </a:ln>
        </p:spPr>
      </p:pic>
      <p:sp>
        <p:nvSpPr>
          <p:cNvPr id="11" name="TextBox 10">
            <a:extLst>
              <a:ext uri="{FF2B5EF4-FFF2-40B4-BE49-F238E27FC236}">
                <a16:creationId xmlns:a16="http://schemas.microsoft.com/office/drawing/2014/main" id="{66C7296E-2DEB-ABC9-3076-EC17EA69B624}"/>
              </a:ext>
            </a:extLst>
          </p:cNvPr>
          <p:cNvSpPr txBox="1"/>
          <p:nvPr/>
        </p:nvSpPr>
        <p:spPr>
          <a:xfrm>
            <a:off x="477039" y="1549668"/>
            <a:ext cx="4413795" cy="954300"/>
          </a:xfrm>
          <a:prstGeom prst="rect">
            <a:avLst/>
          </a:prstGeom>
          <a:noFill/>
        </p:spPr>
        <p:txBody>
          <a:bodyPr wrap="square" rtlCol="0">
            <a:spAutoFit/>
          </a:bodyPr>
          <a:lstStyle/>
          <a:p>
            <a:pPr>
              <a:buClr>
                <a:srgbClr val="00B050"/>
              </a:buClr>
            </a:pPr>
            <a:endParaRPr lang="en-US" sz="1867" dirty="0"/>
          </a:p>
          <a:p>
            <a:pPr>
              <a:buClr>
                <a:srgbClr val="00B050"/>
              </a:buClr>
            </a:pPr>
            <a:endParaRPr lang="en-US" sz="1867" dirty="0"/>
          </a:p>
          <a:p>
            <a:pPr>
              <a:buClr>
                <a:srgbClr val="00B050"/>
              </a:buClr>
            </a:pPr>
            <a:endParaRPr lang="en-US" sz="1867" dirty="0"/>
          </a:p>
        </p:txBody>
      </p:sp>
      <p:pic>
        <p:nvPicPr>
          <p:cNvPr id="12" name="Picture 11">
            <a:extLst>
              <a:ext uri="{FF2B5EF4-FFF2-40B4-BE49-F238E27FC236}">
                <a16:creationId xmlns:a16="http://schemas.microsoft.com/office/drawing/2014/main" id="{B2CF03E8-9324-0481-574E-125D87B95B3F}"/>
              </a:ext>
            </a:extLst>
          </p:cNvPr>
          <p:cNvPicPr>
            <a:picLocks noChangeAspect="1"/>
          </p:cNvPicPr>
          <p:nvPr/>
        </p:nvPicPr>
        <p:blipFill>
          <a:blip r:embed="rId4"/>
          <a:stretch>
            <a:fillRect/>
          </a:stretch>
        </p:blipFill>
        <p:spPr>
          <a:xfrm>
            <a:off x="2484506" y="4709538"/>
            <a:ext cx="2612855" cy="1974832"/>
          </a:xfrm>
          <a:prstGeom prst="rect">
            <a:avLst/>
          </a:prstGeom>
        </p:spPr>
      </p:pic>
      <p:pic>
        <p:nvPicPr>
          <p:cNvPr id="10" name="Picture 9">
            <a:extLst>
              <a:ext uri="{FF2B5EF4-FFF2-40B4-BE49-F238E27FC236}">
                <a16:creationId xmlns:a16="http://schemas.microsoft.com/office/drawing/2014/main" id="{4E1CFA2C-DAD1-10DF-F4A6-CF95111EB565}"/>
              </a:ext>
            </a:extLst>
          </p:cNvPr>
          <p:cNvPicPr>
            <a:picLocks noChangeAspect="1"/>
          </p:cNvPicPr>
          <p:nvPr/>
        </p:nvPicPr>
        <p:blipFill>
          <a:blip r:embed="rId5"/>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99481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5D4A5-E758-F49C-AC9C-658E5515861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65DCAFE-533E-5A5E-559F-07F05372A1F7}"/>
              </a:ext>
            </a:extLst>
          </p:cNvPr>
          <p:cNvSpPr>
            <a:spLocks noGrp="1"/>
          </p:cNvSpPr>
          <p:nvPr>
            <p:ph sz="half" idx="2"/>
          </p:nvPr>
        </p:nvSpPr>
        <p:spPr/>
        <p:txBody>
          <a:bodyPr/>
          <a:lstStyle/>
          <a:p>
            <a:endParaRPr lang="en-US"/>
          </a:p>
        </p:txBody>
      </p:sp>
      <p:sp>
        <p:nvSpPr>
          <p:cNvPr id="2" name="Title 1">
            <a:extLst>
              <a:ext uri="{FF2B5EF4-FFF2-40B4-BE49-F238E27FC236}">
                <a16:creationId xmlns:a16="http://schemas.microsoft.com/office/drawing/2014/main" id="{2DC63C12-9F8E-490E-E25A-AFD0F9F36BE0}"/>
              </a:ext>
            </a:extLst>
          </p:cNvPr>
          <p:cNvSpPr>
            <a:spLocks noGrp="1"/>
          </p:cNvSpPr>
          <p:nvPr>
            <p:ph type="title"/>
          </p:nvPr>
        </p:nvSpPr>
        <p:spPr/>
        <p:txBody>
          <a:bodyPr/>
          <a:lstStyle/>
          <a:p>
            <a:r>
              <a:rPr lang="en-US" noProof="0"/>
              <a:t>Looking Forward: Art </a:t>
            </a:r>
            <a:r>
              <a:rPr lang="en-US" noProof="0" dirty="0"/>
              <a:t>of the Possible</a:t>
            </a:r>
          </a:p>
        </p:txBody>
      </p:sp>
    </p:spTree>
    <p:extLst>
      <p:ext uri="{BB962C8B-B14F-4D97-AF65-F5344CB8AC3E}">
        <p14:creationId xmlns:p14="http://schemas.microsoft.com/office/powerpoint/2010/main" val="1835645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C335BC-2419-4293-F4DC-266A0BF60ED2}"/>
              </a:ext>
            </a:extLst>
          </p:cNvPr>
          <p:cNvSpPr>
            <a:spLocks noGrp="1"/>
          </p:cNvSpPr>
          <p:nvPr>
            <p:ph type="sldNum" sz="quarter" idx="12"/>
          </p:nvPr>
        </p:nvSpPr>
        <p:spPr/>
        <p:txBody>
          <a:bodyPr/>
          <a:lstStyle/>
          <a:p>
            <a:fld id="{EB4FF9C4-EEBF-D24D-8A4E-C0B9CCE3F975}" type="slidenum">
              <a:rPr lang="en-US" smtClean="0"/>
              <a:t>21</a:t>
            </a:fld>
            <a:endParaRPr lang="en-US"/>
          </a:p>
        </p:txBody>
      </p:sp>
      <p:sp>
        <p:nvSpPr>
          <p:cNvPr id="5" name="Footer Placeholder 4">
            <a:extLst>
              <a:ext uri="{FF2B5EF4-FFF2-40B4-BE49-F238E27FC236}">
                <a16:creationId xmlns:a16="http://schemas.microsoft.com/office/drawing/2014/main" id="{60F4C448-B9FB-D77A-952D-650D7BE13777}"/>
              </a:ext>
            </a:extLst>
          </p:cNvPr>
          <p:cNvSpPr>
            <a:spLocks noGrp="1"/>
          </p:cNvSpPr>
          <p:nvPr>
            <p:ph type="ftr" sz="quarter" idx="3"/>
          </p:nvPr>
        </p:nvSpPr>
        <p:spPr>
          <a:xfrm>
            <a:off x="2500132" y="4767263"/>
            <a:ext cx="4676172" cy="273844"/>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#ClearDataClearImpact</a:t>
            </a:r>
            <a:endParaRPr lang="en-US" dirty="0"/>
          </a:p>
        </p:txBody>
      </p:sp>
      <p:pic>
        <p:nvPicPr>
          <p:cNvPr id="11" name="Picture 10">
            <a:extLst>
              <a:ext uri="{FF2B5EF4-FFF2-40B4-BE49-F238E27FC236}">
                <a16:creationId xmlns:a16="http://schemas.microsoft.com/office/drawing/2014/main" id="{B1DC6C99-0329-BC64-040D-BC454A54FE28}"/>
              </a:ext>
            </a:extLst>
          </p:cNvPr>
          <p:cNvPicPr>
            <a:picLocks noChangeAspect="1"/>
          </p:cNvPicPr>
          <p:nvPr/>
        </p:nvPicPr>
        <p:blipFill>
          <a:blip r:embed="rId2"/>
          <a:stretch>
            <a:fillRect/>
          </a:stretch>
        </p:blipFill>
        <p:spPr>
          <a:xfrm>
            <a:off x="1434064" y="326032"/>
            <a:ext cx="8646687" cy="5635354"/>
          </a:xfrm>
          <a:prstGeom prst="rect">
            <a:avLst/>
          </a:prstGeom>
        </p:spPr>
      </p:pic>
      <p:pic>
        <p:nvPicPr>
          <p:cNvPr id="2" name="Picture 1">
            <a:extLst>
              <a:ext uri="{FF2B5EF4-FFF2-40B4-BE49-F238E27FC236}">
                <a16:creationId xmlns:a16="http://schemas.microsoft.com/office/drawing/2014/main" id="{458883C8-8D3C-6233-084F-DAFF57F90915}"/>
              </a:ext>
            </a:extLst>
          </p:cNvPr>
          <p:cNvPicPr>
            <a:picLocks noChangeAspect="1"/>
          </p:cNvPicPr>
          <p:nvPr/>
        </p:nvPicPr>
        <p:blipFill>
          <a:blip r:embed="rId3"/>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1836511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D013-34DB-3FB5-6E30-43827355A3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D95A70-1B6A-B448-C66C-9D9B7E724D04}"/>
              </a:ext>
            </a:extLst>
          </p:cNvPr>
          <p:cNvSpPr>
            <a:spLocks noGrp="1"/>
          </p:cNvSpPr>
          <p:nvPr>
            <p:ph idx="1"/>
          </p:nvPr>
        </p:nvSpPr>
        <p:spPr>
          <a:xfrm>
            <a:off x="279933" y="1473413"/>
            <a:ext cx="11645364" cy="4351338"/>
          </a:xfrm>
        </p:spPr>
        <p:txBody>
          <a:bodyPr>
            <a:normAutofit fontScale="92500" lnSpcReduction="10000"/>
          </a:bodyPr>
          <a:lstStyle/>
          <a:p>
            <a:endParaRPr lang="en-US" dirty="0"/>
          </a:p>
          <a:p>
            <a:r>
              <a:rPr lang="en-US" dirty="0"/>
              <a:t>Purpose of this Prototype</a:t>
            </a:r>
          </a:p>
          <a:p>
            <a:pPr lvl="1"/>
            <a:r>
              <a:rPr lang="en-US" dirty="0"/>
              <a:t>This is a </a:t>
            </a:r>
            <a:r>
              <a:rPr lang="en-US" b="1" dirty="0"/>
              <a:t>conceptual UX Design</a:t>
            </a:r>
            <a:r>
              <a:rPr lang="en-US" dirty="0"/>
              <a:t>	</a:t>
            </a:r>
          </a:p>
          <a:p>
            <a:pPr lvl="1"/>
            <a:r>
              <a:rPr lang="en-US" dirty="0"/>
              <a:t>It illustrates </a:t>
            </a:r>
            <a:r>
              <a:rPr lang="en-US" b="1" dirty="0"/>
              <a:t>how </a:t>
            </a:r>
            <a:r>
              <a:rPr lang="en-US" dirty="0"/>
              <a:t>CDISC </a:t>
            </a:r>
            <a:r>
              <a:rPr lang="en-US" b="1" dirty="0"/>
              <a:t>Standards could be experienced </a:t>
            </a:r>
            <a:r>
              <a:rPr lang="en-US" dirty="0"/>
              <a:t>in an integrated environment</a:t>
            </a:r>
          </a:p>
          <a:p>
            <a:pPr lvl="1"/>
            <a:r>
              <a:rPr lang="en-US" dirty="0"/>
              <a:t>Not functional </a:t>
            </a:r>
            <a:r>
              <a:rPr lang="en-US" dirty="0" err="1"/>
              <a:t>softwared</a:t>
            </a:r>
            <a:r>
              <a:rPr lang="en-US" dirty="0"/>
              <a:t>, but a </a:t>
            </a:r>
            <a:r>
              <a:rPr lang="en-US" b="1" dirty="0"/>
              <a:t>visual representation</a:t>
            </a:r>
          </a:p>
          <a:p>
            <a:pPr lvl="1"/>
            <a:endParaRPr lang="en-US" dirty="0"/>
          </a:p>
          <a:p>
            <a:r>
              <a:rPr lang="en-US" dirty="0"/>
              <a:t>Helps </a:t>
            </a:r>
            <a:r>
              <a:rPr lang="en-US" b="1" dirty="0"/>
              <a:t>visualize the potential </a:t>
            </a:r>
            <a:r>
              <a:rPr lang="en-US" dirty="0"/>
              <a:t>of standards-driven end-to-end automation </a:t>
            </a:r>
          </a:p>
          <a:p>
            <a:endParaRPr lang="en-US" dirty="0"/>
          </a:p>
          <a:p>
            <a:r>
              <a:rPr lang="nl-BE" dirty="0" err="1">
                <a:hlinkClick r:id="rId2"/>
              </a:rPr>
              <a:t>CDISC_Final</a:t>
            </a:r>
            <a:r>
              <a:rPr lang="nl-BE" dirty="0">
                <a:hlinkClick r:id="rId2"/>
              </a:rPr>
              <a:t> – Prototype</a:t>
            </a:r>
            <a:endParaRPr lang="nl-BE" dirty="0"/>
          </a:p>
          <a:p>
            <a:r>
              <a:rPr lang="nl-BE" dirty="0"/>
              <a:t>Prototype password: CDISC2025</a:t>
            </a:r>
          </a:p>
          <a:p>
            <a:pPr marL="0" indent="0">
              <a:buNone/>
            </a:pPr>
            <a:endParaRPr lang="en-US" dirty="0"/>
          </a:p>
        </p:txBody>
      </p:sp>
      <p:sp>
        <p:nvSpPr>
          <p:cNvPr id="4" name="Slide Number Placeholder 4">
            <a:extLst>
              <a:ext uri="{FF2B5EF4-FFF2-40B4-BE49-F238E27FC236}">
                <a16:creationId xmlns:a16="http://schemas.microsoft.com/office/drawing/2014/main" id="{02494F18-877A-7AF2-F943-557E8686BB7A}"/>
              </a:ext>
            </a:extLst>
          </p:cNvPr>
          <p:cNvSpPr>
            <a:spLocks noGrp="1"/>
          </p:cNvSpPr>
          <p:nvPr>
            <p:ph type="sldNum" sz="quarter" idx="12"/>
          </p:nvPr>
        </p:nvSpPr>
        <p:spPr/>
        <p:txBody>
          <a:bodyPr/>
          <a:lstStyle/>
          <a:p>
            <a:fld id="{EB4FF9C4-EEBF-D24D-8A4E-C0B9CCE3F975}" type="slidenum">
              <a:rPr lang="en-US" smtClean="0"/>
              <a:t>22</a:t>
            </a:fld>
            <a:endParaRPr lang="en-US"/>
          </a:p>
        </p:txBody>
      </p:sp>
      <p:sp>
        <p:nvSpPr>
          <p:cNvPr id="2" name="Title 1">
            <a:extLst>
              <a:ext uri="{FF2B5EF4-FFF2-40B4-BE49-F238E27FC236}">
                <a16:creationId xmlns:a16="http://schemas.microsoft.com/office/drawing/2014/main" id="{9DDEF956-79FF-B931-E535-8B7285E85632}"/>
              </a:ext>
            </a:extLst>
          </p:cNvPr>
          <p:cNvSpPr>
            <a:spLocks noGrp="1"/>
          </p:cNvSpPr>
          <p:nvPr>
            <p:ph type="title"/>
          </p:nvPr>
        </p:nvSpPr>
        <p:spPr/>
        <p:txBody>
          <a:bodyPr/>
          <a:lstStyle/>
          <a:p>
            <a:r>
              <a:rPr lang="en-US" dirty="0"/>
              <a:t>Art of the Possible</a:t>
            </a:r>
          </a:p>
        </p:txBody>
      </p:sp>
      <p:pic>
        <p:nvPicPr>
          <p:cNvPr id="5" name="Picture 4">
            <a:extLst>
              <a:ext uri="{FF2B5EF4-FFF2-40B4-BE49-F238E27FC236}">
                <a16:creationId xmlns:a16="http://schemas.microsoft.com/office/drawing/2014/main" id="{4B5A3EBD-06AE-F4FB-38E8-E8789C69FC9A}"/>
              </a:ext>
            </a:extLst>
          </p:cNvPr>
          <p:cNvPicPr>
            <a:picLocks noChangeAspect="1"/>
          </p:cNvPicPr>
          <p:nvPr/>
        </p:nvPicPr>
        <p:blipFill>
          <a:blip r:embed="rId3"/>
          <a:stretch>
            <a:fillRect/>
          </a:stretch>
        </p:blipFill>
        <p:spPr>
          <a:xfrm>
            <a:off x="11101824" y="69286"/>
            <a:ext cx="998563" cy="1015621"/>
          </a:xfrm>
          <a:prstGeom prst="rect">
            <a:avLst/>
          </a:prstGeom>
        </p:spPr>
      </p:pic>
    </p:spTree>
    <p:extLst>
      <p:ext uri="{BB962C8B-B14F-4D97-AF65-F5344CB8AC3E}">
        <p14:creationId xmlns:p14="http://schemas.microsoft.com/office/powerpoint/2010/main" val="3098029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8AE3-755A-DE7A-4EB0-276812EA5FB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ED2373B-12B7-270A-AD14-3BF8AF9C2FD8}"/>
              </a:ext>
            </a:extLst>
          </p:cNvPr>
          <p:cNvSpPr>
            <a:spLocks noGrp="1"/>
          </p:cNvSpPr>
          <p:nvPr>
            <p:ph sz="half" idx="2"/>
          </p:nvPr>
        </p:nvSpPr>
        <p:spPr/>
        <p:txBody>
          <a:bodyPr/>
          <a:lstStyle/>
          <a:p>
            <a:endParaRPr lang="en-US"/>
          </a:p>
        </p:txBody>
      </p:sp>
      <p:sp>
        <p:nvSpPr>
          <p:cNvPr id="2" name="Title 1">
            <a:extLst>
              <a:ext uri="{FF2B5EF4-FFF2-40B4-BE49-F238E27FC236}">
                <a16:creationId xmlns:a16="http://schemas.microsoft.com/office/drawing/2014/main" id="{2F72A2F0-CB87-DD54-AAA6-F2006F957585}"/>
              </a:ext>
            </a:extLst>
          </p:cNvPr>
          <p:cNvSpPr>
            <a:spLocks noGrp="1"/>
          </p:cNvSpPr>
          <p:nvPr>
            <p:ph type="title"/>
          </p:nvPr>
        </p:nvSpPr>
        <p:spPr/>
        <p:txBody>
          <a:bodyPr/>
          <a:lstStyle/>
          <a:p>
            <a:r>
              <a:rPr lang="en-US" noProof="0" dirty="0"/>
              <a:t>CDISC 360i Phase 2:</a:t>
            </a:r>
            <a:br>
              <a:rPr lang="en-US" noProof="0" dirty="0"/>
            </a:br>
            <a:r>
              <a:rPr lang="en-US" noProof="0" dirty="0"/>
              <a:t>What’s next</a:t>
            </a:r>
          </a:p>
        </p:txBody>
      </p:sp>
    </p:spTree>
    <p:extLst>
      <p:ext uri="{BB962C8B-B14F-4D97-AF65-F5344CB8AC3E}">
        <p14:creationId xmlns:p14="http://schemas.microsoft.com/office/powerpoint/2010/main" val="1488463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B9545C17-525B-4894-3001-2F922F6A9410}"/>
              </a:ext>
            </a:extLst>
          </p:cNvPr>
          <p:cNvSpPr>
            <a:spLocks noGrp="1"/>
          </p:cNvSpPr>
          <p:nvPr>
            <p:ph sz="half" idx="2"/>
          </p:nvPr>
        </p:nvSpPr>
        <p:spPr/>
        <p:txBody>
          <a:bodyPr>
            <a:normAutofit/>
          </a:bodyPr>
          <a:lstStyle/>
          <a:p>
            <a:pPr>
              <a:buNone/>
            </a:pPr>
            <a:r>
              <a:rPr lang="en-US" b="1"/>
              <a:t>Key Deliverables</a:t>
            </a:r>
          </a:p>
          <a:p>
            <a:pPr>
              <a:buNone/>
            </a:pPr>
            <a:endParaRPr lang="en-US" sz="3200" b="1"/>
          </a:p>
        </p:txBody>
      </p:sp>
      <p:sp>
        <p:nvSpPr>
          <p:cNvPr id="6" name="Title 5">
            <a:extLst>
              <a:ext uri="{FF2B5EF4-FFF2-40B4-BE49-F238E27FC236}">
                <a16:creationId xmlns:a16="http://schemas.microsoft.com/office/drawing/2014/main" id="{3AFDD091-1656-847B-4D28-E9C964090888}"/>
              </a:ext>
            </a:extLst>
          </p:cNvPr>
          <p:cNvSpPr>
            <a:spLocks noGrp="1"/>
          </p:cNvSpPr>
          <p:nvPr>
            <p:ph type="title"/>
          </p:nvPr>
        </p:nvSpPr>
        <p:spPr/>
        <p:txBody>
          <a:bodyPr>
            <a:normAutofit/>
          </a:bodyPr>
          <a:lstStyle/>
          <a:p>
            <a:r>
              <a:rPr lang="en-US" sz="2800"/>
              <a:t>360i Phase 2: Operationalizing the Vision</a:t>
            </a:r>
          </a:p>
        </p:txBody>
      </p:sp>
      <p:sp>
        <p:nvSpPr>
          <p:cNvPr id="4" name="Slide Number Placeholder 3">
            <a:extLst>
              <a:ext uri="{FF2B5EF4-FFF2-40B4-BE49-F238E27FC236}">
                <a16:creationId xmlns:a16="http://schemas.microsoft.com/office/drawing/2014/main" id="{32AA336D-29BD-1236-4884-30265AB39553}"/>
              </a:ext>
            </a:extLst>
          </p:cNvPr>
          <p:cNvSpPr>
            <a:spLocks noGrp="1"/>
          </p:cNvSpPr>
          <p:nvPr>
            <p:ph type="sldNum" sz="quarter" idx="12"/>
          </p:nvPr>
        </p:nvSpPr>
        <p:spPr/>
        <p:txBody>
          <a:bodyPr/>
          <a:lstStyle/>
          <a:p>
            <a:fld id="{D2746BFC-6E2B-CA4A-A7A0-4EBE4172E873}" type="slidenum">
              <a:rPr lang="en-US" smtClean="0"/>
              <a:pPr/>
              <a:t>24</a:t>
            </a:fld>
            <a:endParaRPr lang="en-US">
              <a:solidFill>
                <a:schemeClr val="bg1"/>
              </a:solidFill>
            </a:endParaRPr>
          </a:p>
        </p:txBody>
      </p:sp>
      <p:graphicFrame>
        <p:nvGraphicFramePr>
          <p:cNvPr id="22" name="Diagram 21">
            <a:extLst>
              <a:ext uri="{FF2B5EF4-FFF2-40B4-BE49-F238E27FC236}">
                <a16:creationId xmlns:a16="http://schemas.microsoft.com/office/drawing/2014/main" id="{0DCB3B25-8308-CB6E-8362-83B87D2443FA}"/>
              </a:ext>
            </a:extLst>
          </p:cNvPr>
          <p:cNvGraphicFramePr/>
          <p:nvPr/>
        </p:nvGraphicFramePr>
        <p:xfrm>
          <a:off x="383458" y="2723534"/>
          <a:ext cx="7492181" cy="37392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2426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435E2-1E03-18A4-02DA-382C860AA7EE}"/>
            </a:ext>
          </a:extLst>
        </p:cNvPr>
        <p:cNvGrpSpPr/>
        <p:nvPr/>
      </p:nvGrpSpPr>
      <p:grpSpPr>
        <a:xfrm>
          <a:off x="0" y="0"/>
          <a:ext cx="0" cy="0"/>
          <a:chOff x="0" y="0"/>
          <a:chExt cx="0" cy="0"/>
        </a:xfrm>
      </p:grpSpPr>
      <p:pic>
        <p:nvPicPr>
          <p:cNvPr id="3" name="Graphic 2" descr="Document with solid fill">
            <a:extLst>
              <a:ext uri="{FF2B5EF4-FFF2-40B4-BE49-F238E27FC236}">
                <a16:creationId xmlns:a16="http://schemas.microsoft.com/office/drawing/2014/main" id="{4612A9F9-D0BF-A4E2-04A9-BD85B3509A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150" y="2791083"/>
            <a:ext cx="556709" cy="556709"/>
          </a:xfrm>
          <a:prstGeom prst="rect">
            <a:avLst/>
          </a:prstGeom>
        </p:spPr>
      </p:pic>
      <p:pic>
        <p:nvPicPr>
          <p:cNvPr id="6" name="Graphic 5" descr="Group with solid fill">
            <a:extLst>
              <a:ext uri="{FF2B5EF4-FFF2-40B4-BE49-F238E27FC236}">
                <a16:creationId xmlns:a16="http://schemas.microsoft.com/office/drawing/2014/main" id="{7AA4719E-CB6E-59B5-0EE8-DD412A1114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74433" y="2626727"/>
            <a:ext cx="721064" cy="721064"/>
          </a:xfrm>
          <a:prstGeom prst="rect">
            <a:avLst/>
          </a:prstGeom>
        </p:spPr>
      </p:pic>
      <p:sp>
        <p:nvSpPr>
          <p:cNvPr id="7" name="TextBox 6">
            <a:extLst>
              <a:ext uri="{FF2B5EF4-FFF2-40B4-BE49-F238E27FC236}">
                <a16:creationId xmlns:a16="http://schemas.microsoft.com/office/drawing/2014/main" id="{D216BB6E-4B16-E49B-53A7-2DA2B4B26D33}"/>
              </a:ext>
            </a:extLst>
          </p:cNvPr>
          <p:cNvSpPr txBox="1"/>
          <p:nvPr/>
        </p:nvSpPr>
        <p:spPr>
          <a:xfrm>
            <a:off x="9937583" y="2512471"/>
            <a:ext cx="1429252"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Study Team</a:t>
            </a:r>
          </a:p>
        </p:txBody>
      </p:sp>
      <p:sp>
        <p:nvSpPr>
          <p:cNvPr id="10" name="TextBox 9">
            <a:extLst>
              <a:ext uri="{FF2B5EF4-FFF2-40B4-BE49-F238E27FC236}">
                <a16:creationId xmlns:a16="http://schemas.microsoft.com/office/drawing/2014/main" id="{1A360E5E-DD1F-C73A-6571-B55708D07D1C}"/>
              </a:ext>
            </a:extLst>
          </p:cNvPr>
          <p:cNvSpPr txBox="1"/>
          <p:nvPr/>
        </p:nvSpPr>
        <p:spPr>
          <a:xfrm>
            <a:off x="8426705" y="3437426"/>
            <a:ext cx="1796496"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Protocol Outline</a:t>
            </a:r>
          </a:p>
        </p:txBody>
      </p:sp>
      <p:sp>
        <p:nvSpPr>
          <p:cNvPr id="13" name="TextBox 12">
            <a:extLst>
              <a:ext uri="{FF2B5EF4-FFF2-40B4-BE49-F238E27FC236}">
                <a16:creationId xmlns:a16="http://schemas.microsoft.com/office/drawing/2014/main" id="{6BB33FF7-AE72-E029-A21C-9B2922AAF600}"/>
              </a:ext>
            </a:extLst>
          </p:cNvPr>
          <p:cNvSpPr txBox="1"/>
          <p:nvPr/>
        </p:nvSpPr>
        <p:spPr>
          <a:xfrm>
            <a:off x="8563789" y="1760487"/>
            <a:ext cx="1403056"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Schedule of Activities</a:t>
            </a:r>
          </a:p>
        </p:txBody>
      </p:sp>
      <p:cxnSp>
        <p:nvCxnSpPr>
          <p:cNvPr id="15" name="Connector: Elbow 14">
            <a:extLst>
              <a:ext uri="{FF2B5EF4-FFF2-40B4-BE49-F238E27FC236}">
                <a16:creationId xmlns:a16="http://schemas.microsoft.com/office/drawing/2014/main" id="{906AE361-53E4-424E-E0B2-683111FB7B31}"/>
              </a:ext>
            </a:extLst>
          </p:cNvPr>
          <p:cNvCxnSpPr>
            <a:cxnSpLocks/>
          </p:cNvCxnSpPr>
          <p:nvPr/>
        </p:nvCxnSpPr>
        <p:spPr>
          <a:xfrm rot="10800000">
            <a:off x="9689108" y="2417159"/>
            <a:ext cx="496949" cy="443592"/>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78BF841E-E603-484C-C7A9-FAE215DE2A97}"/>
              </a:ext>
            </a:extLst>
          </p:cNvPr>
          <p:cNvCxnSpPr>
            <a:cxnSpLocks/>
          </p:cNvCxnSpPr>
          <p:nvPr/>
        </p:nvCxnSpPr>
        <p:spPr>
          <a:xfrm flipH="1">
            <a:off x="9694752" y="3029412"/>
            <a:ext cx="462101"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7" name="Graphic 56" descr="Daily calendar with solid fill">
            <a:extLst>
              <a:ext uri="{FF2B5EF4-FFF2-40B4-BE49-F238E27FC236}">
                <a16:creationId xmlns:a16="http://schemas.microsoft.com/office/drawing/2014/main" id="{08520596-DCF1-6FF9-B5A1-E817C5C764C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023844" y="2125040"/>
            <a:ext cx="620345" cy="620345"/>
          </a:xfrm>
          <a:prstGeom prst="rect">
            <a:avLst/>
          </a:prstGeom>
        </p:spPr>
      </p:pic>
      <p:pic>
        <p:nvPicPr>
          <p:cNvPr id="61" name="Graphic 60" descr="Laptop with solid fill">
            <a:extLst>
              <a:ext uri="{FF2B5EF4-FFF2-40B4-BE49-F238E27FC236}">
                <a16:creationId xmlns:a16="http://schemas.microsoft.com/office/drawing/2014/main" id="{C908D08A-B00F-8E5D-CFDA-3A1270D495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72421" y="2681749"/>
            <a:ext cx="620345" cy="620345"/>
          </a:xfrm>
          <a:prstGeom prst="rect">
            <a:avLst/>
          </a:prstGeom>
        </p:spPr>
      </p:pic>
      <p:cxnSp>
        <p:nvCxnSpPr>
          <p:cNvPr id="1066" name="Connector: Elbow 1065">
            <a:extLst>
              <a:ext uri="{FF2B5EF4-FFF2-40B4-BE49-F238E27FC236}">
                <a16:creationId xmlns:a16="http://schemas.microsoft.com/office/drawing/2014/main" id="{AF09F55E-05E8-BB36-A17F-4D040820A3D4}"/>
              </a:ext>
            </a:extLst>
          </p:cNvPr>
          <p:cNvCxnSpPr>
            <a:cxnSpLocks/>
          </p:cNvCxnSpPr>
          <p:nvPr/>
        </p:nvCxnSpPr>
        <p:spPr>
          <a:xfrm rot="10800000" flipV="1">
            <a:off x="8289230" y="2417154"/>
            <a:ext cx="734620" cy="443597"/>
          </a:xfrm>
          <a:prstGeom prst="bentConnector3">
            <a:avLst>
              <a:gd name="adj1" fmla="val 50000"/>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75" name="TextBox 1074">
            <a:extLst>
              <a:ext uri="{FF2B5EF4-FFF2-40B4-BE49-F238E27FC236}">
                <a16:creationId xmlns:a16="http://schemas.microsoft.com/office/drawing/2014/main" id="{FC470FD8-F484-D0AA-FF2E-979A97161CD0}"/>
              </a:ext>
            </a:extLst>
          </p:cNvPr>
          <p:cNvSpPr txBox="1"/>
          <p:nvPr/>
        </p:nvSpPr>
        <p:spPr>
          <a:xfrm>
            <a:off x="6388325" y="376535"/>
            <a:ext cx="1187416" cy="161711"/>
          </a:xfrm>
          <a:prstGeom prst="rect">
            <a:avLst/>
          </a:prstGeom>
          <a:noFill/>
        </p:spPr>
        <p:txBody>
          <a:bodyPr wrap="square" lIns="0" tIns="0" rIns="0" bIns="0" rtlCol="0">
            <a:spAutoFit/>
          </a:bodyPr>
          <a:lstStyle/>
          <a:p>
            <a:pPr algn="r"/>
            <a:r>
              <a:rPr lang="en-US" sz="1051" b="1">
                <a:solidFill>
                  <a:srgbClr val="51A492"/>
                </a:solidFill>
                <a:latin typeface="Century Gothic" panose="020B0502020202020204" pitchFamily="34" charset="0"/>
              </a:rPr>
              <a:t>Data Standards</a:t>
            </a:r>
          </a:p>
        </p:txBody>
      </p:sp>
      <p:sp>
        <p:nvSpPr>
          <p:cNvPr id="1078" name="TextBox 1077">
            <a:extLst>
              <a:ext uri="{FF2B5EF4-FFF2-40B4-BE49-F238E27FC236}">
                <a16:creationId xmlns:a16="http://schemas.microsoft.com/office/drawing/2014/main" id="{C251A51C-0D52-DD72-E7B8-06BE8FD11D10}"/>
              </a:ext>
            </a:extLst>
          </p:cNvPr>
          <p:cNvSpPr txBox="1"/>
          <p:nvPr/>
        </p:nvSpPr>
        <p:spPr>
          <a:xfrm>
            <a:off x="6249931" y="605888"/>
            <a:ext cx="1350836" cy="559064"/>
          </a:xfrm>
          <a:prstGeom prst="rect">
            <a:avLst/>
          </a:prstGeom>
          <a:noFill/>
        </p:spPr>
        <p:txBody>
          <a:bodyPr wrap="square" lIns="0" tIns="0" rIns="0" bIns="0" rtlCol="0">
            <a:spAutoFit/>
          </a:bodyPr>
          <a:lstStyle/>
          <a:p>
            <a:pPr algn="r"/>
            <a:r>
              <a:rPr lang="en-US" sz="900">
                <a:latin typeface="Century Gothic" panose="020B0502020202020204" pitchFamily="34" charset="0"/>
              </a:rPr>
              <a:t>Biomedical Concepts</a:t>
            </a:r>
            <a:br>
              <a:rPr lang="en-US" sz="900">
                <a:latin typeface="Century Gothic" panose="020B0502020202020204" pitchFamily="34" charset="0"/>
              </a:rPr>
            </a:br>
            <a:r>
              <a:rPr lang="en-US" sz="933">
                <a:solidFill>
                  <a:srgbClr val="134678"/>
                </a:solidFill>
                <a:latin typeface="Century Gothic" panose="020B0502020202020204" pitchFamily="34" charset="0"/>
              </a:rPr>
              <a:t>Analysis Concepts</a:t>
            </a:r>
            <a:br>
              <a:rPr lang="en-US" sz="900">
                <a:latin typeface="Century Gothic" panose="020B0502020202020204" pitchFamily="34" charset="0"/>
              </a:rPr>
            </a:br>
            <a:r>
              <a:rPr lang="en-US" sz="900">
                <a:latin typeface="Century Gothic" panose="020B0502020202020204" pitchFamily="34" charset="0"/>
              </a:rPr>
              <a:t>Foundational Standards</a:t>
            </a:r>
            <a:br>
              <a:rPr lang="en-US" sz="900">
                <a:latin typeface="Century Gothic" panose="020B0502020202020204" pitchFamily="34" charset="0"/>
              </a:rPr>
            </a:br>
            <a:endParaRPr lang="en-US" sz="900">
              <a:latin typeface="Century Gothic" panose="020B0502020202020204" pitchFamily="34" charset="0"/>
            </a:endParaRPr>
          </a:p>
        </p:txBody>
      </p:sp>
      <p:sp>
        <p:nvSpPr>
          <p:cNvPr id="1079" name="Rectangle 1078">
            <a:extLst>
              <a:ext uri="{FF2B5EF4-FFF2-40B4-BE49-F238E27FC236}">
                <a16:creationId xmlns:a16="http://schemas.microsoft.com/office/drawing/2014/main" id="{86AB8358-11B3-E709-5328-09C17E2AC178}"/>
              </a:ext>
            </a:extLst>
          </p:cNvPr>
          <p:cNvSpPr/>
          <p:nvPr/>
        </p:nvSpPr>
        <p:spPr>
          <a:xfrm>
            <a:off x="6203181" y="205226"/>
            <a:ext cx="3826903" cy="1001303"/>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1083" name="Graphic 1082" descr="Database outline">
            <a:extLst>
              <a:ext uri="{FF2B5EF4-FFF2-40B4-BE49-F238E27FC236}">
                <a16:creationId xmlns:a16="http://schemas.microsoft.com/office/drawing/2014/main" id="{C662E7AD-19DC-6F97-FE38-A76DEB6718D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42572" y="288017"/>
            <a:ext cx="871192" cy="871192"/>
          </a:xfrm>
          <a:prstGeom prst="rect">
            <a:avLst/>
          </a:prstGeom>
        </p:spPr>
      </p:pic>
      <p:pic>
        <p:nvPicPr>
          <p:cNvPr id="1084" name="Picture 1083" descr="A logo with blue and red text&#10;&#10;Description automatically generated">
            <a:extLst>
              <a:ext uri="{FF2B5EF4-FFF2-40B4-BE49-F238E27FC236}">
                <a16:creationId xmlns:a16="http://schemas.microsoft.com/office/drawing/2014/main" id="{588BC0A5-7156-308D-4F44-C2AEBC93D25F}"/>
              </a:ext>
            </a:extLst>
          </p:cNvPr>
          <p:cNvPicPr>
            <a:picLocks noChangeAspect="1"/>
          </p:cNvPicPr>
          <p:nvPr/>
        </p:nvPicPr>
        <p:blipFill>
          <a:blip r:embed="rId13"/>
          <a:stretch>
            <a:fillRect/>
          </a:stretch>
        </p:blipFill>
        <p:spPr>
          <a:xfrm>
            <a:off x="8419516" y="457370"/>
            <a:ext cx="1508971" cy="561716"/>
          </a:xfrm>
          <a:prstGeom prst="rect">
            <a:avLst/>
          </a:prstGeom>
        </p:spPr>
      </p:pic>
      <p:cxnSp>
        <p:nvCxnSpPr>
          <p:cNvPr id="1085" name="Connector: Elbow 18">
            <a:extLst>
              <a:ext uri="{FF2B5EF4-FFF2-40B4-BE49-F238E27FC236}">
                <a16:creationId xmlns:a16="http://schemas.microsoft.com/office/drawing/2014/main" id="{915ABAD9-1C30-E4FB-A9E8-F895DBB92F70}"/>
              </a:ext>
            </a:extLst>
          </p:cNvPr>
          <p:cNvCxnSpPr>
            <a:cxnSpLocks/>
          </p:cNvCxnSpPr>
          <p:nvPr/>
        </p:nvCxnSpPr>
        <p:spPr>
          <a:xfrm flipH="1">
            <a:off x="8307110" y="3029412"/>
            <a:ext cx="716733"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8">
            <a:extLst>
              <a:ext uri="{FF2B5EF4-FFF2-40B4-BE49-F238E27FC236}">
                <a16:creationId xmlns:a16="http://schemas.microsoft.com/office/drawing/2014/main" id="{05E8E720-DF1D-ADB7-11D7-99E12C7A492B}"/>
              </a:ext>
            </a:extLst>
          </p:cNvPr>
          <p:cNvCxnSpPr>
            <a:cxnSpLocks/>
          </p:cNvCxnSpPr>
          <p:nvPr/>
        </p:nvCxnSpPr>
        <p:spPr>
          <a:xfrm>
            <a:off x="7995031" y="1343223"/>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1092" name="TextBox 1091">
            <a:extLst>
              <a:ext uri="{FF2B5EF4-FFF2-40B4-BE49-F238E27FC236}">
                <a16:creationId xmlns:a16="http://schemas.microsoft.com/office/drawing/2014/main" id="{872FB75A-8FEB-3608-8C4D-75CED7A5C4A3}"/>
              </a:ext>
            </a:extLst>
          </p:cNvPr>
          <p:cNvSpPr txBox="1"/>
          <p:nvPr/>
        </p:nvSpPr>
        <p:spPr>
          <a:xfrm>
            <a:off x="7611179" y="1700995"/>
            <a:ext cx="815527" cy="507831"/>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Select Biomedical Concepts</a:t>
            </a:r>
          </a:p>
        </p:txBody>
      </p:sp>
      <p:sp>
        <p:nvSpPr>
          <p:cNvPr id="2" name="Title 1">
            <a:extLst>
              <a:ext uri="{FF2B5EF4-FFF2-40B4-BE49-F238E27FC236}">
                <a16:creationId xmlns:a16="http://schemas.microsoft.com/office/drawing/2014/main" id="{B0B410CC-F865-384D-0102-FCD2E149D679}"/>
              </a:ext>
            </a:extLst>
          </p:cNvPr>
          <p:cNvSpPr>
            <a:spLocks noGrp="1"/>
          </p:cNvSpPr>
          <p:nvPr>
            <p:ph type="title"/>
          </p:nvPr>
        </p:nvSpPr>
        <p:spPr>
          <a:xfrm>
            <a:off x="1066800" y="0"/>
            <a:ext cx="10515600" cy="1325563"/>
          </a:xfrm>
        </p:spPr>
        <p:txBody>
          <a:bodyPr>
            <a:normAutofit/>
          </a:bodyPr>
          <a:lstStyle/>
          <a:p>
            <a:r>
              <a:rPr lang="en-US" sz="2933"/>
              <a:t>360i Phase 2 Focus</a:t>
            </a:r>
            <a:endParaRPr lang="en-US" sz="2933">
              <a:cs typeface="Arial"/>
            </a:endParaRPr>
          </a:p>
        </p:txBody>
      </p:sp>
      <p:cxnSp>
        <p:nvCxnSpPr>
          <p:cNvPr id="9" name="Connector: Elbow 18">
            <a:extLst>
              <a:ext uri="{FF2B5EF4-FFF2-40B4-BE49-F238E27FC236}">
                <a16:creationId xmlns:a16="http://schemas.microsoft.com/office/drawing/2014/main" id="{0BEB973C-987B-91F3-9362-87AD16556D3C}"/>
              </a:ext>
            </a:extLst>
          </p:cNvPr>
          <p:cNvCxnSpPr>
            <a:cxnSpLocks/>
          </p:cNvCxnSpPr>
          <p:nvPr/>
        </p:nvCxnSpPr>
        <p:spPr>
          <a:xfrm flipH="1">
            <a:off x="6532089" y="3002644"/>
            <a:ext cx="924447" cy="0"/>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8">
            <a:extLst>
              <a:ext uri="{FF2B5EF4-FFF2-40B4-BE49-F238E27FC236}">
                <a16:creationId xmlns:a16="http://schemas.microsoft.com/office/drawing/2014/main" id="{68DC6F47-4807-8E1A-CB42-3F117307263A}"/>
              </a:ext>
            </a:extLst>
          </p:cNvPr>
          <p:cNvCxnSpPr>
            <a:cxnSpLocks/>
          </p:cNvCxnSpPr>
          <p:nvPr/>
        </p:nvCxnSpPr>
        <p:spPr>
          <a:xfrm flipH="1">
            <a:off x="5301410" y="881294"/>
            <a:ext cx="792719" cy="725412"/>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E2311B61-24E9-4A9B-8A69-6B2CB63C6D9F}"/>
              </a:ext>
            </a:extLst>
          </p:cNvPr>
          <p:cNvGrpSpPr/>
          <p:nvPr/>
        </p:nvGrpSpPr>
        <p:grpSpPr>
          <a:xfrm>
            <a:off x="4233875" y="1697488"/>
            <a:ext cx="2468277" cy="2095793"/>
            <a:chOff x="3117749" y="1317269"/>
            <a:chExt cx="1851208" cy="1571845"/>
          </a:xfrm>
        </p:grpSpPr>
        <p:sp>
          <p:nvSpPr>
            <p:cNvPr id="23" name="Rectangle 22">
              <a:extLst>
                <a:ext uri="{FF2B5EF4-FFF2-40B4-BE49-F238E27FC236}">
                  <a16:creationId xmlns:a16="http://schemas.microsoft.com/office/drawing/2014/main" id="{AFB5FA86-5368-73B8-D4B1-CD702B63C9C2}"/>
                </a:ext>
              </a:extLst>
            </p:cNvPr>
            <p:cNvSpPr/>
            <p:nvPr/>
          </p:nvSpPr>
          <p:spPr>
            <a:xfrm>
              <a:off x="3175406" y="1401485"/>
              <a:ext cx="1441080" cy="1487629"/>
            </a:xfrm>
            <a:prstGeom prst="rect">
              <a:avLst/>
            </a:prstGeom>
            <a:no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grpSp>
          <p:nvGrpSpPr>
            <p:cNvPr id="26" name="Group 25">
              <a:extLst>
                <a:ext uri="{FF2B5EF4-FFF2-40B4-BE49-F238E27FC236}">
                  <a16:creationId xmlns:a16="http://schemas.microsoft.com/office/drawing/2014/main" id="{5A612F3D-E7A4-E409-FEF3-4B8D885167E0}"/>
                </a:ext>
              </a:extLst>
            </p:cNvPr>
            <p:cNvGrpSpPr/>
            <p:nvPr/>
          </p:nvGrpSpPr>
          <p:grpSpPr>
            <a:xfrm>
              <a:off x="3117749" y="1540485"/>
              <a:ext cx="1851208" cy="1262431"/>
              <a:chOff x="2608608" y="1482574"/>
              <a:chExt cx="1851208" cy="1262431"/>
            </a:xfrm>
          </p:grpSpPr>
          <p:pic>
            <p:nvPicPr>
              <p:cNvPr id="14" name="Graphic 13" descr="Blockchain outline">
                <a:extLst>
                  <a:ext uri="{FF2B5EF4-FFF2-40B4-BE49-F238E27FC236}">
                    <a16:creationId xmlns:a16="http://schemas.microsoft.com/office/drawing/2014/main" id="{261BD5D3-AD3E-C8A1-874E-1CD493959CE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482574"/>
                <a:ext cx="465258" cy="465258"/>
              </a:xfrm>
              <a:prstGeom prst="rect">
                <a:avLst/>
              </a:prstGeom>
            </p:spPr>
          </p:pic>
          <p:sp>
            <p:nvSpPr>
              <p:cNvPr id="20" name="TextBox 19">
                <a:extLst>
                  <a:ext uri="{FF2B5EF4-FFF2-40B4-BE49-F238E27FC236}">
                    <a16:creationId xmlns:a16="http://schemas.microsoft.com/office/drawing/2014/main" id="{51ED39F1-1612-584F-1721-BC17E73BF761}"/>
                  </a:ext>
                </a:extLst>
              </p:cNvPr>
              <p:cNvSpPr txBox="1"/>
              <p:nvPr/>
            </p:nvSpPr>
            <p:spPr>
              <a:xfrm>
                <a:off x="2799165" y="1648179"/>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Data Collection</a:t>
                </a:r>
              </a:p>
            </p:txBody>
          </p:sp>
          <p:pic>
            <p:nvPicPr>
              <p:cNvPr id="21" name="Graphic 20" descr="Blockchain outline">
                <a:extLst>
                  <a:ext uri="{FF2B5EF4-FFF2-40B4-BE49-F238E27FC236}">
                    <a16:creationId xmlns:a16="http://schemas.microsoft.com/office/drawing/2014/main" id="{359657CB-DAA4-65A6-2024-2575777FAAC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699567" y="1881161"/>
                <a:ext cx="465258" cy="465258"/>
              </a:xfrm>
              <a:prstGeom prst="rect">
                <a:avLst/>
              </a:prstGeom>
            </p:spPr>
          </p:pic>
          <p:sp>
            <p:nvSpPr>
              <p:cNvPr id="22" name="TextBox 21">
                <a:extLst>
                  <a:ext uri="{FF2B5EF4-FFF2-40B4-BE49-F238E27FC236}">
                    <a16:creationId xmlns:a16="http://schemas.microsoft.com/office/drawing/2014/main" id="{0B71B9BE-1CC4-A5F4-DA4E-AA09D3E56637}"/>
                  </a:ext>
                </a:extLst>
              </p:cNvPr>
              <p:cNvSpPr txBox="1"/>
              <p:nvPr/>
            </p:nvSpPr>
            <p:spPr>
              <a:xfrm>
                <a:off x="2671617" y="2049645"/>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p:txBody>
          </p:sp>
          <p:pic>
            <p:nvPicPr>
              <p:cNvPr id="24" name="Graphic 23" descr="Blockchain outline">
                <a:extLst>
                  <a:ext uri="{FF2B5EF4-FFF2-40B4-BE49-F238E27FC236}">
                    <a16:creationId xmlns:a16="http://schemas.microsoft.com/office/drawing/2014/main" id="{493C6B0B-860C-F910-0C1B-5A2B1E90E2E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05377" y="2279747"/>
                <a:ext cx="465258" cy="465258"/>
              </a:xfrm>
              <a:prstGeom prst="rect">
                <a:avLst/>
              </a:prstGeom>
            </p:spPr>
          </p:pic>
          <p:sp>
            <p:nvSpPr>
              <p:cNvPr id="25" name="TextBox 24">
                <a:extLst>
                  <a:ext uri="{FF2B5EF4-FFF2-40B4-BE49-F238E27FC236}">
                    <a16:creationId xmlns:a16="http://schemas.microsoft.com/office/drawing/2014/main" id="{2027A042-E1E3-B08E-19AE-68D118F6BBAE}"/>
                  </a:ext>
                </a:extLst>
              </p:cNvPr>
              <p:cNvSpPr txBox="1"/>
              <p:nvPr/>
            </p:nvSpPr>
            <p:spPr>
              <a:xfrm>
                <a:off x="2608608" y="2451111"/>
                <a:ext cx="1660651" cy="126958"/>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p:txBody>
          </p:sp>
        </p:grpSp>
        <p:sp>
          <p:nvSpPr>
            <p:cNvPr id="33" name="TextBox 32">
              <a:extLst>
                <a:ext uri="{FF2B5EF4-FFF2-40B4-BE49-F238E27FC236}">
                  <a16:creationId xmlns:a16="http://schemas.microsoft.com/office/drawing/2014/main" id="{6C753025-1A47-FC7C-4D90-CECB9729A029}"/>
                </a:ext>
              </a:extLst>
            </p:cNvPr>
            <p:cNvSpPr txBox="1"/>
            <p:nvPr/>
          </p:nvSpPr>
          <p:spPr>
            <a:xfrm>
              <a:off x="3481587" y="1317269"/>
              <a:ext cx="815784" cy="126958"/>
            </a:xfrm>
            <a:prstGeom prst="rect">
              <a:avLst/>
            </a:prstGeom>
            <a:solidFill>
              <a:schemeClr val="bg1"/>
            </a:solidFill>
          </p:spPr>
          <p:txBody>
            <a:bodyPr wrap="square" lIns="0" tIns="0" rIns="0" bIns="0" rtlCol="0">
              <a:spAutoFit/>
            </a:bodyPr>
            <a:lstStyle/>
            <a:p>
              <a:pPr algn="ctr"/>
              <a:r>
                <a:rPr lang="en-US" sz="1100" b="1">
                  <a:latin typeface="Century Gothic" panose="020B0502020202020204" pitchFamily="34" charset="0"/>
                </a:rPr>
                <a:t>Specifications</a:t>
              </a:r>
            </a:p>
          </p:txBody>
        </p:sp>
      </p:grpSp>
      <p:sp>
        <p:nvSpPr>
          <p:cNvPr id="39" name="Rounded Rectangle 3">
            <a:extLst>
              <a:ext uri="{FF2B5EF4-FFF2-40B4-BE49-F238E27FC236}">
                <a16:creationId xmlns:a16="http://schemas.microsoft.com/office/drawing/2014/main" id="{0C97CADE-E06D-B1E0-7853-3BF91FC6AC35}"/>
              </a:ext>
            </a:extLst>
          </p:cNvPr>
          <p:cNvSpPr/>
          <p:nvPr/>
        </p:nvSpPr>
        <p:spPr>
          <a:xfrm>
            <a:off x="1119161" y="1346756"/>
            <a:ext cx="1902923" cy="4639736"/>
          </a:xfrm>
          <a:prstGeom prst="roundRect">
            <a:avLst/>
          </a:prstGeom>
          <a:noFill/>
          <a:ln w="254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accent2">
                  <a:lumMod val="75000"/>
                </a:schemeClr>
              </a:solidFill>
            </a:endParaRPr>
          </a:p>
        </p:txBody>
      </p:sp>
      <p:sp>
        <p:nvSpPr>
          <p:cNvPr id="40" name="TextBox 39">
            <a:extLst>
              <a:ext uri="{FF2B5EF4-FFF2-40B4-BE49-F238E27FC236}">
                <a16:creationId xmlns:a16="http://schemas.microsoft.com/office/drawing/2014/main" id="{3B73CA8F-8CD2-FF0C-07E6-C2F7CB72058A}"/>
              </a:ext>
            </a:extLst>
          </p:cNvPr>
          <p:cNvSpPr txBox="1"/>
          <p:nvPr/>
        </p:nvSpPr>
        <p:spPr>
          <a:xfrm>
            <a:off x="1386612" y="1435877"/>
            <a:ext cx="1485785" cy="830997"/>
          </a:xfrm>
          <a:prstGeom prst="rect">
            <a:avLst/>
          </a:prstGeom>
          <a:noFill/>
        </p:spPr>
        <p:txBody>
          <a:bodyPr wrap="square" rtlCol="0">
            <a:spAutoFit/>
          </a:bodyPr>
          <a:lstStyle/>
          <a:p>
            <a:r>
              <a:rPr lang="en-US" sz="2400" b="1" i="1">
                <a:solidFill>
                  <a:schemeClr val="accent4"/>
                </a:solidFill>
              </a:rPr>
              <a:t>Data Sources</a:t>
            </a:r>
          </a:p>
        </p:txBody>
      </p:sp>
      <p:cxnSp>
        <p:nvCxnSpPr>
          <p:cNvPr id="44" name="Connector: Elbow 18">
            <a:extLst>
              <a:ext uri="{FF2B5EF4-FFF2-40B4-BE49-F238E27FC236}">
                <a16:creationId xmlns:a16="http://schemas.microsoft.com/office/drawing/2014/main" id="{E91DBE48-4AFA-9936-9C38-27AAE82A768A}"/>
              </a:ext>
            </a:extLst>
          </p:cNvPr>
          <p:cNvCxnSpPr>
            <a:cxnSpLocks/>
          </p:cNvCxnSpPr>
          <p:nvPr/>
        </p:nvCxnSpPr>
        <p:spPr>
          <a:xfrm>
            <a:off x="3184932" y="5229371"/>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18">
            <a:extLst>
              <a:ext uri="{FF2B5EF4-FFF2-40B4-BE49-F238E27FC236}">
                <a16:creationId xmlns:a16="http://schemas.microsoft.com/office/drawing/2014/main" id="{A36367C4-8440-682B-51CE-7B85102A9C32}"/>
              </a:ext>
            </a:extLst>
          </p:cNvPr>
          <p:cNvCxnSpPr>
            <a:cxnSpLocks/>
          </p:cNvCxnSpPr>
          <p:nvPr/>
        </p:nvCxnSpPr>
        <p:spPr>
          <a:xfrm flipH="1">
            <a:off x="3158117" y="2745384"/>
            <a:ext cx="701512"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pic>
        <p:nvPicPr>
          <p:cNvPr id="50" name="Graphic 49" descr="Internet Of Things outline">
            <a:extLst>
              <a:ext uri="{FF2B5EF4-FFF2-40B4-BE49-F238E27FC236}">
                <a16:creationId xmlns:a16="http://schemas.microsoft.com/office/drawing/2014/main" id="{1CFBED8F-F56F-3880-0931-F122B7E62E9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995979" y="2512471"/>
            <a:ext cx="738093" cy="738093"/>
          </a:xfrm>
          <a:prstGeom prst="rect">
            <a:avLst/>
          </a:prstGeom>
        </p:spPr>
      </p:pic>
      <p:pic>
        <p:nvPicPr>
          <p:cNvPr id="52" name="Graphic 51" descr="Keyboard with solid fill">
            <a:extLst>
              <a:ext uri="{FF2B5EF4-FFF2-40B4-BE49-F238E27FC236}">
                <a16:creationId xmlns:a16="http://schemas.microsoft.com/office/drawing/2014/main" id="{FB0C86A2-211C-77BF-6A1E-466618AAAC26}"/>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97791" y="3192293"/>
            <a:ext cx="686476" cy="686476"/>
          </a:xfrm>
          <a:prstGeom prst="rect">
            <a:avLst/>
          </a:prstGeom>
        </p:spPr>
      </p:pic>
      <p:pic>
        <p:nvPicPr>
          <p:cNvPr id="54" name="Graphic 53" descr="Tablet with solid fill">
            <a:extLst>
              <a:ext uri="{FF2B5EF4-FFF2-40B4-BE49-F238E27FC236}">
                <a16:creationId xmlns:a16="http://schemas.microsoft.com/office/drawing/2014/main" id="{39F5EC4F-7AF7-59AA-6EA8-50A7EE8B62D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364504" y="4467749"/>
            <a:ext cx="611320" cy="611320"/>
          </a:xfrm>
          <a:prstGeom prst="rect">
            <a:avLst/>
          </a:prstGeom>
        </p:spPr>
      </p:pic>
      <p:pic>
        <p:nvPicPr>
          <p:cNvPr id="56" name="Graphic 55" descr="Smart Phone with solid fill">
            <a:extLst>
              <a:ext uri="{FF2B5EF4-FFF2-40B4-BE49-F238E27FC236}">
                <a16:creationId xmlns:a16="http://schemas.microsoft.com/office/drawing/2014/main" id="{B51DE614-50AB-C17F-3D42-EDEE831C39C6}"/>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221166" y="3957637"/>
            <a:ext cx="568023" cy="568023"/>
          </a:xfrm>
          <a:prstGeom prst="rect">
            <a:avLst/>
          </a:prstGeom>
        </p:spPr>
      </p:pic>
      <p:sp>
        <p:nvSpPr>
          <p:cNvPr id="60" name="TextBox 59">
            <a:extLst>
              <a:ext uri="{FF2B5EF4-FFF2-40B4-BE49-F238E27FC236}">
                <a16:creationId xmlns:a16="http://schemas.microsoft.com/office/drawing/2014/main" id="{5F22B9CF-1787-51EE-7C4F-1A0333C0A654}"/>
              </a:ext>
            </a:extLst>
          </p:cNvPr>
          <p:cNvSpPr txBox="1"/>
          <p:nvPr/>
        </p:nvSpPr>
        <p:spPr>
          <a:xfrm>
            <a:off x="2018801" y="3437426"/>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EDC</a:t>
            </a:r>
          </a:p>
        </p:txBody>
      </p:sp>
      <p:sp>
        <p:nvSpPr>
          <p:cNvPr id="62" name="TextBox 61">
            <a:extLst>
              <a:ext uri="{FF2B5EF4-FFF2-40B4-BE49-F238E27FC236}">
                <a16:creationId xmlns:a16="http://schemas.microsoft.com/office/drawing/2014/main" id="{6386DFA9-492F-341E-550D-68AF6A9FC415}"/>
              </a:ext>
            </a:extLst>
          </p:cNvPr>
          <p:cNvSpPr txBox="1"/>
          <p:nvPr/>
        </p:nvSpPr>
        <p:spPr>
          <a:xfrm>
            <a:off x="2018799" y="470419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EHR</a:t>
            </a:r>
          </a:p>
        </p:txBody>
      </p:sp>
      <p:sp>
        <p:nvSpPr>
          <p:cNvPr id="63" name="TextBox 62">
            <a:extLst>
              <a:ext uri="{FF2B5EF4-FFF2-40B4-BE49-F238E27FC236}">
                <a16:creationId xmlns:a16="http://schemas.microsoft.com/office/drawing/2014/main" id="{CCCB698E-BD94-C91F-93B6-3821738FF1E2}"/>
              </a:ext>
            </a:extLst>
          </p:cNvPr>
          <p:cNvSpPr txBox="1"/>
          <p:nvPr/>
        </p:nvSpPr>
        <p:spPr>
          <a:xfrm>
            <a:off x="1262401" y="2804403"/>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eDT</a:t>
            </a:r>
          </a:p>
        </p:txBody>
      </p:sp>
      <p:sp>
        <p:nvSpPr>
          <p:cNvPr id="1025" name="TextBox 1024">
            <a:extLst>
              <a:ext uri="{FF2B5EF4-FFF2-40B4-BE49-F238E27FC236}">
                <a16:creationId xmlns:a16="http://schemas.microsoft.com/office/drawing/2014/main" id="{3C6DBF0A-E193-3241-28CA-DD827171AE41}"/>
              </a:ext>
            </a:extLst>
          </p:cNvPr>
          <p:cNvSpPr txBox="1"/>
          <p:nvPr/>
        </p:nvSpPr>
        <p:spPr>
          <a:xfrm>
            <a:off x="1323754" y="4141947"/>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DHT</a:t>
            </a:r>
          </a:p>
        </p:txBody>
      </p:sp>
      <p:pic>
        <p:nvPicPr>
          <p:cNvPr id="1030" name="Graphic 1029" descr="Gears outline">
            <a:extLst>
              <a:ext uri="{FF2B5EF4-FFF2-40B4-BE49-F238E27FC236}">
                <a16:creationId xmlns:a16="http://schemas.microsoft.com/office/drawing/2014/main" id="{6B3F9398-3FF7-D868-1E1E-CA135C7B521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348589" y="4956167"/>
            <a:ext cx="620344" cy="620344"/>
          </a:xfrm>
          <a:prstGeom prst="rect">
            <a:avLst/>
          </a:prstGeom>
        </p:spPr>
      </p:pic>
      <p:pic>
        <p:nvPicPr>
          <p:cNvPr id="1031" name="Graphic 1030" descr="Database outline">
            <a:extLst>
              <a:ext uri="{FF2B5EF4-FFF2-40B4-BE49-F238E27FC236}">
                <a16:creationId xmlns:a16="http://schemas.microsoft.com/office/drawing/2014/main" id="{A0FAD8D3-9BB1-1C35-2DA8-FBDFC84992F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90741" y="4914986"/>
            <a:ext cx="679119" cy="679119"/>
          </a:xfrm>
          <a:prstGeom prst="rect">
            <a:avLst/>
          </a:prstGeom>
        </p:spPr>
      </p:pic>
      <p:pic>
        <p:nvPicPr>
          <p:cNvPr id="1033" name="Graphic 1032" descr="Database outline">
            <a:extLst>
              <a:ext uri="{FF2B5EF4-FFF2-40B4-BE49-F238E27FC236}">
                <a16:creationId xmlns:a16="http://schemas.microsoft.com/office/drawing/2014/main" id="{DE32626E-39F8-3F76-B11B-5143BA484E6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22354" y="4889811"/>
            <a:ext cx="679119" cy="679119"/>
          </a:xfrm>
          <a:prstGeom prst="rect">
            <a:avLst/>
          </a:prstGeom>
        </p:spPr>
      </p:pic>
      <p:pic>
        <p:nvPicPr>
          <p:cNvPr id="1034" name="Graphic 1033" descr="Gears outline">
            <a:extLst>
              <a:ext uri="{FF2B5EF4-FFF2-40B4-BE49-F238E27FC236}">
                <a16:creationId xmlns:a16="http://schemas.microsoft.com/office/drawing/2014/main" id="{F9AC6097-86EC-087F-1041-38D76EED7EFA}"/>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174768" y="4938863"/>
            <a:ext cx="620344" cy="620344"/>
          </a:xfrm>
          <a:prstGeom prst="rect">
            <a:avLst/>
          </a:prstGeom>
        </p:spPr>
      </p:pic>
      <p:pic>
        <p:nvPicPr>
          <p:cNvPr id="1036" name="Graphic 1035" descr="Scatterplot outline">
            <a:extLst>
              <a:ext uri="{FF2B5EF4-FFF2-40B4-BE49-F238E27FC236}">
                <a16:creationId xmlns:a16="http://schemas.microsoft.com/office/drawing/2014/main" id="{D49A82B2-4DAC-714D-6051-2EFAB7688B13}"/>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316831" y="4948087"/>
            <a:ext cx="595400" cy="595400"/>
          </a:xfrm>
          <a:prstGeom prst="rect">
            <a:avLst/>
          </a:prstGeom>
        </p:spPr>
      </p:pic>
      <p:pic>
        <p:nvPicPr>
          <p:cNvPr id="1039" name="Graphic 1038" descr="Document with solid fill">
            <a:extLst>
              <a:ext uri="{FF2B5EF4-FFF2-40B4-BE49-F238E27FC236}">
                <a16:creationId xmlns:a16="http://schemas.microsoft.com/office/drawing/2014/main" id="{C263DFB0-9CB3-E76C-E81C-BB45E77A0E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01004" y="4956167"/>
            <a:ext cx="595400" cy="595400"/>
          </a:xfrm>
          <a:prstGeom prst="rect">
            <a:avLst/>
          </a:prstGeom>
        </p:spPr>
      </p:pic>
      <p:sp>
        <p:nvSpPr>
          <p:cNvPr id="1041" name="TextBox 1040">
            <a:extLst>
              <a:ext uri="{FF2B5EF4-FFF2-40B4-BE49-F238E27FC236}">
                <a16:creationId xmlns:a16="http://schemas.microsoft.com/office/drawing/2014/main" id="{9608DA9A-E342-230A-9B3F-76EDCB1D296E}"/>
              </a:ext>
            </a:extLst>
          </p:cNvPr>
          <p:cNvSpPr txBox="1"/>
          <p:nvPr/>
        </p:nvSpPr>
        <p:spPr>
          <a:xfrm>
            <a:off x="5095061" y="5625191"/>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Tabulation</a:t>
            </a:r>
          </a:p>
          <a:p>
            <a:pPr algn="ctr"/>
            <a:r>
              <a:rPr lang="en-US" sz="1100">
                <a:latin typeface="Century Gothic" panose="020B0502020202020204" pitchFamily="34" charset="0"/>
              </a:rPr>
              <a:t>Datasets</a:t>
            </a:r>
          </a:p>
        </p:txBody>
      </p:sp>
      <p:sp>
        <p:nvSpPr>
          <p:cNvPr id="1045" name="TextBox 1044">
            <a:extLst>
              <a:ext uri="{FF2B5EF4-FFF2-40B4-BE49-F238E27FC236}">
                <a16:creationId xmlns:a16="http://schemas.microsoft.com/office/drawing/2014/main" id="{6B155926-D43D-E0D2-9B12-89271D8DA2C5}"/>
              </a:ext>
            </a:extLst>
          </p:cNvPr>
          <p:cNvSpPr txBox="1"/>
          <p:nvPr/>
        </p:nvSpPr>
        <p:spPr>
          <a:xfrm>
            <a:off x="4257562" y="4774685"/>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Extract</a:t>
            </a:r>
          </a:p>
        </p:txBody>
      </p:sp>
      <p:pic>
        <p:nvPicPr>
          <p:cNvPr id="1046" name="Graphic 1045" descr="Gears outline">
            <a:extLst>
              <a:ext uri="{FF2B5EF4-FFF2-40B4-BE49-F238E27FC236}">
                <a16:creationId xmlns:a16="http://schemas.microsoft.com/office/drawing/2014/main" id="{2533E6C5-7643-B67B-3838-E974BF09DF9E}"/>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6196296" y="4954188"/>
            <a:ext cx="620344" cy="620344"/>
          </a:xfrm>
          <a:prstGeom prst="rect">
            <a:avLst/>
          </a:prstGeom>
        </p:spPr>
      </p:pic>
      <p:sp>
        <p:nvSpPr>
          <p:cNvPr id="1049" name="TextBox 1048">
            <a:extLst>
              <a:ext uri="{FF2B5EF4-FFF2-40B4-BE49-F238E27FC236}">
                <a16:creationId xmlns:a16="http://schemas.microsoft.com/office/drawing/2014/main" id="{A4DC4C6C-11C6-3769-DE8B-7F48C6F57E23}"/>
              </a:ext>
            </a:extLst>
          </p:cNvPr>
          <p:cNvSpPr txBox="1"/>
          <p:nvPr/>
        </p:nvSpPr>
        <p:spPr>
          <a:xfrm>
            <a:off x="6058051" y="4779919"/>
            <a:ext cx="815527" cy="169277"/>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Generate</a:t>
            </a:r>
          </a:p>
        </p:txBody>
      </p:sp>
      <p:sp>
        <p:nvSpPr>
          <p:cNvPr id="1050" name="TextBox 1049">
            <a:extLst>
              <a:ext uri="{FF2B5EF4-FFF2-40B4-BE49-F238E27FC236}">
                <a16:creationId xmlns:a16="http://schemas.microsoft.com/office/drawing/2014/main" id="{023BCAD1-0DFA-254B-95BE-3DED5F89936E}"/>
              </a:ext>
            </a:extLst>
          </p:cNvPr>
          <p:cNvSpPr txBox="1"/>
          <p:nvPr/>
        </p:nvSpPr>
        <p:spPr>
          <a:xfrm>
            <a:off x="7009375" y="5618567"/>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Analysis</a:t>
            </a:r>
          </a:p>
          <a:p>
            <a:pPr algn="ctr"/>
            <a:r>
              <a:rPr lang="en-US" sz="1100">
                <a:latin typeface="Century Gothic" panose="020B0502020202020204" pitchFamily="34" charset="0"/>
              </a:rPr>
              <a:t>Datasets</a:t>
            </a:r>
          </a:p>
        </p:txBody>
      </p:sp>
      <p:sp>
        <p:nvSpPr>
          <p:cNvPr id="1051" name="TextBox 1050">
            <a:extLst>
              <a:ext uri="{FF2B5EF4-FFF2-40B4-BE49-F238E27FC236}">
                <a16:creationId xmlns:a16="http://schemas.microsoft.com/office/drawing/2014/main" id="{742763F0-3CCF-EA07-9C1E-5EFE7C28D93A}"/>
              </a:ext>
            </a:extLst>
          </p:cNvPr>
          <p:cNvSpPr txBox="1"/>
          <p:nvPr/>
        </p:nvSpPr>
        <p:spPr>
          <a:xfrm>
            <a:off x="8116632" y="4582076"/>
            <a:ext cx="815527" cy="338554"/>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Analyze </a:t>
            </a:r>
            <a:br>
              <a:rPr lang="en-US" sz="1100">
                <a:latin typeface="Century Gothic" panose="020B0502020202020204" pitchFamily="34" charset="0"/>
              </a:rPr>
            </a:br>
            <a:r>
              <a:rPr lang="en-US" sz="1100">
                <a:latin typeface="Century Gothic" panose="020B0502020202020204" pitchFamily="34" charset="0"/>
              </a:rPr>
              <a:t>&amp; Output</a:t>
            </a:r>
          </a:p>
        </p:txBody>
      </p:sp>
      <p:sp>
        <p:nvSpPr>
          <p:cNvPr id="1052" name="TextBox 1051">
            <a:extLst>
              <a:ext uri="{FF2B5EF4-FFF2-40B4-BE49-F238E27FC236}">
                <a16:creationId xmlns:a16="http://schemas.microsoft.com/office/drawing/2014/main" id="{86D9B27D-39CC-B895-A901-51359AB04975}"/>
              </a:ext>
            </a:extLst>
          </p:cNvPr>
          <p:cNvSpPr txBox="1"/>
          <p:nvPr/>
        </p:nvSpPr>
        <p:spPr>
          <a:xfrm>
            <a:off x="9174001" y="5652490"/>
            <a:ext cx="870475" cy="338554"/>
          </a:xfrm>
          <a:prstGeom prst="rect">
            <a:avLst/>
          </a:prstGeom>
          <a:noFill/>
        </p:spPr>
        <p:txBody>
          <a:bodyPr wrap="square" lIns="0" tIns="0" rIns="0" bIns="0" rtlCol="0">
            <a:spAutoFit/>
          </a:bodyPr>
          <a:lstStyle/>
          <a:p>
            <a:pPr algn="ctr"/>
            <a:r>
              <a:rPr lang="en-US" sz="1100">
                <a:latin typeface="Century Gothic" panose="020B0502020202020204" pitchFamily="34" charset="0"/>
              </a:rPr>
              <a:t>Results</a:t>
            </a:r>
          </a:p>
          <a:p>
            <a:pPr algn="ctr"/>
            <a:r>
              <a:rPr lang="en-US" sz="1100">
                <a:latin typeface="Century Gothic" panose="020B0502020202020204" pitchFamily="34" charset="0"/>
              </a:rPr>
              <a:t>TFLs</a:t>
            </a:r>
          </a:p>
        </p:txBody>
      </p:sp>
      <p:sp>
        <p:nvSpPr>
          <p:cNvPr id="1053" name="TextBox 1052">
            <a:extLst>
              <a:ext uri="{FF2B5EF4-FFF2-40B4-BE49-F238E27FC236}">
                <a16:creationId xmlns:a16="http://schemas.microsoft.com/office/drawing/2014/main" id="{BE15BBDE-826B-820C-844E-1535E818EB80}"/>
              </a:ext>
            </a:extLst>
          </p:cNvPr>
          <p:cNvSpPr txBox="1"/>
          <p:nvPr/>
        </p:nvSpPr>
        <p:spPr>
          <a:xfrm>
            <a:off x="10463467" y="5638881"/>
            <a:ext cx="870475"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Report</a:t>
            </a:r>
          </a:p>
        </p:txBody>
      </p:sp>
      <p:cxnSp>
        <p:nvCxnSpPr>
          <p:cNvPr id="1055" name="Connector: Elbow 18">
            <a:extLst>
              <a:ext uri="{FF2B5EF4-FFF2-40B4-BE49-F238E27FC236}">
                <a16:creationId xmlns:a16="http://schemas.microsoft.com/office/drawing/2014/main" id="{4307DB1C-1FC8-DED9-C2F5-299289C31699}"/>
              </a:ext>
            </a:extLst>
          </p:cNvPr>
          <p:cNvCxnSpPr>
            <a:cxnSpLocks/>
          </p:cNvCxnSpPr>
          <p:nvPr/>
        </p:nvCxnSpPr>
        <p:spPr>
          <a:xfrm>
            <a:off x="6388325"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6" name="Connector: Elbow 18">
            <a:extLst>
              <a:ext uri="{FF2B5EF4-FFF2-40B4-BE49-F238E27FC236}">
                <a16:creationId xmlns:a16="http://schemas.microsoft.com/office/drawing/2014/main" id="{CE2F1A0C-38C0-D2BA-1449-73D97B7C8278}"/>
              </a:ext>
            </a:extLst>
          </p:cNvPr>
          <p:cNvCxnSpPr>
            <a:cxnSpLocks/>
          </p:cNvCxnSpPr>
          <p:nvPr/>
        </p:nvCxnSpPr>
        <p:spPr>
          <a:xfrm>
            <a:off x="8444845" y="578481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cxnSp>
        <p:nvCxnSpPr>
          <p:cNvPr id="1057" name="Connector: Elbow 18">
            <a:extLst>
              <a:ext uri="{FF2B5EF4-FFF2-40B4-BE49-F238E27FC236}">
                <a16:creationId xmlns:a16="http://schemas.microsoft.com/office/drawing/2014/main" id="{71AF2617-B566-F83B-B85E-EB8AD5185484}"/>
              </a:ext>
            </a:extLst>
          </p:cNvPr>
          <p:cNvCxnSpPr>
            <a:cxnSpLocks/>
          </p:cNvCxnSpPr>
          <p:nvPr/>
        </p:nvCxnSpPr>
        <p:spPr>
          <a:xfrm>
            <a:off x="9953121" y="5781785"/>
            <a:ext cx="647883" cy="0"/>
          </a:xfrm>
          <a:prstGeom prst="straightConnector1">
            <a:avLst/>
          </a:prstGeom>
          <a:ln w="34925">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A148675-DA8C-6AD1-2495-283D5F4BAA02}"/>
              </a:ext>
            </a:extLst>
          </p:cNvPr>
          <p:cNvSpPr txBox="1"/>
          <p:nvPr/>
        </p:nvSpPr>
        <p:spPr>
          <a:xfrm>
            <a:off x="7716676" y="3211393"/>
            <a:ext cx="556709" cy="169277"/>
          </a:xfrm>
          <a:prstGeom prst="rect">
            <a:avLst/>
          </a:prstGeom>
          <a:noFill/>
        </p:spPr>
        <p:txBody>
          <a:bodyPr wrap="square" lIns="0" tIns="0" rIns="0" bIns="0" rtlCol="0">
            <a:spAutoFit/>
          </a:bodyPr>
          <a:lstStyle/>
          <a:p>
            <a:pPr algn="ctr"/>
            <a:r>
              <a:rPr lang="en-US" sz="1100">
                <a:latin typeface="Century Gothic" panose="020B0502020202020204" pitchFamily="34" charset="0"/>
              </a:rPr>
              <a:t>USDM</a:t>
            </a:r>
          </a:p>
        </p:txBody>
      </p:sp>
      <p:sp>
        <p:nvSpPr>
          <p:cNvPr id="11" name="Slide Number Placeholder 4">
            <a:extLst>
              <a:ext uri="{FF2B5EF4-FFF2-40B4-BE49-F238E27FC236}">
                <a16:creationId xmlns:a16="http://schemas.microsoft.com/office/drawing/2014/main" id="{F2C29140-6BE0-5376-CFC0-70BF52ACF205}"/>
              </a:ext>
            </a:extLst>
          </p:cNvPr>
          <p:cNvSpPr>
            <a:spLocks noGrp="1"/>
          </p:cNvSpPr>
          <p:nvPr>
            <p:ph type="sldNum" sz="quarter" idx="12"/>
          </p:nvPr>
        </p:nvSpPr>
        <p:spPr>
          <a:xfrm>
            <a:off x="11174027" y="6356351"/>
            <a:ext cx="408373" cy="365125"/>
          </a:xfrm>
        </p:spPr>
        <p:txBody>
          <a:bodyPr/>
          <a:lstStyle/>
          <a:p>
            <a:fld id="{EB4FF9C4-EEBF-D24D-8A4E-C0B9CCE3F975}" type="slidenum">
              <a:rPr lang="en-US" smtClean="0"/>
              <a:t>25</a:t>
            </a:fld>
            <a:endParaRPr lang="en-US"/>
          </a:p>
        </p:txBody>
      </p:sp>
      <p:pic>
        <p:nvPicPr>
          <p:cNvPr id="5" name="Picture 4">
            <a:extLst>
              <a:ext uri="{FF2B5EF4-FFF2-40B4-BE49-F238E27FC236}">
                <a16:creationId xmlns:a16="http://schemas.microsoft.com/office/drawing/2014/main" id="{935CA2EF-A261-41A9-F096-55F536E7FE83}"/>
              </a:ext>
            </a:extLst>
          </p:cNvPr>
          <p:cNvPicPr>
            <a:picLocks noChangeAspect="1"/>
          </p:cNvPicPr>
          <p:nvPr/>
        </p:nvPicPr>
        <p:blipFill>
          <a:blip r:embed="rId28"/>
          <a:stretch>
            <a:fillRect/>
          </a:stretch>
        </p:blipFill>
        <p:spPr>
          <a:xfrm>
            <a:off x="11101824" y="69286"/>
            <a:ext cx="998563" cy="1015621"/>
          </a:xfrm>
          <a:prstGeom prst="rect">
            <a:avLst/>
          </a:prstGeom>
        </p:spPr>
      </p:pic>
      <p:sp>
        <p:nvSpPr>
          <p:cNvPr id="38" name="Rechthoek 37">
            <a:extLst>
              <a:ext uri="{FF2B5EF4-FFF2-40B4-BE49-F238E27FC236}">
                <a16:creationId xmlns:a16="http://schemas.microsoft.com/office/drawing/2014/main" id="{EB2D036F-2DA2-A419-6E45-06F60B199A4A}"/>
              </a:ext>
            </a:extLst>
          </p:cNvPr>
          <p:cNvSpPr/>
          <p:nvPr/>
        </p:nvSpPr>
        <p:spPr>
          <a:xfrm>
            <a:off x="3731071" y="1290133"/>
            <a:ext cx="7602871" cy="2639788"/>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55A8D80-C5A8-4CB0-45E8-C0F4FCEB7AE3}"/>
              </a:ext>
            </a:extLst>
          </p:cNvPr>
          <p:cNvSpPr txBox="1"/>
          <p:nvPr/>
        </p:nvSpPr>
        <p:spPr>
          <a:xfrm>
            <a:off x="4181914" y="1010208"/>
            <a:ext cx="1132927" cy="533544"/>
          </a:xfrm>
          <a:prstGeom prst="rect">
            <a:avLst/>
          </a:prstGeom>
          <a:solidFill>
            <a:schemeClr val="bg1"/>
          </a:solidFill>
        </p:spPr>
        <p:txBody>
          <a:bodyPr wrap="square" lIns="121920" tIns="60960" rIns="121920" bIns="60960" rtlCol="0" anchor="t">
            <a:spAutoFit/>
          </a:bodyPr>
          <a:lstStyle/>
          <a:p>
            <a:pPr algn="ctr"/>
            <a:r>
              <a:rPr lang="en-US" sz="2667" b="1" i="1">
                <a:solidFill>
                  <a:schemeClr val="accent2"/>
                </a:solidFill>
              </a:rPr>
              <a:t>Build</a:t>
            </a:r>
          </a:p>
        </p:txBody>
      </p:sp>
      <p:sp>
        <p:nvSpPr>
          <p:cNvPr id="8" name="TextBox 7">
            <a:extLst>
              <a:ext uri="{FF2B5EF4-FFF2-40B4-BE49-F238E27FC236}">
                <a16:creationId xmlns:a16="http://schemas.microsoft.com/office/drawing/2014/main" id="{D1E228D5-47D6-839C-1850-706C05545CD5}"/>
              </a:ext>
            </a:extLst>
          </p:cNvPr>
          <p:cNvSpPr txBox="1"/>
          <p:nvPr/>
        </p:nvSpPr>
        <p:spPr>
          <a:xfrm>
            <a:off x="7150712" y="3660972"/>
            <a:ext cx="1458276" cy="533544"/>
          </a:xfrm>
          <a:prstGeom prst="rect">
            <a:avLst/>
          </a:prstGeom>
          <a:solidFill>
            <a:schemeClr val="bg1"/>
          </a:solidFill>
        </p:spPr>
        <p:txBody>
          <a:bodyPr wrap="square" lIns="121920" tIns="60960" rIns="121920" bIns="60960" rtlCol="0" anchor="t">
            <a:spAutoFit/>
          </a:bodyPr>
          <a:lstStyle/>
          <a:p>
            <a:pPr algn="ctr"/>
            <a:r>
              <a:rPr lang="en-US" sz="2667" b="1" i="1">
                <a:solidFill>
                  <a:schemeClr val="accent2"/>
                </a:solidFill>
              </a:rPr>
              <a:t>Design</a:t>
            </a:r>
          </a:p>
        </p:txBody>
      </p:sp>
      <p:cxnSp>
        <p:nvCxnSpPr>
          <p:cNvPr id="48" name="Connector: Elbow 18">
            <a:extLst>
              <a:ext uri="{FF2B5EF4-FFF2-40B4-BE49-F238E27FC236}">
                <a16:creationId xmlns:a16="http://schemas.microsoft.com/office/drawing/2014/main" id="{1302955A-0221-C132-7BDF-CC24F937F472}"/>
              </a:ext>
            </a:extLst>
          </p:cNvPr>
          <p:cNvCxnSpPr>
            <a:cxnSpLocks/>
          </p:cNvCxnSpPr>
          <p:nvPr/>
        </p:nvCxnSpPr>
        <p:spPr>
          <a:xfrm>
            <a:off x="7170143" y="1353357"/>
            <a:ext cx="0" cy="1283504"/>
          </a:xfrm>
          <a:prstGeom prst="straightConnector1">
            <a:avLst/>
          </a:prstGeom>
          <a:ln w="25400">
            <a:solidFill>
              <a:srgbClr val="51A492"/>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1091">
            <a:extLst>
              <a:ext uri="{FF2B5EF4-FFF2-40B4-BE49-F238E27FC236}">
                <a16:creationId xmlns:a16="http://schemas.microsoft.com/office/drawing/2014/main" id="{AEB39715-79C0-081A-8F37-9BD61F92CFC2}"/>
              </a:ext>
            </a:extLst>
          </p:cNvPr>
          <p:cNvSpPr txBox="1"/>
          <p:nvPr/>
        </p:nvSpPr>
        <p:spPr>
          <a:xfrm>
            <a:off x="6738338" y="1705514"/>
            <a:ext cx="815527" cy="507831"/>
          </a:xfrm>
          <a:prstGeom prst="rect">
            <a:avLst/>
          </a:prstGeom>
          <a:solidFill>
            <a:schemeClr val="bg1"/>
          </a:solidFill>
        </p:spPr>
        <p:txBody>
          <a:bodyPr wrap="square" lIns="0" tIns="0" rIns="0" bIns="0" rtlCol="0">
            <a:spAutoFit/>
          </a:bodyPr>
          <a:lstStyle/>
          <a:p>
            <a:pPr algn="ctr"/>
            <a:r>
              <a:rPr lang="en-US" sz="1100">
                <a:latin typeface="Century Gothic" panose="020B0502020202020204" pitchFamily="34" charset="0"/>
              </a:rPr>
              <a:t>Select Analysis</a:t>
            </a:r>
            <a:br>
              <a:rPr lang="en-US" sz="1100">
                <a:latin typeface="Century Gothic" panose="020B0502020202020204" pitchFamily="34" charset="0"/>
              </a:rPr>
            </a:br>
            <a:r>
              <a:rPr lang="en-US" sz="1100">
                <a:latin typeface="Century Gothic" panose="020B0502020202020204" pitchFamily="34" charset="0"/>
              </a:rPr>
              <a:t>Concepts</a:t>
            </a:r>
          </a:p>
        </p:txBody>
      </p:sp>
      <p:sp>
        <p:nvSpPr>
          <p:cNvPr id="51" name="Rechthoek 50">
            <a:extLst>
              <a:ext uri="{FF2B5EF4-FFF2-40B4-BE49-F238E27FC236}">
                <a16:creationId xmlns:a16="http://schemas.microsoft.com/office/drawing/2014/main" id="{5AF9F6B0-8DA2-3247-F0A3-737819C9FF89}"/>
              </a:ext>
            </a:extLst>
          </p:cNvPr>
          <p:cNvSpPr/>
          <p:nvPr/>
        </p:nvSpPr>
        <p:spPr>
          <a:xfrm>
            <a:off x="5095060" y="4525660"/>
            <a:ext cx="6238882" cy="1894328"/>
          </a:xfrm>
          <a:prstGeom prst="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14C2CAA2-851C-42B4-C28A-FA2FAB200CC8}"/>
              </a:ext>
            </a:extLst>
          </p:cNvPr>
          <p:cNvSpPr txBox="1"/>
          <p:nvPr/>
        </p:nvSpPr>
        <p:spPr>
          <a:xfrm>
            <a:off x="6980146" y="6156806"/>
            <a:ext cx="1167519" cy="502766"/>
          </a:xfrm>
          <a:prstGeom prst="rect">
            <a:avLst/>
          </a:prstGeom>
          <a:solidFill>
            <a:schemeClr val="bg1"/>
          </a:solidFill>
        </p:spPr>
        <p:txBody>
          <a:bodyPr wrap="square" rtlCol="0">
            <a:spAutoFit/>
          </a:bodyPr>
          <a:lstStyle/>
          <a:p>
            <a:pPr algn="ctr"/>
            <a:r>
              <a:rPr lang="en-US" sz="2667" b="1" i="1">
                <a:solidFill>
                  <a:schemeClr val="accent2"/>
                </a:solidFill>
              </a:rPr>
              <a:t>Run</a:t>
            </a:r>
          </a:p>
        </p:txBody>
      </p:sp>
      <p:sp>
        <p:nvSpPr>
          <p:cNvPr id="53" name="Rounded Rectangle 17">
            <a:extLst>
              <a:ext uri="{FF2B5EF4-FFF2-40B4-BE49-F238E27FC236}">
                <a16:creationId xmlns:a16="http://schemas.microsoft.com/office/drawing/2014/main" id="{D05881B2-D323-D3A5-AECC-469B729C5371}"/>
              </a:ext>
            </a:extLst>
          </p:cNvPr>
          <p:cNvSpPr/>
          <p:nvPr/>
        </p:nvSpPr>
        <p:spPr>
          <a:xfrm>
            <a:off x="6763600" y="1616867"/>
            <a:ext cx="1755270" cy="725412"/>
          </a:xfrm>
          <a:prstGeom prst="roundRect">
            <a:avLst/>
          </a:prstGeom>
          <a:noFill/>
          <a:ln w="25400"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GB" sz="2400"/>
          </a:p>
        </p:txBody>
      </p:sp>
    </p:spTree>
    <p:extLst>
      <p:ext uri="{BB962C8B-B14F-4D97-AF65-F5344CB8AC3E}">
        <p14:creationId xmlns:p14="http://schemas.microsoft.com/office/powerpoint/2010/main" val="3163115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E951C-28EA-8440-93C2-225179276D69}"/>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17AF8973-D4CB-2442-AB5F-340D00FFFB4A}"/>
              </a:ext>
            </a:extLst>
          </p:cNvPr>
          <p:cNvSpPr>
            <a:spLocks noGrp="1"/>
          </p:cNvSpPr>
          <p:nvPr>
            <p:ph idx="4294967295"/>
          </p:nvPr>
        </p:nvSpPr>
        <p:spPr>
          <a:xfrm>
            <a:off x="1666081" y="3337032"/>
            <a:ext cx="8859837" cy="2774950"/>
          </a:xfrm>
        </p:spPr>
        <p:txBody>
          <a:bodyPr/>
          <a:lstStyle/>
          <a:p>
            <a:pPr algn="ctr"/>
            <a:endParaRPr lang="en-US" sz="2133" dirty="0"/>
          </a:p>
          <a:p>
            <a:pPr algn="ctr"/>
            <a:endParaRPr lang="en-US" sz="2133" dirty="0"/>
          </a:p>
          <a:p>
            <a:pPr marL="0" indent="0" algn="ctr">
              <a:buNone/>
            </a:pPr>
            <a:r>
              <a:rPr lang="en-US" sz="2133" dirty="0"/>
              <a:t>Peter Van </a:t>
            </a:r>
            <a:r>
              <a:rPr lang="en-US" sz="2133" dirty="0" err="1"/>
              <a:t>Reusel</a:t>
            </a:r>
            <a:endParaRPr lang="en-US" sz="2133" dirty="0"/>
          </a:p>
          <a:p>
            <a:pPr marL="0" indent="0" algn="ctr">
              <a:buNone/>
            </a:pPr>
            <a:r>
              <a:rPr lang="en-US" sz="2133" dirty="0">
                <a:hlinkClick r:id="rId2"/>
              </a:rPr>
              <a:t>pvanreusel@cdisc.org</a:t>
            </a:r>
            <a:endParaRPr lang="en-US" sz="2133" dirty="0"/>
          </a:p>
          <a:p>
            <a:endParaRPr lang="en-US" dirty="0"/>
          </a:p>
        </p:txBody>
      </p:sp>
    </p:spTree>
    <p:extLst>
      <p:ext uri="{BB962C8B-B14F-4D97-AF65-F5344CB8AC3E}">
        <p14:creationId xmlns:p14="http://schemas.microsoft.com/office/powerpoint/2010/main" val="83496409"/>
      </p:ext>
    </p:extLst>
  </p:cSld>
  <p:clrMapOvr>
    <a:masterClrMapping/>
  </p:clrMapOvr>
</p:sld>
</file>

<file path=ppt/theme/theme1.xml><?xml version="1.0" encoding="utf-8"?>
<a:theme xmlns:a="http://schemas.openxmlformats.org/drawingml/2006/main" name="Office Theme">
  <a:themeElements>
    <a:clrScheme name="CDISC 2026">
      <a:dk1>
        <a:srgbClr val="000000"/>
      </a:dk1>
      <a:lt1>
        <a:srgbClr val="FFFFFF"/>
      </a:lt1>
      <a:dk2>
        <a:srgbClr val="0E2841"/>
      </a:dk2>
      <a:lt2>
        <a:srgbClr val="E8E8E8"/>
      </a:lt2>
      <a:accent1>
        <a:srgbClr val="004578"/>
      </a:accent1>
      <a:accent2>
        <a:srgbClr val="CB4643"/>
      </a:accent2>
      <a:accent3>
        <a:srgbClr val="EBA91E"/>
      </a:accent3>
      <a:accent4>
        <a:srgbClr val="9DD0CA"/>
      </a:accent4>
      <a:accent5>
        <a:srgbClr val="3DB3E3"/>
      </a:accent5>
      <a:accent6>
        <a:srgbClr val="533278"/>
      </a:accent6>
      <a:hlink>
        <a:srgbClr val="3DB3E3"/>
      </a:hlink>
      <a:folHlink>
        <a:srgbClr val="533278"/>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vents Themes">
  <a:themeElements>
    <a:clrScheme name="CDISC-1 1">
      <a:dk1>
        <a:srgbClr val="134678"/>
      </a:dk1>
      <a:lt1>
        <a:srgbClr val="FFFFFF"/>
      </a:lt1>
      <a:dk2>
        <a:srgbClr val="515349"/>
      </a:dk2>
      <a:lt2>
        <a:srgbClr val="F5F5F5"/>
      </a:lt2>
      <a:accent1>
        <a:srgbClr val="134678"/>
      </a:accent1>
      <a:accent2>
        <a:srgbClr val="A1D0CA"/>
      </a:accent2>
      <a:accent3>
        <a:srgbClr val="C94543"/>
      </a:accent3>
      <a:accent4>
        <a:srgbClr val="EDAA00"/>
      </a:accent4>
      <a:accent5>
        <a:srgbClr val="553278"/>
      </a:accent5>
      <a:accent6>
        <a:srgbClr val="40B3E5"/>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21362BB-AA44-4134-80AD-BE5DACF26248}" vid="{49B3FA33-4649-4EE5-9E53-46FF66152E09}"/>
    </a:ext>
  </a:extLst>
</a:theme>
</file>

<file path=ppt/theme/theme3.xml><?xml version="1.0" encoding="utf-8"?>
<a:theme xmlns:a="http://schemas.openxmlformats.org/drawingml/2006/main" name="About CDISC Slide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C079A10339794D94E789B6982286B4" ma:contentTypeVersion="11" ma:contentTypeDescription="Create a new document." ma:contentTypeScope="" ma:versionID="cc5af5f44c233fb52f08d69700e5388c">
  <xsd:schema xmlns:xsd="http://www.w3.org/2001/XMLSchema" xmlns:xs="http://www.w3.org/2001/XMLSchema" xmlns:p="http://schemas.microsoft.com/office/2006/metadata/properties" xmlns:ns2="fb32a2d1-1d11-4050-b5f7-2362836cfc73" xmlns:ns3="a62d018c-6c12-4558-87da-a74144b7042d" targetNamespace="http://schemas.microsoft.com/office/2006/metadata/properties" ma:root="true" ma:fieldsID="fcd29b35fabbc5a5caeac71fb5e06574" ns2:_="" ns3:_="">
    <xsd:import namespace="fb32a2d1-1d11-4050-b5f7-2362836cfc73"/>
    <xsd:import namespace="a62d018c-6c12-4558-87da-a74144b704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32a2d1-1d11-4050-b5f7-2362836cfc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c04c6af-d60c-4670-8c9c-7f80a3ec6f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2d018c-6c12-4558-87da-a74144b7042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37b6e2c3-c80f-4200-8dde-0d60aa191bda}" ma:internalName="TaxCatchAll" ma:showField="CatchAllData" ma:web="a62d018c-6c12-4558-87da-a74144b704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b32a2d1-1d11-4050-b5f7-2362836cfc73">
      <Terms xmlns="http://schemas.microsoft.com/office/infopath/2007/PartnerControls"/>
    </lcf76f155ced4ddcb4097134ff3c332f>
    <TaxCatchAll xmlns="a62d018c-6c12-4558-87da-a74144b7042d" xsi:nil="true"/>
  </documentManagement>
</p:properties>
</file>

<file path=customXml/itemProps1.xml><?xml version="1.0" encoding="utf-8"?>
<ds:datastoreItem xmlns:ds="http://schemas.openxmlformats.org/officeDocument/2006/customXml" ds:itemID="{4870CAA9-E217-44F5-9287-A53E8ABE3022}"/>
</file>

<file path=customXml/itemProps2.xml><?xml version="1.0" encoding="utf-8"?>
<ds:datastoreItem xmlns:ds="http://schemas.openxmlformats.org/officeDocument/2006/customXml" ds:itemID="{32F33AAA-CB0C-4E71-9320-34C26632376B}"/>
</file>

<file path=customXml/itemProps3.xml><?xml version="1.0" encoding="utf-8"?>
<ds:datastoreItem xmlns:ds="http://schemas.openxmlformats.org/officeDocument/2006/customXml" ds:itemID="{CD1F78A3-5B82-482F-ACD8-7FC2F5E43786}"/>
</file>

<file path=docProps/app.xml><?xml version="1.0" encoding="utf-8"?>
<Properties xmlns="http://schemas.openxmlformats.org/officeDocument/2006/extended-properties" xmlns:vt="http://schemas.openxmlformats.org/officeDocument/2006/docPropsVTypes">
  <TotalTime>1918</TotalTime>
  <Words>1506</Words>
  <Application>Microsoft Office PowerPoint</Application>
  <PresentationFormat>Widescreen</PresentationFormat>
  <Paragraphs>352</Paragraphs>
  <Slides>26</Slides>
  <Notes>14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26</vt:i4>
      </vt:variant>
    </vt:vector>
  </HeadingPairs>
  <TitlesOfParts>
    <vt:vector size="34" baseType="lpstr">
      <vt:lpstr>Aptos</vt:lpstr>
      <vt:lpstr>Aptos Display</vt:lpstr>
      <vt:lpstr>Arial</vt:lpstr>
      <vt:lpstr>Calibri</vt:lpstr>
      <vt:lpstr>Century Gothic</vt:lpstr>
      <vt:lpstr>Office Theme</vt:lpstr>
      <vt:lpstr>Events Themes</vt:lpstr>
      <vt:lpstr>About CDISC Slides</vt:lpstr>
      <vt:lpstr>CDISC 360i: Lessons Learned and Road Ahead</vt:lpstr>
      <vt:lpstr>Meet the Speaker</vt:lpstr>
      <vt:lpstr>Agenda</vt:lpstr>
      <vt:lpstr>Purpose &amp; Approach</vt:lpstr>
      <vt:lpstr>Realizing CDISC's Mission</vt:lpstr>
      <vt:lpstr>360i Goals</vt:lpstr>
      <vt:lpstr>360i Focus</vt:lpstr>
      <vt:lpstr>360i Phase 1</vt:lpstr>
      <vt:lpstr>360i Operational Team</vt:lpstr>
      <vt:lpstr>Achievements, Challenges &amp; Insights</vt:lpstr>
      <vt:lpstr>PowerPoint Presentation</vt:lpstr>
      <vt:lpstr>Study Design Applications Used</vt:lpstr>
      <vt:lpstr>PowerPoint Presentation</vt:lpstr>
      <vt:lpstr>Define-XML Metadata flow</vt:lpstr>
      <vt:lpstr>PowerPoint Presentation</vt:lpstr>
      <vt:lpstr>Annotated CRF Generated  from Biomedical Concept</vt:lpstr>
      <vt:lpstr>Run – Generate SDTM datasets from source</vt:lpstr>
      <vt:lpstr>Run - SDTM Datasets with SDTM.OAK</vt:lpstr>
      <vt:lpstr>Run – preparing source data</vt:lpstr>
      <vt:lpstr>Looking Forward: Art of the Possible</vt:lpstr>
      <vt:lpstr>PowerPoint Presentation</vt:lpstr>
      <vt:lpstr>Art of the Possible</vt:lpstr>
      <vt:lpstr>CDISC 360i Phase 2: What’s next</vt:lpstr>
      <vt:lpstr>360i Phase 2: Operationalizing the Vision</vt:lpstr>
      <vt:lpstr>360i Phase 2 Focus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Sabine Zimmer</dc:creator>
  <cp:lastModifiedBy>Peter Van Reusel</cp:lastModifiedBy>
  <cp:revision>9</cp:revision>
  <dcterms:created xsi:type="dcterms:W3CDTF">2026-01-20T16:08:43Z</dcterms:created>
  <dcterms:modified xsi:type="dcterms:W3CDTF">2026-02-19T12:19:31Z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0x0101005DC079A10339794D94E789B6982286B4</vt:lpwstr>
  </property>
</Properties>
</file>