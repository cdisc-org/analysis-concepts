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3" r:id="rId5"/>
    <p:sldMasterId id="2147483682" r:id="rId6"/>
  </p:sldMasterIdLst>
  <p:notesMasterIdLst>
    <p:notesMasterId r:id="rId10"/>
  </p:notesMasterIdLst>
  <p:sldIdLst>
    <p:sldId id="2147482104" r:id="rId7"/>
    <p:sldId id="2147482105" r:id="rId8"/>
    <p:sldId id="214748210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ral Slides" id="{3E374DE5-8894-DD4E-8C00-9F17C52B5D29}">
          <p14:sldIdLst>
            <p14:sldId id="2147482104"/>
            <p14:sldId id="2147482105"/>
            <p14:sldId id="21474821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137959-F188-F349-D97A-D9DF47664A1C}" name="Edwin Van Stein (Contractor)" initials="EVS(" userId="S::evanstein@cdisc.org::0d750fd5-0a0e-4731-8254-167339129e38" providerId="AD"/>
  <p188:author id="{4088EDD0-F007-9345-08D3-15CED8B2C220}" name="Kirsten Langendorf" initials="KL" userId="S::kwl@data4knowledge.dk::6c8af8eb-01fa-4a4c-8de2-f2ed1f5b12a9" providerId="AD"/>
  <p188:author id="{919DDEE1-126A-0E29-6354-98E72B0E0509}" name="Peter Van Reusel" initials="PR" userId="S::pvanreusel@cdisc.org::ceee7418-dc66-49b8-a362-a1a89257fb58" providerId="AD"/>
  <p188:author id="{3EB15DED-DC60-AEFD-7FFC-182470623111}" name="Anthony Chow" initials="AC" userId="S::achow@cdisc.org::5de5fd86-59a0-4276-88cf-023e212b071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578"/>
    <a:srgbClr val="79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03EDF-15BF-D949-AEC2-04C12916CC12}" v="17" dt="2026-02-16T14:18:19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3"/>
    <p:restoredTop sz="82603" autoAdjust="0"/>
  </p:normalViewPr>
  <p:slideViewPr>
    <p:cSldViewPr snapToGrid="0">
      <p:cViewPr varScale="1">
        <p:scale>
          <a:sx n="99" d="100"/>
          <a:sy n="99" d="100"/>
        </p:scale>
        <p:origin x="40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in Van Stein (Contractor)" userId="0d750fd5-0a0e-4731-8254-167339129e38" providerId="ADAL" clId="{410619F6-4735-52DB-ABE4-87C9FEA4F015}"/>
    <pc:docChg chg="custSel modSld">
      <pc:chgData name="Edwin Van Stein (Contractor)" userId="0d750fd5-0a0e-4731-8254-167339129e38" providerId="ADAL" clId="{410619F6-4735-52DB-ABE4-87C9FEA4F015}" dt="2026-02-12T15:04:39.237" v="188" actId="20577"/>
      <pc:docMkLst>
        <pc:docMk/>
      </pc:docMkLst>
    </pc:docChg>
  </pc:docChgLst>
  <pc:docChgLst>
    <pc:chgData name="Kirsten Langendorf" userId="6c8af8eb-01fa-4a4c-8de2-f2ed1f5b12a9" providerId="ADAL" clId="{A4B2274F-CA1E-567F-94E5-5791EAF182AF}"/>
    <pc:docChg chg="undo custSel modSld">
      <pc:chgData name="Kirsten Langendorf" userId="6c8af8eb-01fa-4a4c-8de2-f2ed1f5b12a9" providerId="ADAL" clId="{A4B2274F-CA1E-567F-94E5-5791EAF182AF}" dt="2026-02-16T14:18:19.428" v="2040"/>
      <pc:docMkLst>
        <pc:docMk/>
      </pc:docMkLst>
      <pc:sldChg chg="modSp mod">
        <pc:chgData name="Kirsten Langendorf" userId="6c8af8eb-01fa-4a4c-8de2-f2ed1f5b12a9" providerId="ADAL" clId="{A4B2274F-CA1E-567F-94E5-5791EAF182AF}" dt="2026-02-16T14:00:46.568" v="1908" actId="14734"/>
        <pc:sldMkLst>
          <pc:docMk/>
          <pc:sldMk cId="212685987" sldId="2147482104"/>
        </pc:sldMkLst>
        <pc:graphicFrameChg chg="mod modGraphic">
          <ac:chgData name="Kirsten Langendorf" userId="6c8af8eb-01fa-4a4c-8de2-f2ed1f5b12a9" providerId="ADAL" clId="{A4B2274F-CA1E-567F-94E5-5791EAF182AF}" dt="2026-02-16T14:00:46.568" v="1908" actId="14734"/>
          <ac:graphicFrameMkLst>
            <pc:docMk/>
            <pc:sldMk cId="212685987" sldId="2147482104"/>
            <ac:graphicFrameMk id="6" creationId="{6A484615-B22E-45EE-BCE2-0C24BCFB2BFA}"/>
          </ac:graphicFrameMkLst>
        </pc:graphicFrameChg>
      </pc:sldChg>
      <pc:sldChg chg="addSp delSp modSp mod">
        <pc:chgData name="Kirsten Langendorf" userId="6c8af8eb-01fa-4a4c-8de2-f2ed1f5b12a9" providerId="ADAL" clId="{A4B2274F-CA1E-567F-94E5-5791EAF182AF}" dt="2026-02-16T14:18:06.313" v="2039" actId="12788"/>
        <pc:sldMkLst>
          <pc:docMk/>
          <pc:sldMk cId="3691335611" sldId="2147482105"/>
        </pc:sldMkLst>
        <pc:spChg chg="add del mod">
          <ac:chgData name="Kirsten Langendorf" userId="6c8af8eb-01fa-4a4c-8de2-f2ed1f5b12a9" providerId="ADAL" clId="{A4B2274F-CA1E-567F-94E5-5791EAF182AF}" dt="2026-02-16T14:01:16.262" v="1914" actId="478"/>
          <ac:spMkLst>
            <pc:docMk/>
            <pc:sldMk cId="3691335611" sldId="2147482105"/>
            <ac:spMk id="5" creationId="{87CDFCEB-AD09-652F-829B-157BBC6850EF}"/>
          </ac:spMkLst>
        </pc:spChg>
        <pc:spChg chg="add del">
          <ac:chgData name="Kirsten Langendorf" userId="6c8af8eb-01fa-4a4c-8de2-f2ed1f5b12a9" providerId="ADAL" clId="{A4B2274F-CA1E-567F-94E5-5791EAF182AF}" dt="2026-02-16T14:01:06.059" v="1912" actId="22"/>
          <ac:spMkLst>
            <pc:docMk/>
            <pc:sldMk cId="3691335611" sldId="2147482105"/>
            <ac:spMk id="12" creationId="{54229AD0-C4E6-D0FE-96A9-65281B2FF38A}"/>
          </ac:spMkLst>
        </pc:spChg>
        <pc:spChg chg="add mod">
          <ac:chgData name="Kirsten Langendorf" userId="6c8af8eb-01fa-4a4c-8de2-f2ed1f5b12a9" providerId="ADAL" clId="{A4B2274F-CA1E-567F-94E5-5791EAF182AF}" dt="2026-02-16T14:18:06.313" v="2039" actId="12788"/>
          <ac:spMkLst>
            <pc:docMk/>
            <pc:sldMk cId="3691335611" sldId="2147482105"/>
            <ac:spMk id="20" creationId="{7F257C55-4EC8-3D7F-43FF-91E1F6F5AC72}"/>
          </ac:spMkLst>
        </pc:spChg>
        <pc:spChg chg="add mod">
          <ac:chgData name="Kirsten Langendorf" userId="6c8af8eb-01fa-4a4c-8de2-f2ed1f5b12a9" providerId="ADAL" clId="{A4B2274F-CA1E-567F-94E5-5791EAF182AF}" dt="2026-02-16T14:18:06.313" v="2039" actId="12788"/>
          <ac:spMkLst>
            <pc:docMk/>
            <pc:sldMk cId="3691335611" sldId="2147482105"/>
            <ac:spMk id="21" creationId="{09AC7D5C-3DA3-DB53-8F44-19A063BC0590}"/>
          </ac:spMkLst>
        </pc:spChg>
        <pc:spChg chg="add mod">
          <ac:chgData name="Kirsten Langendorf" userId="6c8af8eb-01fa-4a4c-8de2-f2ed1f5b12a9" providerId="ADAL" clId="{A4B2274F-CA1E-567F-94E5-5791EAF182AF}" dt="2026-02-16T14:18:06.313" v="2039" actId="12788"/>
          <ac:spMkLst>
            <pc:docMk/>
            <pc:sldMk cId="3691335611" sldId="2147482105"/>
            <ac:spMk id="22" creationId="{CF995738-9468-B3F1-DB71-35A8C9EBA8CF}"/>
          </ac:spMkLst>
        </pc:spChg>
        <pc:spChg chg="add mod">
          <ac:chgData name="Kirsten Langendorf" userId="6c8af8eb-01fa-4a4c-8de2-f2ed1f5b12a9" providerId="ADAL" clId="{A4B2274F-CA1E-567F-94E5-5791EAF182AF}" dt="2026-02-16T14:18:06.313" v="2039" actId="12788"/>
          <ac:spMkLst>
            <pc:docMk/>
            <pc:sldMk cId="3691335611" sldId="2147482105"/>
            <ac:spMk id="23" creationId="{8ED4063F-05B3-0981-C44F-B418A1EF36D3}"/>
          </ac:spMkLst>
        </pc:spChg>
        <pc:spChg chg="add mod">
          <ac:chgData name="Kirsten Langendorf" userId="6c8af8eb-01fa-4a4c-8de2-f2ed1f5b12a9" providerId="ADAL" clId="{A4B2274F-CA1E-567F-94E5-5791EAF182AF}" dt="2026-02-16T14:18:06.313" v="2039" actId="12788"/>
          <ac:spMkLst>
            <pc:docMk/>
            <pc:sldMk cId="3691335611" sldId="2147482105"/>
            <ac:spMk id="24" creationId="{8B2194C2-6268-F018-EF4A-87F9EB5D741F}"/>
          </ac:spMkLst>
        </pc:spChg>
        <pc:graphicFrameChg chg="modGraphic">
          <ac:chgData name="Kirsten Langendorf" userId="6c8af8eb-01fa-4a4c-8de2-f2ed1f5b12a9" providerId="ADAL" clId="{A4B2274F-CA1E-567F-94E5-5791EAF182AF}" dt="2026-02-16T14:03:51.595" v="1929" actId="20577"/>
          <ac:graphicFrameMkLst>
            <pc:docMk/>
            <pc:sldMk cId="3691335611" sldId="2147482105"/>
            <ac:graphicFrameMk id="4" creationId="{FE60406E-D38B-4557-BEAF-A03D660D8E76}"/>
          </ac:graphicFrameMkLst>
        </pc:graphicFrameChg>
        <pc:graphicFrameChg chg="del modGraphic">
          <ac:chgData name="Kirsten Langendorf" userId="6c8af8eb-01fa-4a4c-8de2-f2ed1f5b12a9" providerId="ADAL" clId="{A4B2274F-CA1E-567F-94E5-5791EAF182AF}" dt="2026-02-16T14:01:02.727" v="1910" actId="478"/>
          <ac:graphicFrameMkLst>
            <pc:docMk/>
            <pc:sldMk cId="3691335611" sldId="2147482105"/>
            <ac:graphicFrameMk id="6" creationId="{6A484615-B22E-45EE-BCE2-0C24BCFB2BFA}"/>
          </ac:graphicFrameMkLst>
        </pc:graphicFrameChg>
        <pc:graphicFrameChg chg="add mod">
          <ac:chgData name="Kirsten Langendorf" userId="6c8af8eb-01fa-4a4c-8de2-f2ed1f5b12a9" providerId="ADAL" clId="{A4B2274F-CA1E-567F-94E5-5791EAF182AF}" dt="2026-02-16T14:01:10.848" v="1913"/>
          <ac:graphicFrameMkLst>
            <pc:docMk/>
            <pc:sldMk cId="3691335611" sldId="2147482105"/>
            <ac:graphicFrameMk id="13" creationId="{98FC1C9D-9FAB-4DEB-CEA5-9F496A705754}"/>
          </ac:graphicFrameMkLst>
        </pc:graphicFrameChg>
        <pc:cxnChg chg="add mod">
          <ac:chgData name="Kirsten Langendorf" userId="6c8af8eb-01fa-4a4c-8de2-f2ed1f5b12a9" providerId="ADAL" clId="{A4B2274F-CA1E-567F-94E5-5791EAF182AF}" dt="2026-02-16T14:07:05.965" v="1998" actId="1037"/>
          <ac:cxnSpMkLst>
            <pc:docMk/>
            <pc:sldMk cId="3691335611" sldId="2147482105"/>
            <ac:cxnSpMk id="15" creationId="{D778B9BF-0D8E-80AF-61A1-E73B5C83F040}"/>
          </ac:cxnSpMkLst>
        </pc:cxnChg>
        <pc:cxnChg chg="add mod">
          <ac:chgData name="Kirsten Langendorf" userId="6c8af8eb-01fa-4a4c-8de2-f2ed1f5b12a9" providerId="ADAL" clId="{A4B2274F-CA1E-567F-94E5-5791EAF182AF}" dt="2026-02-16T14:07:05.965" v="1998" actId="1037"/>
          <ac:cxnSpMkLst>
            <pc:docMk/>
            <pc:sldMk cId="3691335611" sldId="2147482105"/>
            <ac:cxnSpMk id="16" creationId="{9440976A-6733-3B23-A7DF-809B1BB906FD}"/>
          </ac:cxnSpMkLst>
        </pc:cxnChg>
        <pc:cxnChg chg="add mod">
          <ac:chgData name="Kirsten Langendorf" userId="6c8af8eb-01fa-4a4c-8de2-f2ed1f5b12a9" providerId="ADAL" clId="{A4B2274F-CA1E-567F-94E5-5791EAF182AF}" dt="2026-02-16T14:07:05.965" v="1998" actId="1037"/>
          <ac:cxnSpMkLst>
            <pc:docMk/>
            <pc:sldMk cId="3691335611" sldId="2147482105"/>
            <ac:cxnSpMk id="17" creationId="{CD463E08-DADA-7453-2DE4-2ED0C2ED2093}"/>
          </ac:cxnSpMkLst>
        </pc:cxnChg>
        <pc:cxnChg chg="add mod">
          <ac:chgData name="Kirsten Langendorf" userId="6c8af8eb-01fa-4a4c-8de2-f2ed1f5b12a9" providerId="ADAL" clId="{A4B2274F-CA1E-567F-94E5-5791EAF182AF}" dt="2026-02-16T14:07:05.965" v="1998" actId="1037"/>
          <ac:cxnSpMkLst>
            <pc:docMk/>
            <pc:sldMk cId="3691335611" sldId="2147482105"/>
            <ac:cxnSpMk id="18" creationId="{1BEC5664-9ABA-BB1D-E7F4-00D630C9D84F}"/>
          </ac:cxnSpMkLst>
        </pc:cxnChg>
        <pc:cxnChg chg="add mod">
          <ac:chgData name="Kirsten Langendorf" userId="6c8af8eb-01fa-4a4c-8de2-f2ed1f5b12a9" providerId="ADAL" clId="{A4B2274F-CA1E-567F-94E5-5791EAF182AF}" dt="2026-02-16T14:07:05.965" v="1998" actId="1037"/>
          <ac:cxnSpMkLst>
            <pc:docMk/>
            <pc:sldMk cId="3691335611" sldId="2147482105"/>
            <ac:cxnSpMk id="19" creationId="{63AD5659-93C1-E5D1-EF04-0D93300EFC31}"/>
          </ac:cxnSpMkLst>
        </pc:cxnChg>
      </pc:sldChg>
      <pc:sldChg chg="addSp delSp modSp mod">
        <pc:chgData name="Kirsten Langendorf" userId="6c8af8eb-01fa-4a4c-8de2-f2ed1f5b12a9" providerId="ADAL" clId="{A4B2274F-CA1E-567F-94E5-5791EAF182AF}" dt="2026-02-16T14:18:19.428" v="2040"/>
        <pc:sldMkLst>
          <pc:docMk/>
          <pc:sldMk cId="800336147" sldId="2147482106"/>
        </pc:sldMkLst>
        <pc:spChg chg="add del mod">
          <ac:chgData name="Kirsten Langendorf" userId="6c8af8eb-01fa-4a4c-8de2-f2ed1f5b12a9" providerId="ADAL" clId="{A4B2274F-CA1E-567F-94E5-5791EAF182AF}" dt="2026-02-16T14:04:39.347" v="1934" actId="478"/>
          <ac:spMkLst>
            <pc:docMk/>
            <pc:sldMk cId="800336147" sldId="2147482106"/>
            <ac:spMk id="5" creationId="{9E3FE2FD-84C1-4397-17B0-A856585A6CC6}"/>
          </ac:spMkLst>
        </pc:spChg>
        <pc:spChg chg="add mod">
          <ac:chgData name="Kirsten Langendorf" userId="6c8af8eb-01fa-4a4c-8de2-f2ed1f5b12a9" providerId="ADAL" clId="{A4B2274F-CA1E-567F-94E5-5791EAF182AF}" dt="2026-02-16T14:18:19.428" v="2040"/>
          <ac:spMkLst>
            <pc:docMk/>
            <pc:sldMk cId="800336147" sldId="2147482106"/>
            <ac:spMk id="17" creationId="{E48E5FE1-7682-7721-A6CF-4AB8DCBAF538}"/>
          </ac:spMkLst>
        </pc:spChg>
        <pc:spChg chg="add mod">
          <ac:chgData name="Kirsten Langendorf" userId="6c8af8eb-01fa-4a4c-8de2-f2ed1f5b12a9" providerId="ADAL" clId="{A4B2274F-CA1E-567F-94E5-5791EAF182AF}" dt="2026-02-16T14:18:19.428" v="2040"/>
          <ac:spMkLst>
            <pc:docMk/>
            <pc:sldMk cId="800336147" sldId="2147482106"/>
            <ac:spMk id="18" creationId="{500AE61F-5901-C3CB-3400-22089B4C1EFE}"/>
          </ac:spMkLst>
        </pc:spChg>
        <pc:spChg chg="add mod">
          <ac:chgData name="Kirsten Langendorf" userId="6c8af8eb-01fa-4a4c-8de2-f2ed1f5b12a9" providerId="ADAL" clId="{A4B2274F-CA1E-567F-94E5-5791EAF182AF}" dt="2026-02-16T14:18:19.428" v="2040"/>
          <ac:spMkLst>
            <pc:docMk/>
            <pc:sldMk cId="800336147" sldId="2147482106"/>
            <ac:spMk id="19" creationId="{1A8DA735-39DE-D87A-DBD6-9BE927222776}"/>
          </ac:spMkLst>
        </pc:spChg>
        <pc:spChg chg="add mod">
          <ac:chgData name="Kirsten Langendorf" userId="6c8af8eb-01fa-4a4c-8de2-f2ed1f5b12a9" providerId="ADAL" clId="{A4B2274F-CA1E-567F-94E5-5791EAF182AF}" dt="2026-02-16T14:18:19.428" v="2040"/>
          <ac:spMkLst>
            <pc:docMk/>
            <pc:sldMk cId="800336147" sldId="2147482106"/>
            <ac:spMk id="20" creationId="{98DEBA64-A6FE-BA44-FD0E-4A1C6CE203A9}"/>
          </ac:spMkLst>
        </pc:spChg>
        <pc:spChg chg="add mod">
          <ac:chgData name="Kirsten Langendorf" userId="6c8af8eb-01fa-4a4c-8de2-f2ed1f5b12a9" providerId="ADAL" clId="{A4B2274F-CA1E-567F-94E5-5791EAF182AF}" dt="2026-02-16T14:18:19.428" v="2040"/>
          <ac:spMkLst>
            <pc:docMk/>
            <pc:sldMk cId="800336147" sldId="2147482106"/>
            <ac:spMk id="21" creationId="{101559A2-F41D-080A-0E79-520B67CBBD04}"/>
          </ac:spMkLst>
        </pc:spChg>
        <pc:graphicFrameChg chg="modGraphic">
          <ac:chgData name="Kirsten Langendorf" userId="6c8af8eb-01fa-4a4c-8de2-f2ed1f5b12a9" providerId="ADAL" clId="{A4B2274F-CA1E-567F-94E5-5791EAF182AF}" dt="2026-02-16T14:04:20.907" v="1931" actId="14100"/>
          <ac:graphicFrameMkLst>
            <pc:docMk/>
            <pc:sldMk cId="800336147" sldId="2147482106"/>
            <ac:graphicFrameMk id="4" creationId="{FE60406E-D38B-4557-BEAF-A03D660D8E76}"/>
          </ac:graphicFrameMkLst>
        </pc:graphicFrameChg>
        <pc:graphicFrameChg chg="del">
          <ac:chgData name="Kirsten Langendorf" userId="6c8af8eb-01fa-4a4c-8de2-f2ed1f5b12a9" providerId="ADAL" clId="{A4B2274F-CA1E-567F-94E5-5791EAF182AF}" dt="2026-02-16T14:04:35.739" v="1932" actId="478"/>
          <ac:graphicFrameMkLst>
            <pc:docMk/>
            <pc:sldMk cId="800336147" sldId="2147482106"/>
            <ac:graphicFrameMk id="6" creationId="{6A484615-B22E-45EE-BCE2-0C24BCFB2BFA}"/>
          </ac:graphicFrameMkLst>
        </pc:graphicFrameChg>
        <pc:graphicFrameChg chg="add mod">
          <ac:chgData name="Kirsten Langendorf" userId="6c8af8eb-01fa-4a4c-8de2-f2ed1f5b12a9" providerId="ADAL" clId="{A4B2274F-CA1E-567F-94E5-5791EAF182AF}" dt="2026-02-16T14:04:36.276" v="1933"/>
          <ac:graphicFrameMkLst>
            <pc:docMk/>
            <pc:sldMk cId="800336147" sldId="2147482106"/>
            <ac:graphicFrameMk id="10" creationId="{C1B81ABB-B666-3A74-F665-47C947AC9B37}"/>
          </ac:graphicFrameMkLst>
        </pc:graphicFrameChg>
        <pc:cxnChg chg="add mod">
          <ac:chgData name="Kirsten Langendorf" userId="6c8af8eb-01fa-4a4c-8de2-f2ed1f5b12a9" providerId="ADAL" clId="{A4B2274F-CA1E-567F-94E5-5791EAF182AF}" dt="2026-02-16T14:07:28.910" v="1999"/>
          <ac:cxnSpMkLst>
            <pc:docMk/>
            <pc:sldMk cId="800336147" sldId="2147482106"/>
            <ac:cxnSpMk id="12" creationId="{68C78D79-4949-5C96-33DB-FE28D45F609D}"/>
          </ac:cxnSpMkLst>
        </pc:cxnChg>
        <pc:cxnChg chg="add mod">
          <ac:chgData name="Kirsten Langendorf" userId="6c8af8eb-01fa-4a4c-8de2-f2ed1f5b12a9" providerId="ADAL" clId="{A4B2274F-CA1E-567F-94E5-5791EAF182AF}" dt="2026-02-16T14:07:28.910" v="1999"/>
          <ac:cxnSpMkLst>
            <pc:docMk/>
            <pc:sldMk cId="800336147" sldId="2147482106"/>
            <ac:cxnSpMk id="13" creationId="{032B2502-1827-B2DC-16FF-E8EAA04FFD84}"/>
          </ac:cxnSpMkLst>
        </pc:cxnChg>
        <pc:cxnChg chg="add mod">
          <ac:chgData name="Kirsten Langendorf" userId="6c8af8eb-01fa-4a4c-8de2-f2ed1f5b12a9" providerId="ADAL" clId="{A4B2274F-CA1E-567F-94E5-5791EAF182AF}" dt="2026-02-16T14:07:28.910" v="1999"/>
          <ac:cxnSpMkLst>
            <pc:docMk/>
            <pc:sldMk cId="800336147" sldId="2147482106"/>
            <ac:cxnSpMk id="14" creationId="{517D4180-4BB5-3A23-69F0-3C9522487639}"/>
          </ac:cxnSpMkLst>
        </pc:cxnChg>
        <pc:cxnChg chg="add mod">
          <ac:chgData name="Kirsten Langendorf" userId="6c8af8eb-01fa-4a4c-8de2-f2ed1f5b12a9" providerId="ADAL" clId="{A4B2274F-CA1E-567F-94E5-5791EAF182AF}" dt="2026-02-16T14:07:28.910" v="1999"/>
          <ac:cxnSpMkLst>
            <pc:docMk/>
            <pc:sldMk cId="800336147" sldId="2147482106"/>
            <ac:cxnSpMk id="15" creationId="{5E782F54-B845-BE1B-9DC9-B0AA60AD6F06}"/>
          </ac:cxnSpMkLst>
        </pc:cxnChg>
        <pc:cxnChg chg="add mod">
          <ac:chgData name="Kirsten Langendorf" userId="6c8af8eb-01fa-4a4c-8de2-f2ed1f5b12a9" providerId="ADAL" clId="{A4B2274F-CA1E-567F-94E5-5791EAF182AF}" dt="2026-02-16T14:07:28.910" v="1999"/>
          <ac:cxnSpMkLst>
            <pc:docMk/>
            <pc:sldMk cId="800336147" sldId="2147482106"/>
            <ac:cxnSpMk id="16" creationId="{57074B53-A90F-CD62-771B-1A1566D9D97C}"/>
          </ac:cxnSpMkLst>
        </pc:cxnChg>
      </pc:sldChg>
    </pc:docChg>
  </pc:docChgLst>
  <pc:docChgLst>
    <pc:chgData name="Cedric Davister" userId="S::cedric.davister_merckgroup.com#ext#@cdisc.onmicrosoft.com::99d683dd-ed18-4c51-ab58-73f7412d5076" providerId="AD" clId="Web-{BB68AB36-2093-4447-D814-C7745F6BA45A}"/>
    <pc:docChg chg="modSld">
      <pc:chgData name="Cedric Davister" userId="S::cedric.davister_merckgroup.com#ext#@cdisc.onmicrosoft.com::99d683dd-ed18-4c51-ab58-73f7412d5076" providerId="AD" clId="Web-{BB68AB36-2093-4447-D814-C7745F6BA45A}" dt="2026-02-12T16:16:42.910" v="33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F6EC7-3890-904C-A65C-43520FF8E0FE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CCC2E-D502-DF45-A742-7C4E97951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298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9CE6F-B440-A9C3-D7DE-E2CAA5ABF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2B4B4-6451-66F2-392F-286E45535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6BDB9-FC33-9B3B-D658-E426CE77E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DFEDF-915E-A58B-509F-1A8549B50B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17163-B04C-C34A-8000-FDF58C3633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38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9CE6F-B440-A9C3-D7DE-E2CAA5ABF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2B4B4-6451-66F2-392F-286E45535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6BDB9-FC33-9B3B-D658-E426CE77E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DFEDF-915E-A58B-509F-1A8549B50B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17163-B04C-C34A-8000-FDF58C3633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98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9CE6F-B440-A9C3-D7DE-E2CAA5ABF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2B4B4-6451-66F2-392F-286E45535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6BDB9-FC33-9B3B-D658-E426CE77E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DFEDF-915E-A58B-509F-1A8549B50B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17163-B04C-C34A-8000-FDF58C3633A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034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and white background with a globe&#10;&#10;AI-generated content may be incorrect.">
            <a:extLst>
              <a:ext uri="{FF2B5EF4-FFF2-40B4-BE49-F238E27FC236}">
                <a16:creationId xmlns:a16="http://schemas.microsoft.com/office/drawing/2014/main" id="{C2FBC5EF-B400-1604-1A56-64E4D2A106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217240-6D8D-BAB6-E606-CF1E964FFA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8614" y="2108392"/>
            <a:ext cx="6821103" cy="132060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000"/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FD7E9D-2A17-6CCD-7A5A-D2BD5F2349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8615" y="3582787"/>
            <a:ext cx="6821103" cy="132060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00457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</a:t>
            </a:r>
          </a:p>
          <a:p>
            <a:r>
              <a:rPr lang="en-US"/>
              <a:t>Speaker</a:t>
            </a:r>
          </a:p>
          <a:p>
            <a:r>
              <a:rPr lang="en-US"/>
              <a:t>Date</a:t>
            </a:r>
          </a:p>
          <a:p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2D5EF5E-43E1-DB42-0C2F-B0521C633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6159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i="1">
                <a:solidFill>
                  <a:schemeClr val="bg1"/>
                </a:solidFill>
              </a:defRPr>
            </a:lvl1pPr>
          </a:lstStyle>
          <a:p>
            <a:endParaRPr lang="en-US" i="1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D4F076E-B4F2-6BF9-90B3-1F3532F80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534D5-8D4C-454A-B069-B706E4B30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781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blue and white gradient&#10;&#10;AI-generated content may be incorrect.">
            <a:extLst>
              <a:ext uri="{FF2B5EF4-FFF2-40B4-BE49-F238E27FC236}">
                <a16:creationId xmlns:a16="http://schemas.microsoft.com/office/drawing/2014/main" id="{6C7456C4-4C8D-AEF7-56CD-3BA719DEB6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1103D5F-5199-8263-71CF-BD31DF7FA9A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66971" y="2275698"/>
            <a:ext cx="7563066" cy="3684588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>
              <a:buFont typeface="+mj-lt"/>
              <a:buNone/>
              <a:defRPr/>
            </a:lvl2pPr>
            <a:lvl3pPr>
              <a:buFont typeface="+mj-lt"/>
              <a:buAutoNum type="arabicParenR"/>
              <a:defRPr/>
            </a:lvl3pPr>
            <a:lvl4pPr>
              <a:buFont typeface="+mj-lt"/>
              <a:buAutoNum type="arabicParenR"/>
              <a:defRPr/>
            </a:lvl4pPr>
            <a:lvl5pPr>
              <a:buFont typeface="+mj-lt"/>
              <a:buAutoNum type="arabicParenR"/>
              <a:defRPr/>
            </a:lvl5pPr>
          </a:lstStyle>
          <a:p>
            <a:pPr lvl="0"/>
            <a:r>
              <a:rPr lang="en-US"/>
              <a:t> Item 1</a:t>
            </a:r>
          </a:p>
          <a:p>
            <a:pPr lvl="0"/>
            <a:r>
              <a:rPr lang="en-US"/>
              <a:t> Item 2</a:t>
            </a:r>
          </a:p>
          <a:p>
            <a:pPr lvl="0"/>
            <a:r>
              <a:rPr lang="en-US"/>
              <a:t> Item 3</a:t>
            </a:r>
          </a:p>
          <a:p>
            <a:pPr lvl="0"/>
            <a:r>
              <a:rPr lang="en-US"/>
              <a:t> Item 4 </a:t>
            </a:r>
          </a:p>
          <a:p>
            <a:pPr lvl="0"/>
            <a:r>
              <a:rPr lang="en-US"/>
              <a:t> And so on…</a:t>
            </a:r>
          </a:p>
          <a:p>
            <a:pPr lvl="0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AA59FDE-8FBD-86AD-10FC-B3E05B6455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6971" y="803992"/>
            <a:ext cx="7563066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23" name="Footer Placeholder 10">
            <a:extLst>
              <a:ext uri="{FF2B5EF4-FFF2-40B4-BE49-F238E27FC236}">
                <a16:creationId xmlns:a16="http://schemas.microsoft.com/office/drawing/2014/main" id="{FA3C42D0-2EDB-C21F-F17E-F11422076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66971" y="63563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bg1"/>
                </a:solidFill>
              </a:defRPr>
            </a:lvl1pPr>
          </a:lstStyle>
          <a:p>
            <a:endParaRPr lang="en-US" i="1"/>
          </a:p>
        </p:txBody>
      </p:sp>
      <p:sp>
        <p:nvSpPr>
          <p:cNvPr id="24" name="Slide Number Placeholder 11">
            <a:extLst>
              <a:ext uri="{FF2B5EF4-FFF2-40B4-BE49-F238E27FC236}">
                <a16:creationId xmlns:a16="http://schemas.microsoft.com/office/drawing/2014/main" id="{0EA747C5-771B-E414-6F28-F4CB9008A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534D5-8D4C-454A-B069-B706E4B30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87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background with a red center&#10;&#10;AI-generated content may be incorrect.">
            <a:extLst>
              <a:ext uri="{FF2B5EF4-FFF2-40B4-BE49-F238E27FC236}">
                <a16:creationId xmlns:a16="http://schemas.microsoft.com/office/drawing/2014/main" id="{5639F541-3125-265C-670E-0F6DEE5965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1103D5F-5199-8263-71CF-BD31DF7FA9A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95772" y="2512192"/>
            <a:ext cx="5186429" cy="1325563"/>
          </a:xfrm>
          <a:prstGeom prst="rect">
            <a:avLst/>
          </a:prstGeom>
        </p:spPr>
        <p:txBody>
          <a:bodyPr/>
          <a:lstStyle>
            <a:lvl1pPr>
              <a:buFont typeface="+mj-lt"/>
              <a:buNone/>
              <a:defRPr sz="2400" b="0">
                <a:solidFill>
                  <a:schemeClr val="bg1"/>
                </a:solidFill>
              </a:defRPr>
            </a:lvl1pPr>
            <a:lvl2pPr>
              <a:buFont typeface="+mj-lt"/>
              <a:buNone/>
              <a:defRPr/>
            </a:lvl2pPr>
            <a:lvl3pPr>
              <a:buFont typeface="+mj-lt"/>
              <a:buAutoNum type="arabicParenR"/>
              <a:defRPr/>
            </a:lvl3pPr>
            <a:lvl4pPr>
              <a:buFont typeface="+mj-lt"/>
              <a:buAutoNum type="arabicParenR"/>
              <a:defRPr/>
            </a:lvl4pPr>
            <a:lvl5pPr>
              <a:buFont typeface="+mj-lt"/>
              <a:buAutoNum type="arabicParenR"/>
              <a:defRPr/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Company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AA59FDE-8FBD-86AD-10FC-B3E05B6455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6971" y="803992"/>
            <a:ext cx="7563066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Speakers</a:t>
            </a:r>
          </a:p>
        </p:txBody>
      </p:sp>
      <p:sp>
        <p:nvSpPr>
          <p:cNvPr id="23" name="Footer Placeholder 10">
            <a:extLst>
              <a:ext uri="{FF2B5EF4-FFF2-40B4-BE49-F238E27FC236}">
                <a16:creationId xmlns:a16="http://schemas.microsoft.com/office/drawing/2014/main" id="{FA3C42D0-2EDB-C21F-F17E-F11422076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66971" y="63563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bg1"/>
                </a:solidFill>
              </a:defRPr>
            </a:lvl1pPr>
          </a:lstStyle>
          <a:p>
            <a:endParaRPr lang="en-US" i="1"/>
          </a:p>
        </p:txBody>
      </p:sp>
      <p:sp>
        <p:nvSpPr>
          <p:cNvPr id="24" name="Slide Number Placeholder 11">
            <a:extLst>
              <a:ext uri="{FF2B5EF4-FFF2-40B4-BE49-F238E27FC236}">
                <a16:creationId xmlns:a16="http://schemas.microsoft.com/office/drawing/2014/main" id="{0EA747C5-771B-E414-6F28-F4CB9008A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534D5-8D4C-454A-B069-B706E4B3048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2F281-6AC3-BAFB-9EEA-A83912990FD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795771" y="4301229"/>
            <a:ext cx="5186429" cy="1325563"/>
          </a:xfrm>
          <a:prstGeom prst="rect">
            <a:avLst/>
          </a:prstGeom>
        </p:spPr>
        <p:txBody>
          <a:bodyPr/>
          <a:lstStyle>
            <a:lvl1pPr>
              <a:buFont typeface="+mj-lt"/>
              <a:buNone/>
              <a:defRPr sz="2400" b="0">
                <a:solidFill>
                  <a:schemeClr val="bg1"/>
                </a:solidFill>
              </a:defRPr>
            </a:lvl1pPr>
            <a:lvl2pPr>
              <a:buFont typeface="+mj-lt"/>
              <a:buNone/>
              <a:defRPr/>
            </a:lvl2pPr>
            <a:lvl3pPr>
              <a:buFont typeface="+mj-lt"/>
              <a:buAutoNum type="arabicParenR"/>
              <a:defRPr/>
            </a:lvl3pPr>
            <a:lvl4pPr>
              <a:buFont typeface="+mj-lt"/>
              <a:buAutoNum type="arabicParenR"/>
              <a:defRPr/>
            </a:lvl4pPr>
            <a:lvl5pPr>
              <a:buFont typeface="+mj-lt"/>
              <a:buAutoNum type="arabicParenR"/>
              <a:defRPr/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Company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8D8AFE-56C5-AE00-9C1C-FC04BBB20E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67038" y="2511425"/>
            <a:ext cx="1393825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493FB5C-CA6E-1F10-D779-949C25DB52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66971" y="4301229"/>
            <a:ext cx="1393825" cy="13255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97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background with a red center&#10;&#10;AI-generated content may be incorrect.">
            <a:extLst>
              <a:ext uri="{FF2B5EF4-FFF2-40B4-BE49-F238E27FC236}">
                <a16:creationId xmlns:a16="http://schemas.microsoft.com/office/drawing/2014/main" id="{5639F541-3125-265C-670E-0F6DEE5965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9AA59FDE-8FBD-86AD-10FC-B3E05B6455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6971" y="803992"/>
            <a:ext cx="8386828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Speaker</a:t>
            </a:r>
          </a:p>
        </p:txBody>
      </p:sp>
      <p:sp>
        <p:nvSpPr>
          <p:cNvPr id="23" name="Footer Placeholder 10">
            <a:extLst>
              <a:ext uri="{FF2B5EF4-FFF2-40B4-BE49-F238E27FC236}">
                <a16:creationId xmlns:a16="http://schemas.microsoft.com/office/drawing/2014/main" id="{FA3C42D0-2EDB-C21F-F17E-F11422076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66971" y="63337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bg1"/>
                </a:solidFill>
              </a:defRPr>
            </a:lvl1pPr>
          </a:lstStyle>
          <a:p>
            <a:endParaRPr lang="en-US" i="1"/>
          </a:p>
        </p:txBody>
      </p:sp>
      <p:sp>
        <p:nvSpPr>
          <p:cNvPr id="24" name="Slide Number Placeholder 11">
            <a:extLst>
              <a:ext uri="{FF2B5EF4-FFF2-40B4-BE49-F238E27FC236}">
                <a16:creationId xmlns:a16="http://schemas.microsoft.com/office/drawing/2014/main" id="{0EA747C5-771B-E414-6F28-F4CB9008A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534D5-8D4C-454A-B069-B706E4B3048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8F3BF7C-3442-EA63-0BA3-94424B383B8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66971" y="4166260"/>
            <a:ext cx="2228115" cy="1325563"/>
          </a:xfrm>
          <a:prstGeom prst="rect">
            <a:avLst/>
          </a:prstGeom>
        </p:spPr>
        <p:txBody>
          <a:bodyPr/>
          <a:lstStyle>
            <a:lvl1pPr>
              <a:buFont typeface="+mj-lt"/>
              <a:buNone/>
              <a:defRPr sz="2400" b="0">
                <a:solidFill>
                  <a:schemeClr val="bg1"/>
                </a:solidFill>
              </a:defRPr>
            </a:lvl1pPr>
            <a:lvl2pPr>
              <a:buFont typeface="+mj-lt"/>
              <a:buNone/>
              <a:defRPr/>
            </a:lvl2pPr>
            <a:lvl3pPr>
              <a:buFont typeface="+mj-lt"/>
              <a:buAutoNum type="arabicParenR"/>
              <a:defRPr/>
            </a:lvl3pPr>
            <a:lvl4pPr>
              <a:buFont typeface="+mj-lt"/>
              <a:buAutoNum type="arabicParenR"/>
              <a:defRPr/>
            </a:lvl4pPr>
            <a:lvl5pPr>
              <a:buFont typeface="+mj-lt"/>
              <a:buAutoNum type="arabicParenR"/>
              <a:defRPr/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Company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2DF14B12-531F-F184-EF30-316BF2ABC60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67038" y="2511425"/>
            <a:ext cx="1393825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44A4820-7098-3F3E-76BF-BF095F2E34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64200" y="2511425"/>
            <a:ext cx="5689600" cy="30718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2448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blue and white gradient&#10;&#10;AI-generated content may be incorrect.">
            <a:extLst>
              <a:ext uri="{FF2B5EF4-FFF2-40B4-BE49-F238E27FC236}">
                <a16:creationId xmlns:a16="http://schemas.microsoft.com/office/drawing/2014/main" id="{6C7456C4-4C8D-AEF7-56CD-3BA719DEB6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1103D5F-5199-8263-71CF-BD31DF7FA9A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10327" y="3950749"/>
            <a:ext cx="7563066" cy="596975"/>
          </a:xfrm>
          <a:prstGeom prst="rect">
            <a:avLst/>
          </a:prstGeom>
        </p:spPr>
        <p:txBody>
          <a:bodyPr/>
          <a:lstStyle>
            <a:lvl1pPr>
              <a:buFont typeface="+mj-lt"/>
              <a:buNone/>
              <a:defRPr>
                <a:solidFill>
                  <a:schemeClr val="bg1"/>
                </a:solidFill>
              </a:defRPr>
            </a:lvl1pPr>
            <a:lvl2pPr>
              <a:buFont typeface="+mj-lt"/>
              <a:buNone/>
              <a:defRPr/>
            </a:lvl2pPr>
            <a:lvl3pPr>
              <a:buFont typeface="+mj-lt"/>
              <a:buAutoNum type="arabicParenR"/>
              <a:defRPr/>
            </a:lvl3pPr>
            <a:lvl4pPr>
              <a:buFont typeface="+mj-lt"/>
              <a:buAutoNum type="arabicParenR"/>
              <a:defRPr/>
            </a:lvl4pPr>
            <a:lvl5pPr>
              <a:buFont typeface="+mj-lt"/>
              <a:buAutoNum type="arabicParenR"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AA59FDE-8FBD-86AD-10FC-B3E05B6455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0327" y="2479043"/>
            <a:ext cx="7563066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23" name="Footer Placeholder 10">
            <a:extLst>
              <a:ext uri="{FF2B5EF4-FFF2-40B4-BE49-F238E27FC236}">
                <a16:creationId xmlns:a16="http://schemas.microsoft.com/office/drawing/2014/main" id="{FA3C42D0-2EDB-C21F-F17E-F11422076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0327" y="634887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bg1"/>
                </a:solidFill>
              </a:defRPr>
            </a:lvl1pPr>
          </a:lstStyle>
          <a:p>
            <a:endParaRPr lang="en-US" i="1"/>
          </a:p>
        </p:txBody>
      </p:sp>
      <p:sp>
        <p:nvSpPr>
          <p:cNvPr id="24" name="Slide Number Placeholder 11">
            <a:extLst>
              <a:ext uri="{FF2B5EF4-FFF2-40B4-BE49-F238E27FC236}">
                <a16:creationId xmlns:a16="http://schemas.microsoft.com/office/drawing/2014/main" id="{0EA747C5-771B-E414-6F28-F4CB9008A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534D5-8D4C-454A-B069-B706E4B30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564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82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FCC1A-5DF7-A930-6849-7A546E67F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36" y="1799234"/>
            <a:ext cx="11645364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2869725B-1B74-D955-6596-2D3F8D6BA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8662" y="624293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E20B0336-3DDF-83F4-9567-29E4D6C70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3300" y="6242935"/>
            <a:ext cx="2743200" cy="365125"/>
          </a:xfrm>
          <a:prstGeom prst="rect">
            <a:avLst/>
          </a:prstGeom>
        </p:spPr>
        <p:txBody>
          <a:bodyPr/>
          <a:lstStyle/>
          <a:p>
            <a:fld id="{D2746BFC-6E2B-CA4A-A7A0-4EBE4172E873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A blue and red text with yellow and red dots&#10;&#10;AI-generated content may be incorrect.">
            <a:extLst>
              <a:ext uri="{FF2B5EF4-FFF2-40B4-BE49-F238E27FC236}">
                <a16:creationId xmlns:a16="http://schemas.microsoft.com/office/drawing/2014/main" id="{6EA2403E-F3D8-6063-18C7-40E2C7BF79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6700" y="6150572"/>
            <a:ext cx="1622125" cy="549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30BA52-2705-444C-FB2D-C71944289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33" y="320676"/>
            <a:ext cx="11645363" cy="122899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7892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2" userDrawn="1">
          <p15:clr>
            <a:srgbClr val="FBAE40"/>
          </p15:clr>
        </p15:guide>
        <p15:guide id="2" pos="16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red text with yellow and red dots&#10;&#10;AI-generated content may be incorrect.">
            <a:extLst>
              <a:ext uri="{FF2B5EF4-FFF2-40B4-BE49-F238E27FC236}">
                <a16:creationId xmlns:a16="http://schemas.microsoft.com/office/drawing/2014/main" id="{8DBDCD31-8177-F4B4-7180-2A5028012C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6700" y="6150572"/>
            <a:ext cx="1622125" cy="549849"/>
          </a:xfrm>
          <a:prstGeom prst="rect">
            <a:avLst/>
          </a:prstGeom>
        </p:spPr>
      </p:pic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7EF4794E-643B-D762-E374-E3DA6D152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3300" y="6242935"/>
            <a:ext cx="2743200" cy="365125"/>
          </a:xfrm>
          <a:prstGeom prst="rect">
            <a:avLst/>
          </a:prstGeom>
        </p:spPr>
        <p:txBody>
          <a:bodyPr/>
          <a:lstStyle/>
          <a:p>
            <a:fld id="{D2746BFC-6E2B-CA4A-A7A0-4EBE4172E87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D3D0F8B-9263-7916-6CDA-26E74A7F5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33" y="320676"/>
            <a:ext cx="11645363" cy="122899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FD9F8EC-3AB0-7D95-7CFE-61AFB818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8662" y="624293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70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" userDrawn="1">
          <p15:clr>
            <a:srgbClr val="FBAE40"/>
          </p15:clr>
        </p15:guide>
        <p15:guide id="2" pos="16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istic 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9A7E88F2-E8A2-2BE2-EF88-DAF3C1F5A3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65" y="0"/>
            <a:ext cx="12192000" cy="6858000"/>
          </a:xfrm>
          <a:prstGeom prst="rect">
            <a:avLst/>
          </a:prstGeom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44576C47-7F4F-6574-6FB4-7F376CC64D7E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8681987" y="1315403"/>
            <a:ext cx="3266991" cy="466250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None/>
              <a:tabLst/>
              <a:defRPr i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“You can feature a nice and inspiring quote or statistics in this space if you would like…”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CD0C473-A3AB-39BC-66FD-E95103943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3022" y="2293319"/>
            <a:ext cx="7563066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9">
            <a:extLst>
              <a:ext uri="{FF2B5EF4-FFF2-40B4-BE49-F238E27FC236}">
                <a16:creationId xmlns:a16="http://schemas.microsoft.com/office/drawing/2014/main" id="{43A07AF8-50C4-4CF9-32CD-C95AAFA08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22" y="1189832"/>
            <a:ext cx="7563066" cy="11034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6B4C33E-7A8E-E5C4-167A-CA1C2B9C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022" y="6356348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AFD1765-9E8D-FC70-5C39-DB845D900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5118" y="635634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46BFC-6E2B-CA4A-A7A0-4EBE4172E873}" type="slidenum">
              <a:rPr lang="en-US" smtClean="0"/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655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9A7E88F2-E8A2-2BE2-EF88-DAF3C1F5A3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3D5925-39D2-47E8-345C-E48E3A7E3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022" y="6356348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11C9DF-673F-05CF-A5DC-2104A574A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5118" y="635634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46BFC-6E2B-CA4A-A7A0-4EBE4172E873}" type="slidenum">
              <a:rPr lang="en-US" smtClean="0"/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CD0C473-A3AB-39BC-66FD-E95103943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3022" y="2293319"/>
            <a:ext cx="7563066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9">
            <a:extLst>
              <a:ext uri="{FF2B5EF4-FFF2-40B4-BE49-F238E27FC236}">
                <a16:creationId xmlns:a16="http://schemas.microsoft.com/office/drawing/2014/main" id="{43A07AF8-50C4-4CF9-32CD-C95AAFA08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22" y="1189832"/>
            <a:ext cx="7563066" cy="11034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4113DDB-3255-02FC-E509-96CDE798EC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04250" y="1096963"/>
            <a:ext cx="3311525" cy="48133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18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turn of the Sphe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globe&#10;&#10;AI-generated content may be incorrect.">
            <a:extLst>
              <a:ext uri="{FF2B5EF4-FFF2-40B4-BE49-F238E27FC236}">
                <a16:creationId xmlns:a16="http://schemas.microsoft.com/office/drawing/2014/main" id="{EC8A8771-E308-C3DB-812B-38FE4E9C6D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ADC155B-BFE6-EC36-8F97-D0C26E336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3022" y="2293319"/>
            <a:ext cx="7563066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1AAB94-0B78-0232-8B57-D94C9E6B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22" y="1189832"/>
            <a:ext cx="7563066" cy="11034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AE12C0F-399C-7372-8483-682664EE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022" y="6356348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69F91C2-043E-6F4E-DB7A-0B1F50A61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5118" y="635634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46BFC-6E2B-CA4A-A7A0-4EBE4172E873}" type="slidenum">
              <a:rPr lang="en-US" smtClean="0"/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830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13C07-02D9-682B-DA54-C24100740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B5E8D-7C96-5EA5-736A-B3907B265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1"/>
                </a:solidFill>
              </a:defRPr>
            </a:lvl1pPr>
            <a:lvl2pPr>
              <a:defRPr sz="2800">
                <a:solidFill>
                  <a:schemeClr val="accent1"/>
                </a:solidFill>
              </a:defRPr>
            </a:lvl2pPr>
            <a:lvl3pPr>
              <a:defRPr sz="2400">
                <a:solidFill>
                  <a:schemeClr val="accent1"/>
                </a:solidFill>
              </a:defRPr>
            </a:lvl3pPr>
            <a:lvl4pPr>
              <a:defRPr sz="2000">
                <a:solidFill>
                  <a:schemeClr val="accent1"/>
                </a:solidFill>
              </a:defRPr>
            </a:lvl4pPr>
            <a:lvl5pPr>
              <a:defRPr sz="2000">
                <a:solidFill>
                  <a:schemeClr val="accent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5BBA1B-57AB-6A64-19FC-68C92C310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blue and red text with yellow and red dots&#10;&#10;AI-generated content may be incorrect.">
            <a:extLst>
              <a:ext uri="{FF2B5EF4-FFF2-40B4-BE49-F238E27FC236}">
                <a16:creationId xmlns:a16="http://schemas.microsoft.com/office/drawing/2014/main" id="{8AA0511C-4248-99C9-5CFB-DFFE0D4BDA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6700" y="6150572"/>
            <a:ext cx="1622125" cy="549849"/>
          </a:xfrm>
          <a:prstGeom prst="rect">
            <a:avLst/>
          </a:prstGeom>
        </p:spPr>
      </p:pic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B852E8B-C245-4996-A29C-129B3F04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3300" y="6242935"/>
            <a:ext cx="2743200" cy="365125"/>
          </a:xfrm>
          <a:prstGeom prst="rect">
            <a:avLst/>
          </a:prstGeom>
        </p:spPr>
        <p:txBody>
          <a:bodyPr/>
          <a:lstStyle/>
          <a:p>
            <a:fld id="{D2746BFC-6E2B-CA4A-A7A0-4EBE4172E87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9026574-F720-8C59-1DE8-B7A0D2215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8662" y="624293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09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72BE2-491D-553F-DA82-81193F8F8E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6445" y="145986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FA765-13B5-6AA3-240E-2C0B331AD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0445" y="145986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 descr="A blue and red text with yellow and red dots&#10;&#10;AI-generated content may be incorrect.">
            <a:extLst>
              <a:ext uri="{FF2B5EF4-FFF2-40B4-BE49-F238E27FC236}">
                <a16:creationId xmlns:a16="http://schemas.microsoft.com/office/drawing/2014/main" id="{F61A6E8A-FF64-5587-BC5B-69D0CCCA7E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6700" y="6150572"/>
            <a:ext cx="1622125" cy="549849"/>
          </a:xfrm>
          <a:prstGeom prst="rect">
            <a:avLst/>
          </a:prstGeom>
        </p:spPr>
      </p:pic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4B2095C-D405-F7F2-4D5D-3A006665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3300" y="624293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97979"/>
                </a:solidFill>
              </a:defRPr>
            </a:lvl1pPr>
          </a:lstStyle>
          <a:p>
            <a:fld id="{D2746BFC-6E2B-CA4A-A7A0-4EBE4172E87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86F4B17-2CD2-8076-DBF3-A60C18435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933" y="320676"/>
            <a:ext cx="11645363" cy="122899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CF36DFC-4F88-87D6-C11C-A197423D1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8662" y="624293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0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0FF3D-4546-E9FC-9A88-A966F1503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83288-8CB8-085E-205A-60EBC51F8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9DC2C2-57C8-0478-CA69-3803494CEE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A1CF18-CBF2-3A58-4561-1CC0CF4142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A blue and red text with yellow and red dots&#10;&#10;AI-generated content may be incorrect.">
            <a:extLst>
              <a:ext uri="{FF2B5EF4-FFF2-40B4-BE49-F238E27FC236}">
                <a16:creationId xmlns:a16="http://schemas.microsoft.com/office/drawing/2014/main" id="{C78D3749-04B0-311C-AB03-4321BE0D38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6700" y="6150572"/>
            <a:ext cx="1622125" cy="549849"/>
          </a:xfrm>
          <a:prstGeom prst="rect">
            <a:avLst/>
          </a:prstGeom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D4B213BF-E315-7294-72E9-A28C977A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3300" y="6242935"/>
            <a:ext cx="2743200" cy="365125"/>
          </a:xfrm>
          <a:prstGeom prst="rect">
            <a:avLst/>
          </a:prstGeom>
        </p:spPr>
        <p:txBody>
          <a:bodyPr/>
          <a:lstStyle/>
          <a:p>
            <a:fld id="{D2746BFC-6E2B-CA4A-A7A0-4EBE4172E87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73ECA1E-F35B-3525-88FB-2EC89F0524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933" y="320676"/>
            <a:ext cx="11645363" cy="122899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108D31A-6DC5-AE86-C750-71833A7B0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8662" y="624293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423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95F7A-AA18-A325-218C-7D6BDD9B7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11AB0E-FCE6-435E-2C3B-E3B5776234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FFBF9A-FB66-63EB-D804-C55010BC5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blue and red text with yellow and red dots&#10;&#10;AI-generated content may be incorrect.">
            <a:extLst>
              <a:ext uri="{FF2B5EF4-FFF2-40B4-BE49-F238E27FC236}">
                <a16:creationId xmlns:a16="http://schemas.microsoft.com/office/drawing/2014/main" id="{6884094E-25AF-384D-0B90-1F13C75144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6700" y="6150572"/>
            <a:ext cx="1622125" cy="549849"/>
          </a:xfrm>
          <a:prstGeom prst="rect">
            <a:avLst/>
          </a:prstGeom>
        </p:spPr>
      </p:pic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1A8EADB-32F3-6BE8-F930-1F13E6D2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3300" y="6242935"/>
            <a:ext cx="2743200" cy="365125"/>
          </a:xfrm>
          <a:prstGeom prst="rect">
            <a:avLst/>
          </a:prstGeom>
        </p:spPr>
        <p:txBody>
          <a:bodyPr/>
          <a:lstStyle/>
          <a:p>
            <a:fld id="{D2746BFC-6E2B-CA4A-A7A0-4EBE4172E87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71BB9F3-E42D-189D-2164-BEF0BC3B5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8662" y="624293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62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globe&#10;&#10;AI-generated content may be incorrect.">
            <a:extLst>
              <a:ext uri="{FF2B5EF4-FFF2-40B4-BE49-F238E27FC236}">
                <a16:creationId xmlns:a16="http://schemas.microsoft.com/office/drawing/2014/main" id="{0773B5AF-F694-C14B-4C0C-90940D8110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7710DD-EE4B-96B7-AF92-EE3D3F80D4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CA62D5-3293-A5C5-990E-2EF0B7477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E3CFE8-52A9-D93A-AF7F-6B5E0EFBA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746BFC-6E2B-CA4A-A7A0-4EBE4172E8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98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globe&#10;&#10;AI-generated content may be incorrect.">
            <a:extLst>
              <a:ext uri="{FF2B5EF4-FFF2-40B4-BE49-F238E27FC236}">
                <a16:creationId xmlns:a16="http://schemas.microsoft.com/office/drawing/2014/main" id="{0773B5AF-F694-C14B-4C0C-90940D8110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7710DD-EE4B-96B7-AF92-EE3D3F80D4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Questions?</a:t>
            </a:r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A05062A2-4D2F-86FB-8C20-E2E97A98C7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534D5-8D4C-454A-B069-B706E4B3048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F6FCD5E-9483-91B9-EE24-C87AA9F3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85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piring Quote / Flex 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globe&#10;&#10;AI-generated content may be incorrect.">
            <a:extLst>
              <a:ext uri="{FF2B5EF4-FFF2-40B4-BE49-F238E27FC236}">
                <a16:creationId xmlns:a16="http://schemas.microsoft.com/office/drawing/2014/main" id="{0773B5AF-F694-C14B-4C0C-90940D8110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7710DD-EE4B-96B7-AF92-EE3D3F80D4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980" y="2766218"/>
            <a:ext cx="6619240" cy="1325563"/>
          </a:xfrm>
          <a:prstGeom prst="rect">
            <a:avLst/>
          </a:prstGeom>
        </p:spPr>
        <p:txBody>
          <a:bodyPr/>
          <a:lstStyle>
            <a:lvl1pPr algn="ctr">
              <a:defRPr b="0" i="1"/>
            </a:lvl1pPr>
          </a:lstStyle>
          <a:p>
            <a:r>
              <a:rPr lang="en-US"/>
              <a:t>“Inspiring Quote Can Go Here”</a:t>
            </a:r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A05062A2-4D2F-86FB-8C20-E2E97A98C7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534D5-8D4C-454A-B069-B706E4B3048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302F3F9-0010-D502-B1C2-145680FD9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28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103351-EB45-234F-8697-DE91E66640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" y="0"/>
            <a:ext cx="121793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DDB1314-0315-DB4C-AE95-AFD46FB209DC}"/>
              </a:ext>
            </a:extLst>
          </p:cNvPr>
          <p:cNvSpPr/>
          <p:nvPr userDrawn="1"/>
        </p:nvSpPr>
        <p:spPr>
          <a:xfrm>
            <a:off x="2083293" y="0"/>
            <a:ext cx="1010870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2486" y="365127"/>
            <a:ext cx="8859913" cy="2801656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2486" y="3402108"/>
            <a:ext cx="8859913" cy="2774857"/>
          </a:xfrm>
        </p:spPr>
        <p:txBody>
          <a:bodyPr/>
          <a:lstStyle>
            <a:lvl1pPr marL="0" indent="0">
              <a:buFont typeface="+mj-lt"/>
              <a:buNone/>
              <a:tabLst/>
              <a:defRPr sz="2400">
                <a:solidFill>
                  <a:schemeClr val="bg1"/>
                </a:solidFill>
              </a:defRPr>
            </a:lvl1pPr>
            <a:lvl2pPr marL="6351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2pPr>
            <a:lvl3pPr marL="6351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3pPr>
            <a:lvl4pPr marL="6351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4pPr>
            <a:lvl5pPr marL="6351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05701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Europe Interchang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4504CE-24FF-0B1C-3D2B-C8377F04F2CB}"/>
              </a:ext>
            </a:extLst>
          </p:cNvPr>
          <p:cNvSpPr/>
          <p:nvPr userDrawn="1"/>
        </p:nvSpPr>
        <p:spPr>
          <a:xfrm>
            <a:off x="74507" y="6103720"/>
            <a:ext cx="2387600" cy="704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45004" y="5157701"/>
            <a:ext cx="7500504" cy="357241"/>
          </a:xfrm>
        </p:spPr>
        <p:txBody>
          <a:bodyPr anchor="ctr">
            <a:normAutofit/>
          </a:bodyPr>
          <a:lstStyle>
            <a:lvl1pPr algn="l"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45005" y="5687806"/>
            <a:ext cx="7500504" cy="70402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Presented by John Smith, Job Title, Department, Company Name</a:t>
            </a:r>
          </a:p>
          <a:p>
            <a:r>
              <a:rPr lang="en-US"/>
              <a:t>Day Month 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12381A-54CA-3596-81CF-D81754AD43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2905"/>
            <a:ext cx="12192000" cy="3797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193E57-2E58-64C4-CD10-BA3194E1D7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19635"/>
            <a:ext cx="12192000" cy="3382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9E1DF4D-2170-CE0D-FB12-9CE9B4EDA629}"/>
              </a:ext>
            </a:extLst>
          </p:cNvPr>
          <p:cNvSpPr txBox="1"/>
          <p:nvPr userDrawn="1"/>
        </p:nvSpPr>
        <p:spPr>
          <a:xfrm>
            <a:off x="5587698" y="1161465"/>
            <a:ext cx="5392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kern="0" spc="-133" baseline="0">
                <a:latin typeface="Arial" panose="020B0604020202020204" pitchFamily="34" charset="0"/>
                <a:cs typeface="Arial" panose="020B0604020202020204" pitchFamily="34" charset="0"/>
              </a:rPr>
              <a:t>2026 Europe Interchange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507873-3435-18ED-FFFC-B07E35A8A657}"/>
              </a:ext>
            </a:extLst>
          </p:cNvPr>
          <p:cNvSpPr txBox="1"/>
          <p:nvPr userDrawn="1"/>
        </p:nvSpPr>
        <p:spPr>
          <a:xfrm>
            <a:off x="5587698" y="1734487"/>
            <a:ext cx="5195525" cy="225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67" cap="all" spc="13" baseline="0">
                <a:solidFill>
                  <a:srgbClr val="5C7FA2"/>
                </a:solidFill>
              </a:rPr>
              <a:t>The Future Is Connected: Standards and AI Powering Digital Transformation</a:t>
            </a:r>
          </a:p>
        </p:txBody>
      </p:sp>
      <p:pic>
        <p:nvPicPr>
          <p:cNvPr id="21" name="Picture 20" descr="A city skyline with buildings in the background&#10;&#10;AI-generated content may be incorrect.">
            <a:extLst>
              <a:ext uri="{FF2B5EF4-FFF2-40B4-BE49-F238E27FC236}">
                <a16:creationId xmlns:a16="http://schemas.microsoft.com/office/drawing/2014/main" id="{1D4E8D17-2F9F-D657-42BC-92D5EBF4469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8795" y="2271534"/>
            <a:ext cx="9553077" cy="2261537"/>
          </a:xfrm>
          <a:prstGeom prst="rect">
            <a:avLst/>
          </a:prstGeom>
        </p:spPr>
      </p:pic>
      <p:pic>
        <p:nvPicPr>
          <p:cNvPr id="19" name="Picture 18" descr="A black and white cityscape&#10;&#10;AI-generated content may be incorrect.">
            <a:extLst>
              <a:ext uri="{FF2B5EF4-FFF2-40B4-BE49-F238E27FC236}">
                <a16:creationId xmlns:a16="http://schemas.microsoft.com/office/drawing/2014/main" id="{BC052E5C-F8F7-ACEA-C6B9-97D69C8C3C4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8795" y="2279016"/>
            <a:ext cx="9553077" cy="21575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69E77A3-B24D-2720-5E96-42FC1FC6AD2D}"/>
              </a:ext>
            </a:extLst>
          </p:cNvPr>
          <p:cNvSpPr txBox="1"/>
          <p:nvPr userDrawn="1"/>
        </p:nvSpPr>
        <p:spPr>
          <a:xfrm>
            <a:off x="4434603" y="4153007"/>
            <a:ext cx="5892960" cy="2411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7" cap="all" baseline="0">
                <a:solidFill>
                  <a:schemeClr val="accent2">
                    <a:lumMod val="40000"/>
                    <a:lumOff val="60000"/>
                  </a:schemeClr>
                </a:solidFill>
              </a:rPr>
              <a:t>MILan, italy  |  Main Conference: 20-21 May  |  Trainings &amp; Workshops: 18, 19, &amp; 22 May</a:t>
            </a:r>
          </a:p>
        </p:txBody>
      </p:sp>
      <p:pic>
        <p:nvPicPr>
          <p:cNvPr id="3" name="Picture 2" descr="A white sphere with colorful dots and lines&#10;&#10;AI-generated content may be incorrect.">
            <a:extLst>
              <a:ext uri="{FF2B5EF4-FFF2-40B4-BE49-F238E27FC236}">
                <a16:creationId xmlns:a16="http://schemas.microsoft.com/office/drawing/2014/main" id="{3BFF97FE-E506-B8EF-8A24-C27A87D705D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1230760"/>
            <a:ext cx="3403601" cy="4729773"/>
          </a:xfrm>
          <a:prstGeom prst="rect">
            <a:avLst/>
          </a:prstGeom>
        </p:spPr>
      </p:pic>
      <p:pic>
        <p:nvPicPr>
          <p:cNvPr id="5" name="Picture 4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93E81821-4895-5520-2F19-1D3D6D33576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3687" y="1087121"/>
            <a:ext cx="2703496" cy="81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8907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US Interchang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7F137-197F-F1BD-E93C-32CA601ADA4F}"/>
              </a:ext>
            </a:extLst>
          </p:cNvPr>
          <p:cNvSpPr/>
          <p:nvPr userDrawn="1"/>
        </p:nvSpPr>
        <p:spPr>
          <a:xfrm>
            <a:off x="0" y="5905500"/>
            <a:ext cx="2387600" cy="952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7" name="Picture 16" descr="A city skyline with trees in the background&#10;&#10;AI-generated content may be incorrect.">
            <a:extLst>
              <a:ext uri="{FF2B5EF4-FFF2-40B4-BE49-F238E27FC236}">
                <a16:creationId xmlns:a16="http://schemas.microsoft.com/office/drawing/2014/main" id="{C3E63EC1-0BCC-24CF-83F5-8593389ADA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2720" y="2266227"/>
            <a:ext cx="9479280" cy="2297835"/>
          </a:xfrm>
          <a:prstGeom prst="rect">
            <a:avLst/>
          </a:prstGeom>
        </p:spPr>
      </p:pic>
      <p:pic>
        <p:nvPicPr>
          <p:cNvPr id="19" name="Picture 18" descr="A black and white image of a city&#10;&#10;AI-generated content may be incorrect.">
            <a:extLst>
              <a:ext uri="{FF2B5EF4-FFF2-40B4-BE49-F238E27FC236}">
                <a16:creationId xmlns:a16="http://schemas.microsoft.com/office/drawing/2014/main" id="{A37E3970-0A47-7F72-5744-396E7FE28F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2277" y="2287786"/>
            <a:ext cx="9725900" cy="2108108"/>
          </a:xfrm>
          <a:prstGeom prst="rect">
            <a:avLst/>
          </a:prstGeom>
        </p:spPr>
      </p:pic>
      <p:pic>
        <p:nvPicPr>
          <p:cNvPr id="22" name="Picture 21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F02E28AD-2148-B2C6-11A5-266E1D266AB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3687" y="1087121"/>
            <a:ext cx="2703496" cy="81973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475D693-9F94-F896-03D1-945678DD6B67}"/>
              </a:ext>
            </a:extLst>
          </p:cNvPr>
          <p:cNvSpPr txBox="1"/>
          <p:nvPr userDrawn="1"/>
        </p:nvSpPr>
        <p:spPr>
          <a:xfrm>
            <a:off x="5607050" y="1123364"/>
            <a:ext cx="53719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latin typeface="+mj-lt"/>
              </a:rPr>
              <a:t>2026 US Interchange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E5E666-82D4-64C5-1DA4-F50A5216E5A5}"/>
              </a:ext>
            </a:extLst>
          </p:cNvPr>
          <p:cNvSpPr txBox="1"/>
          <p:nvPr userDrawn="1"/>
        </p:nvSpPr>
        <p:spPr>
          <a:xfrm>
            <a:off x="5607050" y="1734487"/>
            <a:ext cx="5195525" cy="225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67" cap="all" spc="13" baseline="0">
                <a:solidFill>
                  <a:srgbClr val="5C7FA2"/>
                </a:solidFill>
              </a:rPr>
              <a:t>The Future Is Connected: Standards and AI Powering Digital Transformation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9B7E1B-C1EA-88D4-C130-9A5CC9A3563E}"/>
              </a:ext>
            </a:extLst>
          </p:cNvPr>
          <p:cNvSpPr txBox="1"/>
          <p:nvPr userDrawn="1"/>
        </p:nvSpPr>
        <p:spPr>
          <a:xfrm>
            <a:off x="4320297" y="4180331"/>
            <a:ext cx="5945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cap="all" baseline="0">
                <a:solidFill>
                  <a:schemeClr val="accent2">
                    <a:lumMod val="40000"/>
                    <a:lumOff val="60000"/>
                  </a:schemeClr>
                </a:solidFill>
              </a:rPr>
              <a:t>DENVER, COLORADO  |  Main Conference: 5-6 OCT  |  Trainings &amp; Workshops: 7-9 OCT</a:t>
            </a:r>
          </a:p>
        </p:txBody>
      </p:sp>
      <p:pic>
        <p:nvPicPr>
          <p:cNvPr id="2" name="Picture 1" descr="A white sphere with colorful dots and lines&#10;&#10;AI-generated content may be incorrect.">
            <a:extLst>
              <a:ext uri="{FF2B5EF4-FFF2-40B4-BE49-F238E27FC236}">
                <a16:creationId xmlns:a16="http://schemas.microsoft.com/office/drawing/2014/main" id="{91CF16DD-F3D5-2B7B-4DCB-0B5917C62B1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1230760"/>
            <a:ext cx="3403601" cy="472977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9F9EB31-F9A1-C18C-0F8F-2D13FFC617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45004" y="5157701"/>
            <a:ext cx="7500504" cy="357241"/>
          </a:xfrm>
        </p:spPr>
        <p:txBody>
          <a:bodyPr anchor="ctr">
            <a:normAutofit/>
          </a:bodyPr>
          <a:lstStyle>
            <a:lvl1pPr algn="l"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50EBD24-5291-771A-C069-3FB4226079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45005" y="5687806"/>
            <a:ext cx="7500504" cy="70402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Presented by John Smith, Job Title, Department, Company Name</a:t>
            </a:r>
          </a:p>
          <a:p>
            <a:r>
              <a:rPr lang="en-US"/>
              <a:t>Day Month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4C5324-3B40-46A6-7ADE-7F1A02A4D78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2905"/>
            <a:ext cx="12192000" cy="3797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223B7D-955C-8EB7-14DA-C83B6008AD2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19635"/>
            <a:ext cx="12192000" cy="33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4358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ndia CDISC D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blue background with white text and colorful circles&#10;&#10;AI-generated content may be incorrect.">
            <a:extLst>
              <a:ext uri="{FF2B5EF4-FFF2-40B4-BE49-F238E27FC236}">
                <a16:creationId xmlns:a16="http://schemas.microsoft.com/office/drawing/2014/main" id="{60F7C83A-A16B-90CE-CF24-E4B6E96433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9F9EB31-F9A1-C18C-0F8F-2D13FFC617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45748" y="4689850"/>
            <a:ext cx="7500504" cy="357241"/>
          </a:xfrm>
        </p:spPr>
        <p:txBody>
          <a:bodyPr anchor="ctr">
            <a:normAutofit/>
          </a:bodyPr>
          <a:lstStyle>
            <a:lvl1pPr algn="l">
              <a:defRPr sz="2667" b="1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50EBD24-5291-771A-C069-3FB4226079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45749" y="5219955"/>
            <a:ext cx="7500504" cy="70402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Presented by John Smith, Job Title, Department, Company Name</a:t>
            </a:r>
          </a:p>
          <a:p>
            <a:r>
              <a:rPr lang="en-US"/>
              <a:t>Day Month 2026</a:t>
            </a:r>
          </a:p>
        </p:txBody>
      </p:sp>
    </p:spTree>
    <p:extLst>
      <p:ext uri="{BB962C8B-B14F-4D97-AF65-F5344CB8AC3E}">
        <p14:creationId xmlns:p14="http://schemas.microsoft.com/office/powerpoint/2010/main" val="10805394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DISC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for a company&#10;&#10;AI-generated content may be incorrect.">
            <a:extLst>
              <a:ext uri="{FF2B5EF4-FFF2-40B4-BE49-F238E27FC236}">
                <a16:creationId xmlns:a16="http://schemas.microsoft.com/office/drawing/2014/main" id="{C9681E14-B3FE-E042-C5B8-F8177FE73F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2343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u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web page&#10;&#10;AI-generated content may be incorrect.">
            <a:extLst>
              <a:ext uri="{FF2B5EF4-FFF2-40B4-BE49-F238E27FC236}">
                <a16:creationId xmlns:a16="http://schemas.microsoft.com/office/drawing/2014/main" id="{663278CC-4CCB-5D61-9D7D-8101C1DEA2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8291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D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white poster with icons and text&#10;&#10;AI-generated content may be incorrect.">
            <a:extLst>
              <a:ext uri="{FF2B5EF4-FFF2-40B4-BE49-F238E27FC236}">
                <a16:creationId xmlns:a16="http://schemas.microsoft.com/office/drawing/2014/main" id="{45626BA3-136C-D9F4-A116-DB95D67FA0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8735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white website with a few images of buildings&#10;&#10;AI-generated content may be incorrect.">
            <a:extLst>
              <a:ext uri="{FF2B5EF4-FFF2-40B4-BE49-F238E27FC236}">
                <a16:creationId xmlns:a16="http://schemas.microsoft.com/office/drawing/2014/main" id="{99BDABBC-9179-4D5C-51F3-CDFFF44ACB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6595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sh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5C5EFB-930B-3056-3550-02D67352BB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1941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y Sect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pie chart&#10;&#10;AI-generated content may be incorrect.">
            <a:extLst>
              <a:ext uri="{FF2B5EF4-FFF2-40B4-BE49-F238E27FC236}">
                <a16:creationId xmlns:a16="http://schemas.microsoft.com/office/drawing/2014/main" id="{4BE472CD-6235-FDD2-630E-DE95E94E7A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6824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mber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p of the world with red circles and white text&#10;&#10;AI-generated content may be incorrect.">
            <a:extLst>
              <a:ext uri="{FF2B5EF4-FFF2-40B4-BE49-F238E27FC236}">
                <a16:creationId xmlns:a16="http://schemas.microsoft.com/office/drawing/2014/main" id="{58EAF52A-9601-E251-C690-71DCD0F78D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7902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mber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0569ABDE-DB67-6D73-1D2B-FCD17D7E1B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023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A281660A-8757-EE1C-F596-19764D32A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50522A0-D06F-BDC9-44DF-8101FB801C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6159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i="1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C986F05-C189-34BC-3DF9-51AB9758D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534D5-8D4C-454A-B069-B706E4B3048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368168F-AACE-36CB-D947-3FC495187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935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7" r:id="rId3"/>
    <p:sldLayoutId id="2147483679" r:id="rId4"/>
    <p:sldLayoutId id="2147483681" r:id="rId5"/>
    <p:sldLayoutId id="2147483650" r:id="rId6"/>
    <p:sldLayoutId id="2147483654" r:id="rId7"/>
    <p:sldLayoutId id="2147483655" r:id="rId8"/>
    <p:sldLayoutId id="2147483678" r:id="rId9"/>
    <p:sldLayoutId id="2147483660" r:id="rId10"/>
    <p:sldLayoutId id="2147483656" r:id="rId11"/>
    <p:sldLayoutId id="2147483652" r:id="rId12"/>
    <p:sldLayoutId id="2147483653" r:id="rId13"/>
    <p:sldLayoutId id="2147483657" r:id="rId14"/>
    <p:sldLayoutId id="2147483661" r:id="rId15"/>
    <p:sldLayoutId id="2147483662" r:id="rId16"/>
    <p:sldLayoutId id="2147483680" r:id="rId17"/>
    <p:sldLayoutId id="2147483699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457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Font typeface="Arial" panose="020B0604020202020204" pitchFamily="34" charset="0"/>
        <a:buChar char="•"/>
        <a:defRPr sz="2800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Font typeface="Arial" panose="020B0604020202020204" pitchFamily="34" charset="0"/>
        <a:buChar char="•"/>
        <a:defRPr sz="2400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Font typeface="Arial" panose="020B0604020202020204" pitchFamily="34" charset="0"/>
        <a:buChar char="•"/>
        <a:defRPr sz="2000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Font typeface="Arial" panose="020B0604020202020204" pitchFamily="34" charset="0"/>
        <a:buChar char="•"/>
        <a:defRPr sz="1800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Font typeface="Arial" panose="020B0604020202020204" pitchFamily="34" charset="0"/>
        <a:buChar char="•"/>
        <a:defRPr sz="1800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81668"/>
            <a:ext cx="10972800" cy="46952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FAA6947A-88AC-58E6-32D1-F6996693991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8647" y="6316137"/>
            <a:ext cx="998421" cy="30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781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10">
          <p15:clr>
            <a:srgbClr val="F26B43"/>
          </p15:clr>
        </p15:guide>
        <p15:guide id="2" pos="5472">
          <p15:clr>
            <a:srgbClr val="F26B43"/>
          </p15:clr>
        </p15:guide>
        <p15:guide id="3" pos="504">
          <p15:clr>
            <a:srgbClr val="F26B43"/>
          </p15:clr>
        </p15:guide>
        <p15:guide id="4" pos="3054">
          <p15:clr>
            <a:srgbClr val="F26B43"/>
          </p15:clr>
        </p15:guide>
        <p15:guide id="5" pos="3198">
          <p15:clr>
            <a:srgbClr val="F26B43"/>
          </p15:clr>
        </p15:guide>
        <p15:guide id="6" pos="288">
          <p15:clr>
            <a:srgbClr val="F26B43"/>
          </p15:clr>
        </p15:guide>
        <p15:guide id="7" orient="horz" pos="70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C86468-8A2B-6153-F617-953E2EE39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D67B3-AAEC-95D2-781F-6DFB3AC91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2DD03-F651-5463-9181-9FD930176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506B7-332F-CE1D-B5F5-9C74D7C45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59C3FD-9B60-0C4F-8666-AAFEDBA87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7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8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5D617-4282-1134-76C2-CC0AC7324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57044-CD06-3B18-7011-63ECE78AE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14" y="94241"/>
            <a:ext cx="10515600" cy="894335"/>
          </a:xfrm>
        </p:spPr>
        <p:txBody>
          <a:bodyPr>
            <a:normAutofit/>
          </a:bodyPr>
          <a:lstStyle/>
          <a:p>
            <a:r>
              <a:rPr lang="en-US" sz="2933" dirty="0"/>
              <a:t>Analogy: How to make a smooth soup</a:t>
            </a:r>
            <a:endParaRPr lang="en-US" sz="2933" dirty="0">
              <a:cs typeface="Arial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A484615-B22E-45EE-BCE2-0C24BCFB2B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8893437"/>
              </p:ext>
            </p:extLst>
          </p:nvPr>
        </p:nvGraphicFramePr>
        <p:xfrm>
          <a:off x="425414" y="1487424"/>
          <a:ext cx="5267960" cy="429158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0694">
                  <a:extLst>
                    <a:ext uri="{9D8B030D-6E8A-4147-A177-3AD203B41FA5}">
                      <a16:colId xmlns:a16="http://schemas.microsoft.com/office/drawing/2014/main" val="1626548733"/>
                    </a:ext>
                  </a:extLst>
                </a:gridCol>
                <a:gridCol w="2588005">
                  <a:extLst>
                    <a:ext uri="{9D8B030D-6E8A-4147-A177-3AD203B41FA5}">
                      <a16:colId xmlns:a16="http://schemas.microsoft.com/office/drawing/2014/main" val="4132007399"/>
                    </a:ext>
                  </a:extLst>
                </a:gridCol>
                <a:gridCol w="2409261">
                  <a:extLst>
                    <a:ext uri="{9D8B030D-6E8A-4147-A177-3AD203B41FA5}">
                      <a16:colId xmlns:a16="http://schemas.microsoft.com/office/drawing/2014/main" val="3654702291"/>
                    </a:ext>
                  </a:extLst>
                </a:gridCol>
              </a:tblGrid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Ingredient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Oil/butter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994580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Ingredient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Onion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681333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Ingredient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Spices/aromatics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294912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Chop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805277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Sauté for 5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935262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Ingredient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Vegetables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787546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Ingredient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792620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Blend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371318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12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85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5D617-4282-1134-76C2-CC0AC7324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57044-CD06-3B18-7011-63ECE78AE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14" y="94241"/>
            <a:ext cx="10515600" cy="894335"/>
          </a:xfrm>
        </p:spPr>
        <p:txBody>
          <a:bodyPr>
            <a:normAutofit/>
          </a:bodyPr>
          <a:lstStyle/>
          <a:p>
            <a:r>
              <a:rPr lang="en-US" sz="2933" dirty="0"/>
              <a:t>Analogy: How to make a smooth soup</a:t>
            </a:r>
            <a:endParaRPr lang="en-US" sz="2933" dirty="0">
              <a:cs typeface="Arial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FE60406E-D38B-4557-BEAF-A03D660D8E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8676380"/>
              </p:ext>
            </p:extLst>
          </p:nvPr>
        </p:nvGraphicFramePr>
        <p:xfrm>
          <a:off x="6247094" y="1487424"/>
          <a:ext cx="3384853" cy="429158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84853">
                  <a:extLst>
                    <a:ext uri="{9D8B030D-6E8A-4147-A177-3AD203B41FA5}">
                      <a16:colId xmlns:a16="http://schemas.microsoft.com/office/drawing/2014/main" val="3654702291"/>
                    </a:ext>
                  </a:extLst>
                </a:gridCol>
              </a:tblGrid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Olive oil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994580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Red Onion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681333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Basil, salt, pepper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294912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Chop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805277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Sauté for 5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935262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Whole peeled tomatoes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787546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Chicken stock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792620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Blend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371318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Heat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1200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8A3C312-4AA3-42ED-AC78-B584B2A51B58}"/>
              </a:ext>
            </a:extLst>
          </p:cNvPr>
          <p:cNvSpPr txBox="1"/>
          <p:nvPr/>
        </p:nvSpPr>
        <p:spPr>
          <a:xfrm>
            <a:off x="415254" y="921517"/>
            <a:ext cx="5267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457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Concept: Generic smooth soup</a:t>
            </a:r>
            <a:endParaRPr lang="en-GB" sz="2000" b="1" dirty="0">
              <a:solidFill>
                <a:srgbClr val="004578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CA9116-AAFA-4818-A68F-372D106EFF77}"/>
              </a:ext>
            </a:extLst>
          </p:cNvPr>
          <p:cNvSpPr txBox="1"/>
          <p:nvPr/>
        </p:nvSpPr>
        <p:spPr>
          <a:xfrm>
            <a:off x="6247094" y="921516"/>
            <a:ext cx="5267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457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Implementation: Tomato soup</a:t>
            </a:r>
            <a:endParaRPr lang="en-GB" sz="2000" b="1" dirty="0">
              <a:solidFill>
                <a:srgbClr val="004578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385CB4-076C-44E2-A798-68FBD7B46415}"/>
              </a:ext>
            </a:extLst>
          </p:cNvPr>
          <p:cNvSpPr txBox="1"/>
          <p:nvPr/>
        </p:nvSpPr>
        <p:spPr>
          <a:xfrm>
            <a:off x="9631947" y="6370321"/>
            <a:ext cx="243866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Spoon icons created by </a:t>
            </a:r>
            <a:r>
              <a:rPr lang="en-GB" sz="1000" dirty="0" err="1"/>
              <a:t>Mihimihi</a:t>
            </a:r>
            <a:r>
              <a:rPr lang="en-GB" sz="1000" dirty="0"/>
              <a:t> - </a:t>
            </a:r>
            <a:r>
              <a:rPr lang="en-GB" sz="1000" dirty="0" err="1"/>
              <a:t>Flaticon</a:t>
            </a:r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D7E987-9BCA-45E6-B460-77929A8AD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2113" y="3633217"/>
            <a:ext cx="2078333" cy="2078333"/>
          </a:xfrm>
          <a:prstGeom prst="rect">
            <a:avLst/>
          </a:prstGeom>
        </p:spPr>
      </p:pic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98FC1C9D-9FAB-4DEB-CEA5-9F496A7057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6407854"/>
              </p:ext>
            </p:extLst>
          </p:nvPr>
        </p:nvGraphicFramePr>
        <p:xfrm>
          <a:off x="425414" y="1487424"/>
          <a:ext cx="5267960" cy="429158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0694">
                  <a:extLst>
                    <a:ext uri="{9D8B030D-6E8A-4147-A177-3AD203B41FA5}">
                      <a16:colId xmlns:a16="http://schemas.microsoft.com/office/drawing/2014/main" val="1626548733"/>
                    </a:ext>
                  </a:extLst>
                </a:gridCol>
                <a:gridCol w="2588005">
                  <a:extLst>
                    <a:ext uri="{9D8B030D-6E8A-4147-A177-3AD203B41FA5}">
                      <a16:colId xmlns:a16="http://schemas.microsoft.com/office/drawing/2014/main" val="4132007399"/>
                    </a:ext>
                  </a:extLst>
                </a:gridCol>
                <a:gridCol w="2409261">
                  <a:extLst>
                    <a:ext uri="{9D8B030D-6E8A-4147-A177-3AD203B41FA5}">
                      <a16:colId xmlns:a16="http://schemas.microsoft.com/office/drawing/2014/main" val="3654702291"/>
                    </a:ext>
                  </a:extLst>
                </a:gridCol>
              </a:tblGrid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Ingredient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Oil/butter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994580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Ingredient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Onion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681333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Ingredient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Spices/aromatics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294912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Chop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805277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Sauté for 5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935262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Ingredient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Vegetables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787546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Ingredient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792620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Blend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371318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1200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778B9BF-0D8E-80AF-61A1-E73B5C83F040}"/>
              </a:ext>
            </a:extLst>
          </p:cNvPr>
          <p:cNvCxnSpPr>
            <a:cxnSpLocks/>
          </p:cNvCxnSpPr>
          <p:nvPr/>
        </p:nvCxnSpPr>
        <p:spPr>
          <a:xfrm flipH="1">
            <a:off x="5151551" y="1725769"/>
            <a:ext cx="11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440976A-6733-3B23-A7DF-809B1BB906FD}"/>
              </a:ext>
            </a:extLst>
          </p:cNvPr>
          <p:cNvCxnSpPr>
            <a:cxnSpLocks/>
          </p:cNvCxnSpPr>
          <p:nvPr/>
        </p:nvCxnSpPr>
        <p:spPr>
          <a:xfrm flipH="1">
            <a:off x="5151551" y="2161504"/>
            <a:ext cx="11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D463E08-DADA-7453-2DE4-2ED0C2ED2093}"/>
              </a:ext>
            </a:extLst>
          </p:cNvPr>
          <p:cNvCxnSpPr>
            <a:cxnSpLocks/>
          </p:cNvCxnSpPr>
          <p:nvPr/>
        </p:nvCxnSpPr>
        <p:spPr>
          <a:xfrm flipH="1">
            <a:off x="5151551" y="2635876"/>
            <a:ext cx="11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BEC5664-9ABA-BB1D-E7F4-00D630C9D84F}"/>
              </a:ext>
            </a:extLst>
          </p:cNvPr>
          <p:cNvCxnSpPr>
            <a:cxnSpLocks/>
          </p:cNvCxnSpPr>
          <p:nvPr/>
        </p:nvCxnSpPr>
        <p:spPr>
          <a:xfrm flipH="1">
            <a:off x="5151551" y="4140557"/>
            <a:ext cx="11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3AD5659-93C1-E5D1-EF04-0D93300EFC31}"/>
              </a:ext>
            </a:extLst>
          </p:cNvPr>
          <p:cNvCxnSpPr>
            <a:cxnSpLocks/>
          </p:cNvCxnSpPr>
          <p:nvPr/>
        </p:nvCxnSpPr>
        <p:spPr>
          <a:xfrm flipH="1">
            <a:off x="5151551" y="4602050"/>
            <a:ext cx="11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F257C55-4EC8-3D7F-43FF-91E1F6F5AC72}"/>
              </a:ext>
            </a:extLst>
          </p:cNvPr>
          <p:cNvSpPr txBox="1"/>
          <p:nvPr/>
        </p:nvSpPr>
        <p:spPr>
          <a:xfrm>
            <a:off x="5632298" y="1479306"/>
            <a:ext cx="708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maps to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AC7D5C-3DA3-DB53-8F44-19A063BC0590}"/>
              </a:ext>
            </a:extLst>
          </p:cNvPr>
          <p:cNvSpPr txBox="1"/>
          <p:nvPr/>
        </p:nvSpPr>
        <p:spPr>
          <a:xfrm>
            <a:off x="5632298" y="1915292"/>
            <a:ext cx="708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maps to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995738-9468-B3F1-DB71-35A8C9EBA8CF}"/>
              </a:ext>
            </a:extLst>
          </p:cNvPr>
          <p:cNvSpPr txBox="1"/>
          <p:nvPr/>
        </p:nvSpPr>
        <p:spPr>
          <a:xfrm>
            <a:off x="5632298" y="2372967"/>
            <a:ext cx="708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maps to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D4063F-05B3-0981-C44F-B418A1EF36D3}"/>
              </a:ext>
            </a:extLst>
          </p:cNvPr>
          <p:cNvSpPr txBox="1"/>
          <p:nvPr/>
        </p:nvSpPr>
        <p:spPr>
          <a:xfrm>
            <a:off x="5632298" y="3847151"/>
            <a:ext cx="708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maps to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2194C2-6268-F018-EF4A-87F9EB5D741F}"/>
              </a:ext>
            </a:extLst>
          </p:cNvPr>
          <p:cNvSpPr txBox="1"/>
          <p:nvPr/>
        </p:nvSpPr>
        <p:spPr>
          <a:xfrm>
            <a:off x="5632298" y="4340440"/>
            <a:ext cx="708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maps to </a:t>
            </a:r>
          </a:p>
        </p:txBody>
      </p:sp>
    </p:spTree>
    <p:extLst>
      <p:ext uri="{BB962C8B-B14F-4D97-AF65-F5344CB8AC3E}">
        <p14:creationId xmlns:p14="http://schemas.microsoft.com/office/powerpoint/2010/main" val="3691335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5D617-4282-1134-76C2-CC0AC7324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57044-CD06-3B18-7011-63ECE78AE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14" y="94241"/>
            <a:ext cx="10515600" cy="894335"/>
          </a:xfrm>
        </p:spPr>
        <p:txBody>
          <a:bodyPr>
            <a:normAutofit/>
          </a:bodyPr>
          <a:lstStyle/>
          <a:p>
            <a:r>
              <a:rPr lang="en-US" sz="2933" dirty="0"/>
              <a:t>Analogy: How to make a smooth soup</a:t>
            </a:r>
            <a:endParaRPr lang="en-US" sz="2933" dirty="0">
              <a:cs typeface="Arial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FE60406E-D38B-4557-BEAF-A03D660D8E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0244545"/>
              </p:ext>
            </p:extLst>
          </p:nvPr>
        </p:nvGraphicFramePr>
        <p:xfrm>
          <a:off x="6247094" y="1487424"/>
          <a:ext cx="3384853" cy="429158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84853">
                  <a:extLst>
                    <a:ext uri="{9D8B030D-6E8A-4147-A177-3AD203B41FA5}">
                      <a16:colId xmlns:a16="http://schemas.microsoft.com/office/drawing/2014/main" val="3654702291"/>
                    </a:ext>
                  </a:extLst>
                </a:gridCol>
              </a:tblGrid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Olive oil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994580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Shallot Onion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681333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Thyme, salt, pepper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294912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Chop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805277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Sauté for 5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935262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Butternut squash, carrot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787546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Vegetable stock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792620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Blend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371318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Heat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1200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8A3C312-4AA3-42ED-AC78-B584B2A51B58}"/>
              </a:ext>
            </a:extLst>
          </p:cNvPr>
          <p:cNvSpPr txBox="1"/>
          <p:nvPr/>
        </p:nvSpPr>
        <p:spPr>
          <a:xfrm>
            <a:off x="405094" y="921516"/>
            <a:ext cx="5267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457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Concept: Generic smooth soup</a:t>
            </a:r>
            <a:endParaRPr lang="en-GB" sz="2000" b="1" dirty="0">
              <a:solidFill>
                <a:srgbClr val="004578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CA9116-AAFA-4818-A68F-372D106EFF77}"/>
              </a:ext>
            </a:extLst>
          </p:cNvPr>
          <p:cNvSpPr txBox="1"/>
          <p:nvPr/>
        </p:nvSpPr>
        <p:spPr>
          <a:xfrm>
            <a:off x="6247094" y="921516"/>
            <a:ext cx="5267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457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Implementation: Butternut squash soup</a:t>
            </a:r>
            <a:endParaRPr lang="en-GB" sz="2000" b="1" dirty="0">
              <a:solidFill>
                <a:srgbClr val="004578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385CB4-076C-44E2-A798-68FBD7B46415}"/>
              </a:ext>
            </a:extLst>
          </p:cNvPr>
          <p:cNvSpPr txBox="1"/>
          <p:nvPr/>
        </p:nvSpPr>
        <p:spPr>
          <a:xfrm>
            <a:off x="9631947" y="6370321"/>
            <a:ext cx="243866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Spoon icons created by </a:t>
            </a:r>
            <a:r>
              <a:rPr lang="en-GB" sz="1000" dirty="0" err="1"/>
              <a:t>Mihimihi</a:t>
            </a:r>
            <a:r>
              <a:rPr lang="en-GB" sz="1000" dirty="0"/>
              <a:t> - </a:t>
            </a:r>
            <a:r>
              <a:rPr lang="en-GB" sz="1000" dirty="0" err="1"/>
              <a:t>Flaticon</a:t>
            </a:r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D7E987-9BCA-45E6-B460-77929A8ADC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12113" y="3633217"/>
            <a:ext cx="2078333" cy="2078333"/>
          </a:xfrm>
          <a:prstGeom prst="rect">
            <a:avLst/>
          </a:prstGeom>
        </p:spPr>
      </p:pic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1B81ABB-B666-3A74-F665-47C947AC9B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7944262"/>
              </p:ext>
            </p:extLst>
          </p:nvPr>
        </p:nvGraphicFramePr>
        <p:xfrm>
          <a:off x="425414" y="1487424"/>
          <a:ext cx="5267960" cy="429158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0694">
                  <a:extLst>
                    <a:ext uri="{9D8B030D-6E8A-4147-A177-3AD203B41FA5}">
                      <a16:colId xmlns:a16="http://schemas.microsoft.com/office/drawing/2014/main" val="1626548733"/>
                    </a:ext>
                  </a:extLst>
                </a:gridCol>
                <a:gridCol w="2588005">
                  <a:extLst>
                    <a:ext uri="{9D8B030D-6E8A-4147-A177-3AD203B41FA5}">
                      <a16:colId xmlns:a16="http://schemas.microsoft.com/office/drawing/2014/main" val="4132007399"/>
                    </a:ext>
                  </a:extLst>
                </a:gridCol>
                <a:gridCol w="2409261">
                  <a:extLst>
                    <a:ext uri="{9D8B030D-6E8A-4147-A177-3AD203B41FA5}">
                      <a16:colId xmlns:a16="http://schemas.microsoft.com/office/drawing/2014/main" val="3654702291"/>
                    </a:ext>
                  </a:extLst>
                </a:gridCol>
              </a:tblGrid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Ingredient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Oil/butter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994580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Ingredient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Onion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681333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Ingredient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Spices/aromatics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294912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Chop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805277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Sauté for 5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935262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Ingredient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Vegetables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787546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Ingredient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792620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Blend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371318"/>
                  </a:ext>
                </a:extLst>
              </a:tr>
              <a:tr h="476843"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12009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8C78D79-4949-5C96-33DB-FE28D45F609D}"/>
              </a:ext>
            </a:extLst>
          </p:cNvPr>
          <p:cNvCxnSpPr>
            <a:cxnSpLocks/>
          </p:cNvCxnSpPr>
          <p:nvPr/>
        </p:nvCxnSpPr>
        <p:spPr>
          <a:xfrm flipH="1">
            <a:off x="5151551" y="1725769"/>
            <a:ext cx="11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32B2502-1827-B2DC-16FF-E8EAA04FFD84}"/>
              </a:ext>
            </a:extLst>
          </p:cNvPr>
          <p:cNvCxnSpPr>
            <a:cxnSpLocks/>
          </p:cNvCxnSpPr>
          <p:nvPr/>
        </p:nvCxnSpPr>
        <p:spPr>
          <a:xfrm flipH="1">
            <a:off x="5151551" y="2161504"/>
            <a:ext cx="11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7D4180-4BB5-3A23-69F0-3C9522487639}"/>
              </a:ext>
            </a:extLst>
          </p:cNvPr>
          <p:cNvCxnSpPr>
            <a:cxnSpLocks/>
          </p:cNvCxnSpPr>
          <p:nvPr/>
        </p:nvCxnSpPr>
        <p:spPr>
          <a:xfrm flipH="1">
            <a:off x="5151551" y="2635876"/>
            <a:ext cx="11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782F54-B845-BE1B-9DC9-B0AA60AD6F06}"/>
              </a:ext>
            </a:extLst>
          </p:cNvPr>
          <p:cNvCxnSpPr>
            <a:cxnSpLocks/>
          </p:cNvCxnSpPr>
          <p:nvPr/>
        </p:nvCxnSpPr>
        <p:spPr>
          <a:xfrm flipH="1">
            <a:off x="5151551" y="4140557"/>
            <a:ext cx="11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074B53-A90F-CD62-771B-1A1566D9D97C}"/>
              </a:ext>
            </a:extLst>
          </p:cNvPr>
          <p:cNvCxnSpPr>
            <a:cxnSpLocks/>
          </p:cNvCxnSpPr>
          <p:nvPr/>
        </p:nvCxnSpPr>
        <p:spPr>
          <a:xfrm flipH="1">
            <a:off x="5151551" y="4602050"/>
            <a:ext cx="11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48E5FE1-7682-7721-A6CF-4AB8DCBAF538}"/>
              </a:ext>
            </a:extLst>
          </p:cNvPr>
          <p:cNvSpPr txBox="1"/>
          <p:nvPr/>
        </p:nvSpPr>
        <p:spPr>
          <a:xfrm>
            <a:off x="5632298" y="1479306"/>
            <a:ext cx="708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maps to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0AE61F-5901-C3CB-3400-22089B4C1EFE}"/>
              </a:ext>
            </a:extLst>
          </p:cNvPr>
          <p:cNvSpPr txBox="1"/>
          <p:nvPr/>
        </p:nvSpPr>
        <p:spPr>
          <a:xfrm>
            <a:off x="5632298" y="1915292"/>
            <a:ext cx="708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maps to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8DA735-39DE-D87A-DBD6-9BE927222776}"/>
              </a:ext>
            </a:extLst>
          </p:cNvPr>
          <p:cNvSpPr txBox="1"/>
          <p:nvPr/>
        </p:nvSpPr>
        <p:spPr>
          <a:xfrm>
            <a:off x="5632298" y="2372967"/>
            <a:ext cx="708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maps to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DEBA64-A6FE-BA44-FD0E-4A1C6CE203A9}"/>
              </a:ext>
            </a:extLst>
          </p:cNvPr>
          <p:cNvSpPr txBox="1"/>
          <p:nvPr/>
        </p:nvSpPr>
        <p:spPr>
          <a:xfrm>
            <a:off x="5632298" y="3847151"/>
            <a:ext cx="708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maps to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1559A2-F41D-080A-0E79-520B67CBBD04}"/>
              </a:ext>
            </a:extLst>
          </p:cNvPr>
          <p:cNvSpPr txBox="1"/>
          <p:nvPr/>
        </p:nvSpPr>
        <p:spPr>
          <a:xfrm>
            <a:off x="5632298" y="4340440"/>
            <a:ext cx="708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maps to </a:t>
            </a:r>
          </a:p>
        </p:txBody>
      </p:sp>
    </p:spTree>
    <p:extLst>
      <p:ext uri="{BB962C8B-B14F-4D97-AF65-F5344CB8AC3E}">
        <p14:creationId xmlns:p14="http://schemas.microsoft.com/office/powerpoint/2010/main" val="800336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DISC 2026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4578"/>
      </a:accent1>
      <a:accent2>
        <a:srgbClr val="CB4643"/>
      </a:accent2>
      <a:accent3>
        <a:srgbClr val="EBA91E"/>
      </a:accent3>
      <a:accent4>
        <a:srgbClr val="9DD0CA"/>
      </a:accent4>
      <a:accent5>
        <a:srgbClr val="3DB3E3"/>
      </a:accent5>
      <a:accent6>
        <a:srgbClr val="533278"/>
      </a:accent6>
      <a:hlink>
        <a:srgbClr val="3DB3E3"/>
      </a:hlink>
      <a:folHlink>
        <a:srgbClr val="533278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Events Themes">
  <a:themeElements>
    <a:clrScheme name="CDISC-1 1">
      <a:dk1>
        <a:srgbClr val="134678"/>
      </a:dk1>
      <a:lt1>
        <a:srgbClr val="FFFFFF"/>
      </a:lt1>
      <a:dk2>
        <a:srgbClr val="515349"/>
      </a:dk2>
      <a:lt2>
        <a:srgbClr val="F5F5F5"/>
      </a:lt2>
      <a:accent1>
        <a:srgbClr val="134678"/>
      </a:accent1>
      <a:accent2>
        <a:srgbClr val="A1D0CA"/>
      </a:accent2>
      <a:accent3>
        <a:srgbClr val="C94543"/>
      </a:accent3>
      <a:accent4>
        <a:srgbClr val="EDAA00"/>
      </a:accent4>
      <a:accent5>
        <a:srgbClr val="553278"/>
      </a:accent5>
      <a:accent6>
        <a:srgbClr val="40B3E5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21362BB-AA44-4134-80AD-BE5DACF26248}" vid="{49B3FA33-4649-4EE5-9E53-46FF66152E09}"/>
    </a:ext>
  </a:extLst>
</a:theme>
</file>

<file path=ppt/theme/theme3.xml><?xml version="1.0" encoding="utf-8"?>
<a:theme xmlns:a="http://schemas.openxmlformats.org/drawingml/2006/main" name="About CDISC Slid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32a2d1-1d11-4050-b5f7-2362836cfc73">
      <Terms xmlns="http://schemas.microsoft.com/office/infopath/2007/PartnerControls"/>
    </lcf76f155ced4ddcb4097134ff3c332f>
    <TaxCatchAll xmlns="a62d018c-6c12-4558-87da-a74144b7042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C079A10339794D94E789B6982286B4" ma:contentTypeVersion="11" ma:contentTypeDescription="Create a new document." ma:contentTypeScope="" ma:versionID="cc5af5f44c233fb52f08d69700e5388c">
  <xsd:schema xmlns:xsd="http://www.w3.org/2001/XMLSchema" xmlns:xs="http://www.w3.org/2001/XMLSchema" xmlns:p="http://schemas.microsoft.com/office/2006/metadata/properties" xmlns:ns2="fb32a2d1-1d11-4050-b5f7-2362836cfc73" xmlns:ns3="a62d018c-6c12-4558-87da-a74144b7042d" targetNamespace="http://schemas.microsoft.com/office/2006/metadata/properties" ma:root="true" ma:fieldsID="fcd29b35fabbc5a5caeac71fb5e06574" ns2:_="" ns3:_="">
    <xsd:import namespace="fb32a2d1-1d11-4050-b5f7-2362836cfc73"/>
    <xsd:import namespace="a62d018c-6c12-4558-87da-a74144b704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32a2d1-1d11-4050-b5f7-2362836cfc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c04c6af-d60c-4670-8c9c-7f80a3ec6f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2d018c-6c12-4558-87da-a74144b7042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7b6e2c3-c80f-4200-8dde-0d60aa191bda}" ma:internalName="TaxCatchAll" ma:showField="CatchAllData" ma:web="a62d018c-6c12-4558-87da-a74144b704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C07FFDB-3219-4B86-9A1C-EEE38BE8A642}">
  <ds:schemaRefs>
    <ds:schemaRef ds:uri="http://schemas.microsoft.com/office/2006/metadata/properties"/>
    <ds:schemaRef ds:uri="fb32a2d1-1d11-4050-b5f7-2362836cfc73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purl.org/dc/dcmitype/"/>
    <ds:schemaRef ds:uri="http://purl.org/dc/elements/1.1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869F0B1-22BE-4ACA-B34A-83D17C47D1CE}"/>
</file>

<file path=customXml/itemProps3.xml><?xml version="1.0" encoding="utf-8"?>
<ds:datastoreItem xmlns:ds="http://schemas.openxmlformats.org/officeDocument/2006/customXml" ds:itemID="{EB0A6C2F-6294-4A37-AA9E-B776F7B1BA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240</Words>
  <Application>Microsoft Macintosh PowerPoint</Application>
  <PresentationFormat>Widescreen</PresentationFormat>
  <Paragraphs>121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Events Themes</vt:lpstr>
      <vt:lpstr>About CDISC Slides</vt:lpstr>
      <vt:lpstr>Analogy: How to make a smooth soup</vt:lpstr>
      <vt:lpstr>Analogy: How to make a smooth soup</vt:lpstr>
      <vt:lpstr>Analogy: How to make a smooth soup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360i AC/DC automation original</dc:title>
  <dc:creator>Sabine Zimmer</dc:creator>
  <cp:lastModifiedBy>Kirsten Langendorf</cp:lastModifiedBy>
  <cp:revision>7</cp:revision>
  <dcterms:created xsi:type="dcterms:W3CDTF">2026-01-20T16:08:43Z</dcterms:created>
  <dcterms:modified xsi:type="dcterms:W3CDTF">2026-02-16T14:18:26Z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0x0101005DC079A10339794D94E789B6982286B4</vt:lpwstr>
  </property>
</Properties>
</file>